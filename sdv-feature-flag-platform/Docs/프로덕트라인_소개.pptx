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95" r:id="rId1"/>
  </p:sldMasterIdLst>
  <p:notesMasterIdLst>
    <p:notesMasterId r:id="rId17"/>
  </p:notesMasterIdLst>
  <p:handoutMasterIdLst>
    <p:handoutMasterId r:id="rId18"/>
  </p:handoutMasterIdLst>
  <p:sldIdLst>
    <p:sldId id="441" r:id="rId2"/>
    <p:sldId id="687" r:id="rId3"/>
    <p:sldId id="767" r:id="rId4"/>
    <p:sldId id="768" r:id="rId5"/>
    <p:sldId id="769" r:id="rId6"/>
    <p:sldId id="688" r:id="rId7"/>
    <p:sldId id="737" r:id="rId8"/>
    <p:sldId id="744" r:id="rId9"/>
    <p:sldId id="752" r:id="rId10"/>
    <p:sldId id="797" r:id="rId11"/>
    <p:sldId id="776" r:id="rId12"/>
    <p:sldId id="779" r:id="rId13"/>
    <p:sldId id="795" r:id="rId14"/>
    <p:sldId id="806" r:id="rId15"/>
    <p:sldId id="819" r:id="rId16"/>
  </p:sldIdLst>
  <p:sldSz cx="9906000" cy="6858000" type="A4"/>
  <p:notesSz cx="6867525" cy="9994900"/>
  <p:defaultTextStyle>
    <a:defPPr>
      <a:defRPr lang="en-US"/>
    </a:defPPr>
    <a:lvl1pPr marL="0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1pPr>
    <a:lvl2pPr marL="515656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2pPr>
    <a:lvl3pPr marL="1031315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3pPr>
    <a:lvl4pPr marL="1546972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4pPr>
    <a:lvl5pPr marL="2062628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5pPr>
    <a:lvl6pPr marL="2578286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6pPr>
    <a:lvl7pPr marL="3093943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7pPr>
    <a:lvl8pPr marL="3609599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8pPr>
    <a:lvl9pPr marL="4125257" algn="l" defTabSz="1031315" rtl="0" eaLnBrk="1" latinLnBrk="0" hangingPunct="1">
      <a:defRPr sz="20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285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  <p15:guide id="7" pos="3097" userDrawn="1">
          <p15:clr>
            <a:srgbClr val="A4A3A4"/>
          </p15:clr>
        </p15:guide>
        <p15:guide id="9" pos="60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9" userDrawn="1">
          <p15:clr>
            <a:srgbClr val="A4A3A4"/>
          </p15:clr>
        </p15:guide>
        <p15:guide id="2" pos="216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900"/>
    <a:srgbClr val="FACE0E"/>
    <a:srgbClr val="5F5F5F"/>
    <a:srgbClr val="663300"/>
    <a:srgbClr val="996633"/>
    <a:srgbClr val="EA3945"/>
    <a:srgbClr val="D6343F"/>
    <a:srgbClr val="C03945"/>
    <a:srgbClr val="4F525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77" autoAdjust="0"/>
    <p:restoredTop sz="93632" autoAdjust="0"/>
  </p:normalViewPr>
  <p:slideViewPr>
    <p:cSldViewPr snapToGrid="0" snapToObjects="1">
      <p:cViewPr varScale="1">
        <p:scale>
          <a:sx n="63" d="100"/>
          <a:sy n="63" d="100"/>
        </p:scale>
        <p:origin x="588" y="42"/>
      </p:cViewPr>
      <p:guideLst>
        <p:guide orient="horz" pos="482"/>
        <p:guide pos="285"/>
        <p:guide orient="horz" pos="232"/>
        <p:guide orient="horz" pos="3997"/>
        <p:guide orient="horz" pos="709"/>
        <p:guide pos="3097"/>
        <p:guide pos="6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2076" y="114"/>
      </p:cViewPr>
      <p:guideLst>
        <p:guide orient="horz" pos="3149"/>
        <p:guide pos="216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5927" cy="501481"/>
          </a:xfrm>
          <a:prstGeom prst="rect">
            <a:avLst/>
          </a:prstGeom>
        </p:spPr>
        <p:txBody>
          <a:bodyPr vert="horz" lIns="92903" tIns="46452" rIns="92903" bIns="46452" rtlCol="0"/>
          <a:lstStyle>
            <a:lvl1pPr algn="l">
              <a:defRPr sz="1200"/>
            </a:lvl1pPr>
          </a:lstStyle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0009" y="2"/>
            <a:ext cx="2975927" cy="501481"/>
          </a:xfrm>
          <a:prstGeom prst="rect">
            <a:avLst/>
          </a:prstGeom>
        </p:spPr>
        <p:txBody>
          <a:bodyPr vert="horz" lIns="92903" tIns="46452" rIns="92903" bIns="46452" rtlCol="0"/>
          <a:lstStyle>
            <a:lvl1pPr algn="r">
              <a:defRPr sz="1200"/>
            </a:lvl1pPr>
          </a:lstStyle>
          <a:p>
            <a:fld id="{B60CD0EA-239A-0D42-86FA-938C392FE9F7}" type="datetime1">
              <a:rPr lang="ko-KR" altLang="en-US">
                <a:latin typeface="Candara" panose="020E0502030303020204" pitchFamily="34" charset="0"/>
              </a:rPr>
              <a:pPr/>
              <a:t>2026-03-11</a:t>
            </a:fld>
            <a:endParaRPr lang="en-US">
              <a:latin typeface="Candara" panose="020E05020303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93423"/>
            <a:ext cx="2975927" cy="501480"/>
          </a:xfrm>
          <a:prstGeom prst="rect">
            <a:avLst/>
          </a:prstGeom>
        </p:spPr>
        <p:txBody>
          <a:bodyPr vert="horz" lIns="92903" tIns="46452" rIns="92903" bIns="46452" rtlCol="0" anchor="b"/>
          <a:lstStyle>
            <a:lvl1pPr algn="l">
              <a:defRPr sz="1200"/>
            </a:lvl1pPr>
          </a:lstStyle>
          <a:p>
            <a:endParaRPr lang="en-US">
              <a:latin typeface="Candara" panose="020E05020303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0009" y="9493423"/>
            <a:ext cx="2975927" cy="501480"/>
          </a:xfrm>
          <a:prstGeom prst="rect">
            <a:avLst/>
          </a:prstGeom>
        </p:spPr>
        <p:txBody>
          <a:bodyPr vert="horz" lIns="92903" tIns="46452" rIns="92903" bIns="46452" rtlCol="0" anchor="b"/>
          <a:lstStyle>
            <a:lvl1pPr algn="r">
              <a:defRPr sz="1200"/>
            </a:lvl1pPr>
          </a:lstStyle>
          <a:p>
            <a:fld id="{CCAA83DC-AE9A-44FF-A844-E2E5D5BA047F}" type="slidenum">
              <a:rPr lang="en-US" smtClean="0">
                <a:latin typeface="Candara" panose="020E0502030303020204" pitchFamily="34" charset="0"/>
              </a:rPr>
              <a:pPr/>
              <a:t>‹#›</a:t>
            </a:fld>
            <a:endParaRPr lang="en-US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2252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67208" y="174958"/>
            <a:ext cx="2708719" cy="326525"/>
          </a:xfrm>
          <a:prstGeom prst="rect">
            <a:avLst/>
          </a:prstGeom>
        </p:spPr>
        <p:txBody>
          <a:bodyPr vert="horz" lIns="92903" tIns="46452" rIns="92903" bIns="46452" rtlCol="0"/>
          <a:lstStyle>
            <a:lvl1pPr algn="l">
              <a:defRPr sz="1200">
                <a:latin typeface="+mn-ea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0010" y="174958"/>
            <a:ext cx="2602704" cy="383788"/>
          </a:xfrm>
          <a:prstGeom prst="rect">
            <a:avLst/>
          </a:prstGeom>
        </p:spPr>
        <p:txBody>
          <a:bodyPr vert="horz" lIns="92903" tIns="46452" rIns="92903" bIns="46452" rtlCol="0"/>
          <a:lstStyle>
            <a:lvl1pPr algn="r">
              <a:defRPr sz="1200">
                <a:latin typeface="+mn-ea"/>
                <a:ea typeface="+mn-ea"/>
              </a:defRPr>
            </a:lvl1pPr>
          </a:lstStyle>
          <a:p>
            <a:fld id="{5193309F-0A04-C444-9877-B2D5B465713C}" type="datetime1">
              <a:rPr lang="ko-KR" altLang="en-US" smtClean="0"/>
              <a:pPr/>
              <a:t>2026-03-11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7208" y="680968"/>
            <a:ext cx="6225505" cy="39544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03" tIns="46452" rIns="92903" bIns="4645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7209" y="4879818"/>
            <a:ext cx="6225505" cy="4434120"/>
          </a:xfrm>
          <a:prstGeom prst="rect">
            <a:avLst/>
          </a:prstGeom>
        </p:spPr>
        <p:txBody>
          <a:bodyPr vert="horz" lIns="92903" tIns="46452" rIns="92903" bIns="46452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67208" y="9493423"/>
            <a:ext cx="2708719" cy="356747"/>
          </a:xfrm>
          <a:prstGeom prst="rect">
            <a:avLst/>
          </a:prstGeom>
        </p:spPr>
        <p:txBody>
          <a:bodyPr vert="horz" lIns="92903" tIns="46452" rIns="92903" bIns="46452" rtlCol="0" anchor="b"/>
          <a:lstStyle>
            <a:lvl1pPr algn="l">
              <a:defRPr sz="1200">
                <a:latin typeface="+mn-ea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0010" y="9493423"/>
            <a:ext cx="2602704" cy="356747"/>
          </a:xfrm>
          <a:prstGeom prst="rect">
            <a:avLst/>
          </a:prstGeom>
        </p:spPr>
        <p:txBody>
          <a:bodyPr vert="horz" lIns="92903" tIns="46452" rIns="92903" bIns="46452" rtlCol="0" anchor="b"/>
          <a:lstStyle>
            <a:lvl1pPr algn="r">
              <a:defRPr sz="1200">
                <a:latin typeface="+mn-ea"/>
                <a:ea typeface="+mn-ea"/>
              </a:defRPr>
            </a:lvl1pPr>
          </a:lstStyle>
          <a:p>
            <a:fld id="{39C4FF52-46E3-43CB-AB80-CBEE90E8F2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8000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031315" rtl="0" eaLnBrk="1" latinLnBrk="0" hangingPunct="1">
      <a:defRPr sz="1200" kern="1200">
        <a:solidFill>
          <a:schemeClr val="tx1"/>
        </a:solidFill>
        <a:latin typeface="+mn-ea"/>
        <a:ea typeface="+mn-ea"/>
        <a:cs typeface="+mn-cs"/>
      </a:defRPr>
    </a:lvl1pPr>
    <a:lvl2pPr marL="515656" algn="l" defTabSz="1031315" rtl="0" eaLnBrk="1" latinLnBrk="0" hangingPunct="1">
      <a:defRPr sz="1200" kern="1200">
        <a:solidFill>
          <a:schemeClr val="tx1"/>
        </a:solidFill>
        <a:latin typeface="+mn-ea"/>
        <a:ea typeface="+mn-ea"/>
        <a:cs typeface="+mn-cs"/>
      </a:defRPr>
    </a:lvl2pPr>
    <a:lvl3pPr marL="1031315" algn="l" defTabSz="1031315" rtl="0" eaLnBrk="1" latinLnBrk="0" hangingPunct="1">
      <a:defRPr sz="1200" kern="1200">
        <a:solidFill>
          <a:schemeClr val="tx1"/>
        </a:solidFill>
        <a:latin typeface="+mn-ea"/>
        <a:ea typeface="+mn-ea"/>
        <a:cs typeface="+mn-cs"/>
      </a:defRPr>
    </a:lvl3pPr>
    <a:lvl4pPr marL="1546972" algn="l" defTabSz="1031315" rtl="0" eaLnBrk="1" latinLnBrk="0" hangingPunct="1">
      <a:defRPr sz="1200" kern="1200">
        <a:solidFill>
          <a:schemeClr val="tx1"/>
        </a:solidFill>
        <a:latin typeface="+mn-ea"/>
        <a:ea typeface="+mn-ea"/>
        <a:cs typeface="+mn-cs"/>
      </a:defRPr>
    </a:lvl4pPr>
    <a:lvl5pPr marL="2062628" algn="l" defTabSz="1031315" rtl="0" eaLnBrk="1" latinLnBrk="0" hangingPunct="1">
      <a:defRPr sz="1200" kern="1200">
        <a:solidFill>
          <a:schemeClr val="tx1"/>
        </a:solidFill>
        <a:latin typeface="+mn-ea"/>
        <a:ea typeface="+mn-ea"/>
        <a:cs typeface="+mn-cs"/>
      </a:defRPr>
    </a:lvl5pPr>
    <a:lvl6pPr marL="2578286" algn="l" defTabSz="1031315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6pPr>
    <a:lvl7pPr marL="3093943" algn="l" defTabSz="1031315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7pPr>
    <a:lvl8pPr marL="3609599" algn="l" defTabSz="1031315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8pPr>
    <a:lvl9pPr marL="4125257" algn="l" defTabSz="1031315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  <a:p>
            <a:r>
              <a:rPr lang="ko-KR" altLang="en-US" baseline="0" dirty="0"/>
              <a:t>새로운 기능 추가 개발 바운더리 추가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11026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Video</a:t>
            </a:r>
            <a:r>
              <a:rPr kumimoji="1" lang="en-US" altLang="ko-KR" baseline="0" dirty="0"/>
              <a:t> Interface</a:t>
            </a:r>
            <a:r>
              <a:rPr kumimoji="1" lang="ko-KR" altLang="en-US" baseline="0" dirty="0"/>
              <a:t>로 변경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0593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표로 공통</a:t>
            </a:r>
            <a:r>
              <a:rPr kumimoji="1" lang="en-US" altLang="ko-KR" dirty="0"/>
              <a:t>/</a:t>
            </a:r>
            <a:r>
              <a:rPr kumimoji="1" lang="ko-KR" altLang="en-US" dirty="0"/>
              <a:t>가변 코드 수를 추가 </a:t>
            </a:r>
          </a:p>
        </p:txBody>
      </p:sp>
    </p:spTree>
    <p:extLst>
      <p:ext uri="{BB962C8B-B14F-4D97-AF65-F5344CB8AC3E}">
        <p14:creationId xmlns:p14="http://schemas.microsoft.com/office/powerpoint/2010/main" val="185663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내일 표 수정할 예정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수치 추가</a:t>
            </a:r>
          </a:p>
        </p:txBody>
      </p:sp>
    </p:spTree>
    <p:extLst>
      <p:ext uri="{BB962C8B-B14F-4D97-AF65-F5344CB8AC3E}">
        <p14:creationId xmlns:p14="http://schemas.microsoft.com/office/powerpoint/2010/main" val="374160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3C790A-5856-4BAB-91A6-CD82891DC4A7}" type="slidenum">
              <a:rPr lang="ko-KR" altLang="en-US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6324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43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.a</a:t>
            </a:r>
            <a:r>
              <a:rPr kumimoji="1" lang="ko-KR" altLang="en-US" dirty="0"/>
              <a:t>로 </a:t>
            </a:r>
            <a:endParaRPr kumimoji="1" lang="en-US" altLang="ko-KR" dirty="0"/>
          </a:p>
          <a:p>
            <a:r>
              <a:rPr kumimoji="1" lang="ko-KR" altLang="en-US" dirty="0"/>
              <a:t>복사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링크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플랫폼 코드 수정이 발생할 때</a:t>
            </a:r>
            <a:r>
              <a:rPr kumimoji="1" lang="en-US" altLang="ko-KR" dirty="0"/>
              <a:t>,</a:t>
            </a:r>
            <a:r>
              <a:rPr kumimoji="1" lang="ko-KR" altLang="en-US" baseline="0" dirty="0"/>
              <a:t> 한페이지에 대한 설명</a:t>
            </a:r>
            <a:r>
              <a:rPr kumimoji="1" lang="en-US" altLang="ko-KR" baseline="0" dirty="0"/>
              <a:t>.</a:t>
            </a:r>
            <a:r>
              <a:rPr kumimoji="1" lang="ko-KR" altLang="en-US" baseline="0" dirty="0"/>
              <a:t> </a:t>
            </a:r>
            <a:endParaRPr kumimoji="1" lang="en-US" altLang="ko-KR" baseline="0" dirty="0"/>
          </a:p>
          <a:p>
            <a:endParaRPr kumimoji="1" lang="en-US" altLang="ko-KR" baseline="0" dirty="0"/>
          </a:p>
          <a:p>
            <a:r>
              <a:rPr kumimoji="1" lang="ko-KR" altLang="en-US" baseline="0" dirty="0"/>
              <a:t>디렉토리 구조 </a:t>
            </a:r>
            <a:r>
              <a:rPr kumimoji="1" lang="en-US" altLang="ko-KR" baseline="0" dirty="0"/>
              <a:t>-&gt;</a:t>
            </a:r>
            <a:r>
              <a:rPr kumimoji="1" lang="ko-KR" altLang="en-US" baseline="0" dirty="0"/>
              <a:t> </a:t>
            </a:r>
            <a:r>
              <a:rPr kumimoji="1" lang="en-US" altLang="ko-KR" baseline="0" dirty="0"/>
              <a:t>Plug</a:t>
            </a:r>
            <a:r>
              <a:rPr kumimoji="1" lang="ko-KR" altLang="en-US" baseline="0" dirty="0"/>
              <a:t> </a:t>
            </a:r>
            <a:r>
              <a:rPr kumimoji="1" lang="en-US" altLang="ko-KR" baseline="0" dirty="0"/>
              <a:t>&amp; Play</a:t>
            </a:r>
            <a:r>
              <a:rPr kumimoji="1" lang="ko-KR" altLang="en-US" baseline="0" dirty="0"/>
              <a:t>가 가능한 표준화된 컴포넌트와 가변성의 분리를 하기 위해서 다음과 같은 형상을 가진다</a:t>
            </a:r>
            <a:r>
              <a:rPr kumimoji="1" lang="en-US" altLang="ko-KR" baseline="0" dirty="0"/>
              <a:t>.</a:t>
            </a:r>
            <a:r>
              <a:rPr kumimoji="1" lang="ko-KR" altLang="en-US" baseline="0" dirty="0"/>
              <a:t> </a:t>
            </a:r>
            <a:endParaRPr kumimoji="1" lang="en-US" altLang="ko-KR" baseline="0" dirty="0"/>
          </a:p>
          <a:p>
            <a:endParaRPr kumimoji="1" lang="en-US" altLang="ko-KR" baseline="0" dirty="0"/>
          </a:p>
          <a:p>
            <a:r>
              <a:rPr kumimoji="1" lang="ko-KR" altLang="en-US" baseline="0" dirty="0"/>
              <a:t>플랫폼 형상 구조 </a:t>
            </a:r>
            <a:r>
              <a:rPr kumimoji="1" lang="en-US" altLang="ko-KR" baseline="0" dirty="0"/>
              <a:t>-&gt;</a:t>
            </a:r>
            <a:r>
              <a:rPr kumimoji="1" lang="ko-KR" altLang="en-US" baseline="0" dirty="0"/>
              <a:t> </a:t>
            </a:r>
            <a:endParaRPr kumimoji="1" lang="en-US" altLang="ko-KR" baseline="0" dirty="0"/>
          </a:p>
          <a:p>
            <a:endParaRPr kumimoji="1" lang="en-US" altLang="ko-KR" baseline="0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550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소프트웨어와 관련된 상품화 프로세스 </a:t>
            </a:r>
            <a:r>
              <a:rPr kumimoji="1" lang="en-US" altLang="ko-KR" dirty="0"/>
              <a:t>-&gt;</a:t>
            </a:r>
            <a:r>
              <a:rPr kumimoji="1" lang="ko-KR" altLang="en-US" baseline="0" dirty="0"/>
              <a:t> 플랫폼 프로세스 </a:t>
            </a:r>
            <a:r>
              <a:rPr kumimoji="1" lang="en-US" altLang="ko-KR" baseline="0" dirty="0"/>
              <a:t>-&gt;</a:t>
            </a:r>
            <a:r>
              <a:rPr kumimoji="1" lang="ko-KR" altLang="en-US" baseline="0" dirty="0"/>
              <a:t> 컴포넌트 프로세스는 새롭게 만들어야 함</a:t>
            </a:r>
            <a:r>
              <a:rPr kumimoji="1" lang="en-US" altLang="ko-KR" baseline="0" dirty="0"/>
              <a:t>.</a:t>
            </a:r>
            <a:r>
              <a:rPr kumimoji="1" lang="ko-KR" altLang="en-US" baseline="0" dirty="0"/>
              <a:t> </a:t>
            </a:r>
            <a:endParaRPr kumimoji="1" lang="en-US" altLang="ko-KR" baseline="0" dirty="0"/>
          </a:p>
          <a:p>
            <a:endParaRPr kumimoji="1" lang="en-US" altLang="ko-KR" baseline="0" dirty="0"/>
          </a:p>
          <a:p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7235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내년말까지 목표</a:t>
            </a:r>
            <a:endParaRPr lang="en-US" altLang="ko-KR" dirty="0"/>
          </a:p>
          <a:p>
            <a:r>
              <a:rPr lang="ko-KR" altLang="en-US" dirty="0"/>
              <a:t>요구사항 패턴화</a:t>
            </a:r>
            <a:r>
              <a:rPr lang="en-US" altLang="ko-KR" dirty="0"/>
              <a:t>,</a:t>
            </a:r>
            <a:r>
              <a:rPr lang="ko-KR" altLang="en-US" dirty="0"/>
              <a:t> 체크리스트화 </a:t>
            </a:r>
            <a:endParaRPr lang="en-US" altLang="ko-KR" dirty="0"/>
          </a:p>
          <a:p>
            <a:r>
              <a:rPr lang="ko-KR" altLang="en-US" dirty="0"/>
              <a:t>요구사항 </a:t>
            </a:r>
            <a:r>
              <a:rPr lang="en-US" altLang="ko-KR" dirty="0"/>
              <a:t>-&gt;</a:t>
            </a:r>
            <a:r>
              <a:rPr lang="ko-KR" altLang="en-US" dirty="0"/>
              <a:t> 컴포넌트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기능적 요구사항 </a:t>
            </a:r>
            <a:r>
              <a:rPr lang="en-US" altLang="ko-KR" dirty="0"/>
              <a:t>-&gt;</a:t>
            </a:r>
            <a:r>
              <a:rPr lang="ko-KR" altLang="en-US" dirty="0"/>
              <a:t> 도메인 컴포넌트와의 연계성 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비기능적 요구사항 </a:t>
            </a:r>
            <a:r>
              <a:rPr lang="en-US" altLang="ko-KR" dirty="0"/>
              <a:t>-&gt;</a:t>
            </a:r>
            <a:r>
              <a:rPr lang="ko-KR" altLang="en-US" dirty="0"/>
              <a:t> 테크니컬 컴포넌트와의 연계성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소스코드 생성</a:t>
            </a:r>
            <a:r>
              <a:rPr lang="en-US" altLang="ko-KR" dirty="0"/>
              <a:t>,</a:t>
            </a:r>
            <a:r>
              <a:rPr lang="ko-KR" altLang="en-US" dirty="0"/>
              <a:t> 통합</a:t>
            </a:r>
            <a:r>
              <a:rPr lang="en-US" altLang="ko-KR" dirty="0"/>
              <a:t>,</a:t>
            </a:r>
            <a:r>
              <a:rPr lang="ko-KR" altLang="en-US" dirty="0"/>
              <a:t> 테스트</a:t>
            </a:r>
            <a:r>
              <a:rPr lang="en-US" altLang="ko-KR" dirty="0"/>
              <a:t>,</a:t>
            </a:r>
            <a:r>
              <a:rPr lang="ko-KR" altLang="en-US" dirty="0"/>
              <a:t> 배포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45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6600" y="995363"/>
            <a:ext cx="5543550" cy="3836987"/>
          </a:xfrm>
          <a:ln/>
        </p:spPr>
      </p:sp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5932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소스코드 템플릿으로 제공한다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현재는 수동이지만 추후에는 자동화 도구화</a:t>
            </a:r>
            <a:r>
              <a:rPr kumimoji="1" lang="ko-KR" altLang="en-US" baseline="0" dirty="0"/>
              <a:t> 연계해서 개발을 할 수 있도록 해야 한다</a:t>
            </a:r>
            <a:r>
              <a:rPr kumimoji="1" lang="en-US" altLang="ko-KR" baseline="0" dirty="0"/>
              <a:t>.</a:t>
            </a:r>
            <a:r>
              <a:rPr kumimoji="1" lang="ko-KR" altLang="en-US" baseline="0" dirty="0"/>
              <a:t>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155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671426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23875" y="681038"/>
            <a:ext cx="5711825" cy="39544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73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Sungwoon Choi/JU Consulting 2016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2"/>
          </p:nvPr>
        </p:nvSpPr>
        <p:spPr>
          <a:xfrm>
            <a:off x="478971" y="1289050"/>
            <a:ext cx="9020629" cy="49196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368300" y="347663"/>
            <a:ext cx="8426450" cy="433387"/>
          </a:xfrm>
        </p:spPr>
        <p:txBody>
          <a:bodyPr anchor="ctr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879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Sungwoon Choi/JU Consulting 2016</a:t>
            </a:r>
            <a:endParaRPr lang="ko-KR" altLang="en-US" dirty="0"/>
          </a:p>
        </p:txBody>
      </p:sp>
      <p:sp>
        <p:nvSpPr>
          <p:cNvPr id="5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368300" y="347663"/>
            <a:ext cx="8426450" cy="433387"/>
          </a:xfrm>
        </p:spPr>
        <p:txBody>
          <a:bodyPr anchor="ctr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4"/>
          </p:nvPr>
        </p:nvSpPr>
        <p:spPr>
          <a:xfrm>
            <a:off x="574675" y="1296988"/>
            <a:ext cx="4392000" cy="4938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5"/>
          </p:nvPr>
        </p:nvSpPr>
        <p:spPr>
          <a:xfrm>
            <a:off x="5103813" y="1296988"/>
            <a:ext cx="4392000" cy="4938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612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Sungwoon Choi/JU Consulting 2016</a:t>
            </a:r>
            <a:endParaRPr lang="ko-KR" altLang="en-US" dirty="0"/>
          </a:p>
        </p:txBody>
      </p:sp>
      <p:sp>
        <p:nvSpPr>
          <p:cNvPr id="5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368300" y="347663"/>
            <a:ext cx="8426450" cy="433387"/>
          </a:xfrm>
        </p:spPr>
        <p:txBody>
          <a:bodyPr anchor="ctr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91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238250" y="3717644"/>
            <a:ext cx="7429500" cy="454827"/>
          </a:xfrm>
        </p:spPr>
        <p:txBody>
          <a:bodyPr anchor="b">
            <a:noAutofit/>
          </a:bodyPr>
          <a:lstStyle>
            <a:lvl1pPr algn="ctr">
              <a:defRPr sz="2400">
                <a:solidFill>
                  <a:srgbClr val="FFC000"/>
                </a:solidFill>
                <a:latin typeface="Candara" panose="020E0502030303020204" pitchFamily="34" charset="0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238250" y="4322851"/>
            <a:ext cx="7429500" cy="135953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0" i="0" u="none">
                <a:solidFill>
                  <a:schemeClr val="tx1"/>
                </a:solidFill>
              </a:defRPr>
            </a:lvl1pPr>
            <a:lvl2pPr algn="ctr">
              <a:defRPr sz="1400" b="0">
                <a:solidFill>
                  <a:schemeClr val="bg1"/>
                </a:solidFill>
              </a:defRPr>
            </a:lvl2pPr>
            <a:lvl3pPr algn="ctr">
              <a:defRPr sz="1400" b="0">
                <a:solidFill>
                  <a:schemeClr val="bg1"/>
                </a:solidFill>
              </a:defRPr>
            </a:lvl3pPr>
            <a:lvl4pPr algn="ctr">
              <a:defRPr sz="1400" b="0">
                <a:solidFill>
                  <a:schemeClr val="bg1"/>
                </a:solidFill>
              </a:defRPr>
            </a:lvl4pPr>
            <a:lvl5pPr algn="ctr"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endParaRPr lang="en-US" altLang="ko-KR" sz="1600" i="1" u="sng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660399" y="383635"/>
            <a:ext cx="2413727" cy="452977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1">
                <a:solidFill>
                  <a:srgbClr val="FF0000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6" name="그림 개체 틀 15"/>
          <p:cNvSpPr>
            <a:spLocks noGrp="1"/>
          </p:cNvSpPr>
          <p:nvPr>
            <p:ph type="pic" sz="quarter" idx="12"/>
          </p:nvPr>
        </p:nvSpPr>
        <p:spPr>
          <a:xfrm>
            <a:off x="3643543" y="1396413"/>
            <a:ext cx="2615214" cy="217637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231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1500" y="285727"/>
            <a:ext cx="8867775" cy="741385"/>
          </a:xfrm>
        </p:spPr>
        <p:txBody>
          <a:bodyPr/>
          <a:lstStyle>
            <a:lvl1pPr>
              <a:defRPr sz="2800" b="1" baseline="0">
                <a:latin typeface="Tahoma" pitchFamily="34" charset="0"/>
                <a:ea typeface="나눔명조" pitchFamily="18" charset="-127"/>
                <a:cs typeface="Tahom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1501" y="1219200"/>
            <a:ext cx="8877299" cy="4876800"/>
          </a:xfrm>
        </p:spPr>
        <p:txBody>
          <a:bodyPr/>
          <a:lstStyle>
            <a:lvl1pPr>
              <a:defRPr b="0">
                <a:latin typeface="Tahoma" pitchFamily="34" charset="0"/>
                <a:ea typeface="나눔명조" pitchFamily="18" charset="-127"/>
                <a:cs typeface="Tahoma" pitchFamily="34" charset="0"/>
              </a:defRPr>
            </a:lvl1pPr>
            <a:lvl2pPr>
              <a:defRPr>
                <a:latin typeface="Tahoma" pitchFamily="34" charset="0"/>
                <a:ea typeface="나눔명조" pitchFamily="18" charset="-127"/>
                <a:cs typeface="Tahoma" pitchFamily="34" charset="0"/>
              </a:defRPr>
            </a:lvl2pPr>
            <a:lvl3pPr>
              <a:defRPr sz="2000" baseline="0">
                <a:latin typeface="Tahoma" pitchFamily="34" charset="0"/>
                <a:ea typeface="나눔명조" pitchFamily="18" charset="-127"/>
                <a:cs typeface="Tahoma" pitchFamily="34" charset="0"/>
              </a:defRPr>
            </a:lvl3pPr>
            <a:lvl4pPr>
              <a:defRPr>
                <a:latin typeface="Tahoma" pitchFamily="34" charset="0"/>
                <a:ea typeface="나눔명조" pitchFamily="18" charset="-127"/>
                <a:cs typeface="Tahoma" pitchFamily="34" charset="0"/>
              </a:defRPr>
            </a:lvl4pPr>
            <a:lvl5pPr>
              <a:defRPr>
                <a:latin typeface="Tahoma" pitchFamily="34" charset="0"/>
                <a:ea typeface="나눔명조" pitchFamily="18" charset="-127"/>
                <a:cs typeface="Tahom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9650" y="6357938"/>
            <a:ext cx="8223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- </a:t>
            </a:r>
            <a:fld id="{A134D1EE-AAF8-4941-8834-4FE1AA50BA81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4122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67553" y="781598"/>
            <a:ext cx="8426824" cy="383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6389" y="1297577"/>
            <a:ext cx="9003030" cy="4936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60148" y="467639"/>
            <a:ext cx="439271" cy="457296"/>
          </a:xfrm>
          <a:prstGeom prst="wedgeRectCallou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F0000"/>
                </a:solidFill>
                <a:latin typeface="Corbel" panose="020B0503020204020204" pitchFamily="34" charset="0"/>
              </a:defRPr>
            </a:lvl1pPr>
          </a:lstStyle>
          <a:p>
            <a:fld id="{B190697A-B2E1-4A65-8046-F11842298BF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161499" y="6313737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171450" indent="-171450" algn="r">
              <a:buFont typeface="Arial" panose="020B0604020202020204" pitchFamily="34" charset="0"/>
              <a:buChar char="©"/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r>
              <a:rPr lang="en-US" altLang="ko-KR"/>
              <a:t>Sungwoon Choi/JU Consulting 2016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053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796" r:id="rId4"/>
    <p:sldLayoutId id="2147483810" r:id="rId5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77800" indent="-177800" algn="l" defTabSz="914400" rtl="0" eaLnBrk="1" latinLnBrk="1" hangingPunct="1">
        <a:lnSpc>
          <a:spcPct val="90000"/>
        </a:lnSpc>
        <a:spcBef>
          <a:spcPts val="1000"/>
        </a:spcBef>
        <a:buFont typeface="Candara" panose="020E0502030303020204" pitchFamily="34" charset="0"/>
        <a:buChar char="‐"/>
        <a:defRPr sz="1600" b="1" kern="1200">
          <a:solidFill>
            <a:schemeClr val="tx1">
              <a:lumMod val="85000"/>
              <a:lumOff val="15000"/>
            </a:schemeClr>
          </a:solidFill>
          <a:latin typeface="Candara" panose="020E0502030303020204" pitchFamily="34" charset="0"/>
          <a:ea typeface="+mn-ea"/>
          <a:cs typeface="+mn-cs"/>
        </a:defRPr>
      </a:lvl1pPr>
      <a:lvl2pPr marL="358775" indent="-179388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>
              <a:lumMod val="85000"/>
              <a:lumOff val="15000"/>
            </a:schemeClr>
          </a:solidFill>
          <a:latin typeface="Candara" panose="020E0502030303020204" pitchFamily="34" charset="0"/>
          <a:ea typeface="+mn-ea"/>
          <a:cs typeface="+mn-cs"/>
        </a:defRPr>
      </a:lvl2pPr>
      <a:lvl3pPr marL="538163" indent="-179388" algn="l" defTabSz="914400" rtl="0" eaLnBrk="1" latinLnBrk="1" hangingPunct="1">
        <a:lnSpc>
          <a:spcPct val="90000"/>
        </a:lnSpc>
        <a:spcBef>
          <a:spcPts val="500"/>
        </a:spcBef>
        <a:buFont typeface="Candara" panose="020E0502030303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Candara" panose="020E0502030303020204" pitchFamily="34" charset="0"/>
          <a:ea typeface="+mn-ea"/>
          <a:cs typeface="+mn-cs"/>
        </a:defRPr>
      </a:lvl3pPr>
      <a:lvl4pPr marL="717550" indent="-179388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Candara" panose="020E0502030303020204" pitchFamily="34" charset="0"/>
          <a:ea typeface="+mn-ea"/>
          <a:cs typeface="+mn-cs"/>
        </a:defRPr>
      </a:lvl4pPr>
      <a:lvl5pPr marL="896938" indent="-179388" algn="l" defTabSz="914400" rtl="0" eaLnBrk="1" latinLnBrk="1" hangingPunct="1">
        <a:lnSpc>
          <a:spcPct val="90000"/>
        </a:lnSpc>
        <a:spcBef>
          <a:spcPts val="500"/>
        </a:spcBef>
        <a:buFont typeface="Candara" panose="020E0502030303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Current Problem: Variation management</a:t>
            </a:r>
            <a:endParaRPr lang="ko-KR" altLang="en-US" sz="2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71501" y="1396624"/>
            <a:ext cx="8877299" cy="4876800"/>
          </a:xfrm>
        </p:spPr>
        <p:txBody>
          <a:bodyPr/>
          <a:lstStyle/>
          <a:p>
            <a:r>
              <a:rPr lang="ko-KR" altLang="en-US" sz="2000" dirty="0">
                <a:ea typeface="나눔고딕"/>
              </a:rPr>
              <a:t>다양한 </a:t>
            </a:r>
            <a:r>
              <a:rPr lang="ko-KR" altLang="en-US" sz="2000" b="1" dirty="0">
                <a:ea typeface="나눔고딕"/>
              </a:rPr>
              <a:t>고객</a:t>
            </a:r>
            <a:endParaRPr lang="en-US" altLang="ko-KR" sz="2000" b="1" dirty="0">
              <a:ea typeface="나눔고딕"/>
            </a:endParaRPr>
          </a:p>
          <a:p>
            <a:pPr lvl="1"/>
            <a:r>
              <a:rPr lang="ko-KR" altLang="en-US" sz="1800" dirty="0">
                <a:ea typeface="나눔고딕"/>
              </a:rPr>
              <a:t>국가별</a:t>
            </a:r>
            <a:r>
              <a:rPr lang="en-US" altLang="ko-KR" sz="1800" dirty="0">
                <a:ea typeface="나눔고딕"/>
              </a:rPr>
              <a:t>: </a:t>
            </a:r>
            <a:r>
              <a:rPr lang="ko-KR" altLang="en-US" sz="1800" dirty="0">
                <a:ea typeface="나눔고딕"/>
              </a:rPr>
              <a:t>한국</a:t>
            </a:r>
            <a:r>
              <a:rPr lang="en-US" altLang="ko-KR" sz="1800" dirty="0">
                <a:ea typeface="나눔고딕"/>
              </a:rPr>
              <a:t>/</a:t>
            </a:r>
            <a:r>
              <a:rPr lang="ko-KR" altLang="en-US" sz="1800" dirty="0">
                <a:ea typeface="나눔고딕"/>
              </a:rPr>
              <a:t>미국</a:t>
            </a:r>
            <a:r>
              <a:rPr lang="en-US" altLang="ko-KR" sz="1800" dirty="0">
                <a:ea typeface="나눔고딕"/>
              </a:rPr>
              <a:t>/</a:t>
            </a:r>
            <a:r>
              <a:rPr lang="ko-KR" altLang="en-US" sz="1800" dirty="0">
                <a:ea typeface="나눔고딕"/>
              </a:rPr>
              <a:t>유럽</a:t>
            </a:r>
            <a:r>
              <a:rPr lang="en-US" altLang="ko-KR" sz="1800" dirty="0">
                <a:ea typeface="나눔고딕"/>
              </a:rPr>
              <a:t>/</a:t>
            </a:r>
            <a:r>
              <a:rPr lang="ko-KR" altLang="en-US" sz="1800" dirty="0">
                <a:ea typeface="나눔고딕"/>
              </a:rPr>
              <a:t>중국</a:t>
            </a:r>
            <a:r>
              <a:rPr lang="en-US" altLang="ko-KR" sz="1800" dirty="0">
                <a:ea typeface="나눔고딕"/>
              </a:rPr>
              <a:t>/…</a:t>
            </a:r>
          </a:p>
          <a:p>
            <a:r>
              <a:rPr lang="ko-KR" altLang="en-US" sz="2000" dirty="0">
                <a:ea typeface="나눔고딕"/>
              </a:rPr>
              <a:t>다양한 </a:t>
            </a:r>
            <a:r>
              <a:rPr lang="ko-KR" altLang="en-US" sz="2000" b="1" dirty="0">
                <a:ea typeface="나눔고딕"/>
              </a:rPr>
              <a:t>사업분야</a:t>
            </a:r>
            <a:endParaRPr lang="en-US" altLang="ko-KR" sz="2000" b="1" dirty="0">
              <a:ea typeface="나눔고딕"/>
            </a:endParaRPr>
          </a:p>
          <a:p>
            <a:pPr lvl="1"/>
            <a:r>
              <a:rPr lang="ko-KR" altLang="en-US" sz="1800" dirty="0" err="1">
                <a:ea typeface="나눔고딕"/>
              </a:rPr>
              <a:t>내비게이션</a:t>
            </a:r>
            <a:endParaRPr lang="en-US" altLang="ko-KR" sz="1800" dirty="0">
              <a:ea typeface="나눔고딕"/>
            </a:endParaRPr>
          </a:p>
          <a:p>
            <a:pPr lvl="2"/>
            <a:r>
              <a:rPr lang="ko-KR" altLang="en-US" sz="1600" dirty="0">
                <a:ea typeface="나눔고딕"/>
              </a:rPr>
              <a:t>현대 </a:t>
            </a:r>
            <a:r>
              <a:rPr lang="ko-KR" altLang="en-US" sz="1600" dirty="0" err="1">
                <a:ea typeface="나눔고딕"/>
              </a:rPr>
              <a:t>기아차</a:t>
            </a:r>
            <a:r>
              <a:rPr lang="ko-KR" altLang="en-US" sz="1600" dirty="0">
                <a:ea typeface="나눔고딕"/>
              </a:rPr>
              <a:t> 순정</a:t>
            </a:r>
            <a:r>
              <a:rPr lang="en-US" altLang="ko-KR" sz="1600" dirty="0">
                <a:ea typeface="나눔고딕"/>
              </a:rPr>
              <a:t>/</a:t>
            </a:r>
            <a:r>
              <a:rPr lang="ko-KR" altLang="en-US" sz="1600" dirty="0">
                <a:ea typeface="나눔고딕"/>
              </a:rPr>
              <a:t>국내 </a:t>
            </a:r>
            <a:r>
              <a:rPr lang="en-US" altLang="ko-KR" sz="1600" dirty="0">
                <a:ea typeface="나눔고딕"/>
              </a:rPr>
              <a:t>AM/</a:t>
            </a:r>
            <a:r>
              <a:rPr lang="ko-KR" altLang="en-US" sz="1600" dirty="0">
                <a:ea typeface="나눔고딕"/>
              </a:rPr>
              <a:t>해외 </a:t>
            </a:r>
            <a:r>
              <a:rPr lang="en-US" altLang="ko-KR" sz="1600" dirty="0">
                <a:ea typeface="나눔고딕"/>
              </a:rPr>
              <a:t>AM</a:t>
            </a:r>
          </a:p>
          <a:p>
            <a:pPr lvl="1"/>
            <a:r>
              <a:rPr lang="ko-KR" altLang="en-US" sz="1800" dirty="0" err="1">
                <a:ea typeface="나눔고딕"/>
              </a:rPr>
              <a:t>텔레메틱스</a:t>
            </a:r>
            <a:r>
              <a:rPr lang="ko-KR" altLang="en-US" sz="1800" dirty="0">
                <a:ea typeface="나눔고딕"/>
              </a:rPr>
              <a:t> 서비스</a:t>
            </a:r>
            <a:endParaRPr lang="en-US" altLang="ko-KR" sz="1800" dirty="0">
              <a:ea typeface="나눔고딕"/>
            </a:endParaRPr>
          </a:p>
          <a:p>
            <a:pPr lvl="1"/>
            <a:r>
              <a:rPr lang="ko-KR" altLang="en-US" sz="1800" dirty="0">
                <a:ea typeface="나눔고딕"/>
              </a:rPr>
              <a:t>위치기반 서비스</a:t>
            </a:r>
            <a:endParaRPr lang="en-US" altLang="ko-KR" sz="1800" dirty="0">
              <a:ea typeface="나눔고딕"/>
            </a:endParaRPr>
          </a:p>
          <a:p>
            <a:r>
              <a:rPr lang="ko-KR" altLang="en-US" sz="2000" dirty="0">
                <a:ea typeface="나눔고딕"/>
              </a:rPr>
              <a:t>다양한 </a:t>
            </a:r>
            <a:r>
              <a:rPr lang="ko-KR" altLang="en-US" sz="2000" b="1" dirty="0">
                <a:ea typeface="나눔고딕"/>
              </a:rPr>
              <a:t>제품</a:t>
            </a:r>
            <a:endParaRPr lang="en-US" altLang="ko-KR" sz="2000" b="1" dirty="0">
              <a:ea typeface="나눔고딕"/>
            </a:endParaRPr>
          </a:p>
          <a:p>
            <a:pPr lvl="1"/>
            <a:r>
              <a:rPr lang="ko-KR" altLang="en-US" sz="1800" dirty="0" err="1">
                <a:ea typeface="나눔고딕"/>
              </a:rPr>
              <a:t>네비게이션</a:t>
            </a:r>
            <a:r>
              <a:rPr lang="en-US" altLang="ko-KR" sz="1800" dirty="0">
                <a:ea typeface="나눔고딕"/>
              </a:rPr>
              <a:t>/</a:t>
            </a:r>
            <a:r>
              <a:rPr lang="ko-KR" altLang="en-US" sz="1800" dirty="0" err="1">
                <a:ea typeface="나눔고딕"/>
              </a:rPr>
              <a:t>모바일</a:t>
            </a:r>
            <a:r>
              <a:rPr lang="en-US" altLang="ko-KR" sz="1800" dirty="0">
                <a:ea typeface="나눔고딕"/>
              </a:rPr>
              <a:t>/</a:t>
            </a:r>
            <a:r>
              <a:rPr lang="ko-KR" altLang="en-US" sz="1800" dirty="0">
                <a:ea typeface="나눔고딕"/>
              </a:rPr>
              <a:t>블랙박스</a:t>
            </a:r>
            <a:r>
              <a:rPr lang="en-US" altLang="ko-KR" sz="1800" dirty="0">
                <a:ea typeface="나눔고딕"/>
              </a:rPr>
              <a:t>/…</a:t>
            </a:r>
            <a:endParaRPr lang="ko-KR" altLang="en-US" sz="1800" dirty="0">
              <a:ea typeface="나눔고딕"/>
            </a:endParaRPr>
          </a:p>
          <a:p>
            <a:r>
              <a:rPr lang="ko-KR" altLang="en-US" sz="2000" dirty="0">
                <a:ea typeface="나눔고딕"/>
              </a:rPr>
              <a:t>다양한 </a:t>
            </a:r>
            <a:r>
              <a:rPr lang="ko-KR" altLang="en-US" sz="2000" b="1" dirty="0">
                <a:ea typeface="나눔고딕"/>
              </a:rPr>
              <a:t>플랫폼</a:t>
            </a:r>
            <a:endParaRPr lang="en-US" altLang="ko-KR" sz="2000" b="1" dirty="0">
              <a:ea typeface="나눔고딕"/>
            </a:endParaRPr>
          </a:p>
          <a:p>
            <a:pPr lvl="1"/>
            <a:r>
              <a:rPr lang="en-US" altLang="ko-KR" sz="1800" dirty="0">
                <a:ea typeface="나눔고딕"/>
              </a:rPr>
              <a:t>H/W/OS/GPS/Devices</a:t>
            </a:r>
          </a:p>
          <a:p>
            <a:pPr lvl="1"/>
            <a:endParaRPr lang="en-US" altLang="ko-KR" sz="1800" dirty="0">
              <a:ea typeface="나눔고딕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A8CDF4D7-C028-4950-879D-1B8A3218D0A2}" type="slidenum">
              <a:rPr lang="en-US" altLang="ko-KR" smtClean="0"/>
              <a:pPr/>
              <a:t>1</a:t>
            </a:fld>
            <a:r>
              <a:rPr lang="en-US" altLang="ko-KR" dirty="0"/>
              <a:t> -</a:t>
            </a:r>
          </a:p>
        </p:txBody>
      </p:sp>
      <p:pic>
        <p:nvPicPr>
          <p:cNvPr id="2050" name="Picture 2" descr="http://www.hyundai-mnsoft.com/Cproduct/images/txt/txt_business_area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533" y="1515052"/>
            <a:ext cx="4153493" cy="409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753779" y="5678940"/>
            <a:ext cx="4953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b="0" i="1" dirty="0"/>
              <a:t>http://www.hyundai-mnsoft.com/Cproduct/company/business/?mode=area</a:t>
            </a:r>
            <a:endParaRPr lang="ko-KR" altLang="en-US" sz="1100" b="0" i="1" dirty="0"/>
          </a:p>
        </p:txBody>
      </p:sp>
    </p:spTree>
    <p:extLst>
      <p:ext uri="{BB962C8B-B14F-4D97-AF65-F5344CB8AC3E}">
        <p14:creationId xmlns:p14="http://schemas.microsoft.com/office/powerpoint/2010/main" val="1428695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컴포넌트 설계 및 구현 </a:t>
            </a:r>
            <a:r>
              <a:rPr lang="en-US" altLang="ko-KR" dirty="0"/>
              <a:t>- </a:t>
            </a:r>
            <a:r>
              <a:rPr lang="ko-KR" altLang="en-US"/>
              <a:t>내용</a:t>
            </a:r>
            <a:endParaRPr lang="ko-KR" altLang="en-US" dirty="0"/>
          </a:p>
        </p:txBody>
      </p:sp>
      <p:sp>
        <p:nvSpPr>
          <p:cNvPr id="399" name="슬라이드 번호 개체 틀 39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00" name="텍스트 개체 틀 39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설계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표준 컴포넌트를 통한 컴포넌트 확장성 확보</a:t>
            </a:r>
            <a:endParaRPr lang="en-US" altLang="ko-KR" dirty="0"/>
          </a:p>
          <a:p>
            <a:pPr lvl="1"/>
            <a:r>
              <a:rPr lang="ko-KR" altLang="en-US" dirty="0"/>
              <a:t>표준 인터페이스 정의</a:t>
            </a:r>
            <a:endParaRPr lang="en-US" altLang="ko-KR" dirty="0"/>
          </a:p>
          <a:p>
            <a:pPr lvl="2"/>
            <a:r>
              <a:rPr lang="ko-KR" altLang="en-US" dirty="0" err="1"/>
              <a:t>컴파일된</a:t>
            </a:r>
            <a:r>
              <a:rPr lang="ko-KR" altLang="en-US" dirty="0"/>
              <a:t> 실행코드 형태</a:t>
            </a:r>
            <a:endParaRPr lang="en-US" altLang="ko-KR" dirty="0"/>
          </a:p>
          <a:p>
            <a:pPr lvl="2"/>
            <a:r>
              <a:rPr lang="ko-KR" altLang="en-US" dirty="0"/>
              <a:t>동적</a:t>
            </a:r>
            <a:r>
              <a:rPr lang="en-US" altLang="ko-KR" dirty="0"/>
              <a:t>/</a:t>
            </a:r>
            <a:r>
              <a:rPr lang="ko-KR" altLang="en-US" dirty="0"/>
              <a:t>정적 링크 가능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8" name="내용 개체 틀 47"/>
          <p:cNvSpPr>
            <a:spLocks noGrp="1"/>
          </p:cNvSpPr>
          <p:nvPr>
            <p:ph sz="quarter" idx="15"/>
          </p:nvPr>
        </p:nvSpPr>
        <p:spPr>
          <a:xfrm>
            <a:off x="5103812" y="1296988"/>
            <a:ext cx="4548187" cy="4938712"/>
          </a:xfrm>
        </p:spPr>
        <p:txBody>
          <a:bodyPr/>
          <a:lstStyle/>
          <a:p>
            <a:r>
              <a:rPr lang="ko-KR" altLang="en-US" dirty="0"/>
              <a:t>공통성과 가변성 분리를 통한 변경용이성 확보</a:t>
            </a:r>
            <a:endParaRPr lang="en-US" altLang="ko-KR" dirty="0"/>
          </a:p>
          <a:p>
            <a:pPr lvl="1"/>
            <a:r>
              <a:rPr lang="ko-KR" altLang="en-US" dirty="0"/>
              <a:t>가변성의 분리</a:t>
            </a:r>
            <a:endParaRPr lang="en-US" altLang="ko-KR" dirty="0"/>
          </a:p>
          <a:p>
            <a:pPr lvl="2"/>
            <a:r>
              <a:rPr lang="en-US" altLang="ko-KR" dirty="0" err="1"/>
              <a:t>SoC</a:t>
            </a:r>
            <a:r>
              <a:rPr lang="en-US" altLang="ko-KR" dirty="0"/>
              <a:t>/</a:t>
            </a:r>
            <a:r>
              <a:rPr lang="ko-KR" altLang="en-US" dirty="0"/>
              <a:t>운영체제</a:t>
            </a:r>
            <a:endParaRPr lang="en-US" altLang="ko-KR" dirty="0"/>
          </a:p>
          <a:p>
            <a:pPr lvl="2"/>
            <a:r>
              <a:rPr lang="ko-KR" altLang="en-US" dirty="0"/>
              <a:t>디바이스</a:t>
            </a:r>
            <a:r>
              <a:rPr lang="en-US" altLang="ko-KR" dirty="0"/>
              <a:t>/</a:t>
            </a:r>
            <a:r>
              <a:rPr lang="ko-KR" altLang="en-US" dirty="0"/>
              <a:t>네트워크</a:t>
            </a:r>
            <a:endParaRPr lang="en-US" altLang="ko-KR" dirty="0"/>
          </a:p>
          <a:p>
            <a:pPr lvl="2"/>
            <a:r>
              <a:rPr lang="ko-KR" altLang="en-US" dirty="0"/>
              <a:t>데이터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47" name="그룹 46"/>
          <p:cNvGrpSpPr/>
          <p:nvPr/>
        </p:nvGrpSpPr>
        <p:grpSpPr>
          <a:xfrm>
            <a:off x="2366286" y="3565077"/>
            <a:ext cx="4095717" cy="2670623"/>
            <a:chOff x="668810" y="3337755"/>
            <a:chExt cx="4095717" cy="2670623"/>
          </a:xfrm>
        </p:grpSpPr>
        <p:sp>
          <p:nvSpPr>
            <p:cNvPr id="161" name="Rectangle 350"/>
            <p:cNvSpPr>
              <a:spLocks noChangeArrowheads="1"/>
            </p:cNvSpPr>
            <p:nvPr/>
          </p:nvSpPr>
          <p:spPr bwMode="auto">
            <a:xfrm>
              <a:off x="668810" y="3974042"/>
              <a:ext cx="158178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400" b="1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j-lt"/>
                </a:rPr>
                <a:t>Component Interface</a:t>
              </a:r>
              <a:endPara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endParaRPr>
            </a:p>
          </p:txBody>
        </p:sp>
        <p:sp>
          <p:nvSpPr>
            <p:cNvPr id="396" name="직사각형 395"/>
            <p:cNvSpPr/>
            <p:nvPr/>
          </p:nvSpPr>
          <p:spPr>
            <a:xfrm>
              <a:off x="1848830" y="3337755"/>
              <a:ext cx="2875577" cy="54152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Framework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1848830" y="4275978"/>
              <a:ext cx="1146039" cy="634943"/>
              <a:chOff x="4389702" y="3681846"/>
              <a:chExt cx="1146039" cy="634943"/>
            </a:xfrm>
          </p:grpSpPr>
          <p:sp>
            <p:nvSpPr>
              <p:cNvPr id="200" name="Rectangle 10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1" name="Rectangle 11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2" name="Rectangle 12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572147" cy="60528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3" name="Rectangle 13"/>
              <p:cNvSpPr>
                <a:spLocks noChangeArrowheads="1"/>
              </p:cNvSpPr>
              <p:nvPr/>
            </p:nvSpPr>
            <p:spPr bwMode="auto">
              <a:xfrm>
                <a:off x="4961850" y="3681846"/>
                <a:ext cx="10466" cy="605289"/>
              </a:xfrm>
              <a:prstGeom prst="rect">
                <a:avLst/>
              </a:prstGeom>
              <a:solidFill>
                <a:srgbClr val="FCF1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4" name="Rectangle 14"/>
              <p:cNvSpPr>
                <a:spLocks noChangeArrowheads="1"/>
              </p:cNvSpPr>
              <p:nvPr/>
            </p:nvSpPr>
            <p:spPr bwMode="auto">
              <a:xfrm>
                <a:off x="4972316" y="3681846"/>
                <a:ext cx="10466" cy="605289"/>
              </a:xfrm>
              <a:prstGeom prst="rect">
                <a:avLst/>
              </a:prstGeom>
              <a:solidFill>
                <a:srgbClr val="FBF1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5" name="Rectangle 15"/>
              <p:cNvSpPr>
                <a:spLocks noChangeArrowheads="1"/>
              </p:cNvSpPr>
              <p:nvPr/>
            </p:nvSpPr>
            <p:spPr bwMode="auto">
              <a:xfrm>
                <a:off x="4982782" y="3681846"/>
                <a:ext cx="20932" cy="605289"/>
              </a:xfrm>
              <a:prstGeom prst="rect">
                <a:avLst/>
              </a:prstGeom>
              <a:solidFill>
                <a:srgbClr val="FB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6" name="Rectangle 16"/>
              <p:cNvSpPr>
                <a:spLocks noChangeArrowheads="1"/>
              </p:cNvSpPr>
              <p:nvPr/>
            </p:nvSpPr>
            <p:spPr bwMode="auto">
              <a:xfrm>
                <a:off x="5003714" y="3681846"/>
                <a:ext cx="10466" cy="605289"/>
              </a:xfrm>
              <a:prstGeom prst="rect">
                <a:avLst/>
              </a:prstGeom>
              <a:solidFill>
                <a:srgbClr val="FAF0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7" name="Rectangle 17"/>
              <p:cNvSpPr>
                <a:spLocks noChangeArrowheads="1"/>
              </p:cNvSpPr>
              <p:nvPr/>
            </p:nvSpPr>
            <p:spPr bwMode="auto">
              <a:xfrm>
                <a:off x="5014180" y="3681846"/>
                <a:ext cx="20932" cy="605289"/>
              </a:xfrm>
              <a:prstGeom prst="rect">
                <a:avLst/>
              </a:prstGeom>
              <a:solidFill>
                <a:srgbClr val="FAE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8" name="Rectangle 18"/>
              <p:cNvSpPr>
                <a:spLocks noChangeArrowheads="1"/>
              </p:cNvSpPr>
              <p:nvPr/>
            </p:nvSpPr>
            <p:spPr bwMode="auto">
              <a:xfrm>
                <a:off x="5035112" y="3681846"/>
                <a:ext cx="8722" cy="605289"/>
              </a:xfrm>
              <a:prstGeom prst="rect">
                <a:avLst/>
              </a:prstGeom>
              <a:solidFill>
                <a:srgbClr val="F9EE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9" name="Rectangle 19"/>
              <p:cNvSpPr>
                <a:spLocks noChangeArrowheads="1"/>
              </p:cNvSpPr>
              <p:nvPr/>
            </p:nvSpPr>
            <p:spPr bwMode="auto">
              <a:xfrm>
                <a:off x="5043834" y="3681846"/>
                <a:ext cx="10466" cy="605289"/>
              </a:xfrm>
              <a:prstGeom prst="rect">
                <a:avLst/>
              </a:prstGeom>
              <a:solidFill>
                <a:srgbClr val="F9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0" name="Rectangle 20"/>
              <p:cNvSpPr>
                <a:spLocks noChangeArrowheads="1"/>
              </p:cNvSpPr>
              <p:nvPr/>
            </p:nvSpPr>
            <p:spPr bwMode="auto">
              <a:xfrm>
                <a:off x="5054300" y="3681846"/>
                <a:ext cx="10466" cy="605289"/>
              </a:xfrm>
              <a:prstGeom prst="rect">
                <a:avLst/>
              </a:prstGeom>
              <a:solidFill>
                <a:srgbClr val="F8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1" name="Rectangle 21"/>
              <p:cNvSpPr>
                <a:spLocks noChangeArrowheads="1"/>
              </p:cNvSpPr>
              <p:nvPr/>
            </p:nvSpPr>
            <p:spPr bwMode="auto">
              <a:xfrm>
                <a:off x="5064766" y="3681846"/>
                <a:ext cx="20932" cy="605289"/>
              </a:xfrm>
              <a:prstGeom prst="rect">
                <a:avLst/>
              </a:prstGeom>
              <a:solidFill>
                <a:srgbClr val="F8EC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2" name="Rectangle 22"/>
              <p:cNvSpPr>
                <a:spLocks noChangeArrowheads="1"/>
              </p:cNvSpPr>
              <p:nvPr/>
            </p:nvSpPr>
            <p:spPr bwMode="auto">
              <a:xfrm>
                <a:off x="5085699" y="3681846"/>
                <a:ext cx="10466" cy="605289"/>
              </a:xfrm>
              <a:prstGeom prst="rect">
                <a:avLst/>
              </a:prstGeom>
              <a:solidFill>
                <a:srgbClr val="F7EB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3" name="Rectangle 23"/>
              <p:cNvSpPr>
                <a:spLocks noChangeArrowheads="1"/>
              </p:cNvSpPr>
              <p:nvPr/>
            </p:nvSpPr>
            <p:spPr bwMode="auto">
              <a:xfrm>
                <a:off x="5096165" y="3681846"/>
                <a:ext cx="10466" cy="605289"/>
              </a:xfrm>
              <a:prstGeom prst="rect">
                <a:avLst/>
              </a:prstGeom>
              <a:solidFill>
                <a:srgbClr val="F7EB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4" name="Rectangle 24"/>
              <p:cNvSpPr>
                <a:spLocks noChangeArrowheads="1"/>
              </p:cNvSpPr>
              <p:nvPr/>
            </p:nvSpPr>
            <p:spPr bwMode="auto">
              <a:xfrm>
                <a:off x="5106631" y="3681846"/>
                <a:ext cx="8722" cy="605289"/>
              </a:xfrm>
              <a:prstGeom prst="rect">
                <a:avLst/>
              </a:prstGeom>
              <a:solidFill>
                <a:srgbClr val="F6EA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5" name="Rectangle 25"/>
              <p:cNvSpPr>
                <a:spLocks noChangeArrowheads="1"/>
              </p:cNvSpPr>
              <p:nvPr/>
            </p:nvSpPr>
            <p:spPr bwMode="auto">
              <a:xfrm>
                <a:off x="5115353" y="3681846"/>
                <a:ext cx="10466" cy="605289"/>
              </a:xfrm>
              <a:prstGeom prst="rect">
                <a:avLst/>
              </a:prstGeom>
              <a:solidFill>
                <a:srgbClr val="F6EA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6" name="Rectangle 26"/>
              <p:cNvSpPr>
                <a:spLocks noChangeArrowheads="1"/>
              </p:cNvSpPr>
              <p:nvPr/>
            </p:nvSpPr>
            <p:spPr bwMode="auto">
              <a:xfrm>
                <a:off x="5125819" y="3681846"/>
                <a:ext cx="10466" cy="605289"/>
              </a:xfrm>
              <a:prstGeom prst="rect">
                <a:avLst/>
              </a:prstGeom>
              <a:solidFill>
                <a:srgbClr val="F6E9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7" name="Rectangle 27"/>
              <p:cNvSpPr>
                <a:spLocks noChangeArrowheads="1"/>
              </p:cNvSpPr>
              <p:nvPr/>
            </p:nvSpPr>
            <p:spPr bwMode="auto">
              <a:xfrm>
                <a:off x="5136285" y="3681846"/>
                <a:ext cx="10466" cy="605289"/>
              </a:xfrm>
              <a:prstGeom prst="rect">
                <a:avLst/>
              </a:prstGeom>
              <a:solidFill>
                <a:srgbClr val="F6E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8" name="Rectangle 28"/>
              <p:cNvSpPr>
                <a:spLocks noChangeArrowheads="1"/>
              </p:cNvSpPr>
              <p:nvPr/>
            </p:nvSpPr>
            <p:spPr bwMode="auto">
              <a:xfrm>
                <a:off x="5146751" y="3681846"/>
                <a:ext cx="10466" cy="605289"/>
              </a:xfrm>
              <a:prstGeom prst="rect">
                <a:avLst/>
              </a:prstGeom>
              <a:solidFill>
                <a:srgbClr val="F5E8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9" name="Rectangle 29"/>
              <p:cNvSpPr>
                <a:spLocks noChangeArrowheads="1"/>
              </p:cNvSpPr>
              <p:nvPr/>
            </p:nvSpPr>
            <p:spPr bwMode="auto">
              <a:xfrm>
                <a:off x="5157217" y="3681846"/>
                <a:ext cx="10466" cy="605289"/>
              </a:xfrm>
              <a:prstGeom prst="rect">
                <a:avLst/>
              </a:prstGeom>
              <a:solidFill>
                <a:srgbClr val="F5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0" name="Rectangle 30"/>
              <p:cNvSpPr>
                <a:spLocks noChangeArrowheads="1"/>
              </p:cNvSpPr>
              <p:nvPr/>
            </p:nvSpPr>
            <p:spPr bwMode="auto">
              <a:xfrm>
                <a:off x="5167683" y="3681846"/>
                <a:ext cx="10466" cy="605289"/>
              </a:xfrm>
              <a:prstGeom prst="rect">
                <a:avLst/>
              </a:prstGeom>
              <a:solidFill>
                <a:srgbClr val="F5E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1" name="Rectangle 31"/>
              <p:cNvSpPr>
                <a:spLocks noChangeArrowheads="1"/>
              </p:cNvSpPr>
              <p:nvPr/>
            </p:nvSpPr>
            <p:spPr bwMode="auto">
              <a:xfrm>
                <a:off x="5178149" y="3681846"/>
                <a:ext cx="10466" cy="605289"/>
              </a:xfrm>
              <a:prstGeom prst="rect">
                <a:avLst/>
              </a:prstGeom>
              <a:solidFill>
                <a:srgbClr val="F4E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2" name="Rectangle 32"/>
              <p:cNvSpPr>
                <a:spLocks noChangeArrowheads="1"/>
              </p:cNvSpPr>
              <p:nvPr/>
            </p:nvSpPr>
            <p:spPr bwMode="auto">
              <a:xfrm>
                <a:off x="5188615" y="3681846"/>
                <a:ext cx="8722" cy="605289"/>
              </a:xfrm>
              <a:prstGeom prst="rect">
                <a:avLst/>
              </a:prstGeom>
              <a:solidFill>
                <a:srgbClr val="F4E7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3" name="Rectangle 33"/>
              <p:cNvSpPr>
                <a:spLocks noChangeArrowheads="1"/>
              </p:cNvSpPr>
              <p:nvPr/>
            </p:nvSpPr>
            <p:spPr bwMode="auto">
              <a:xfrm>
                <a:off x="5197337" y="3681846"/>
                <a:ext cx="10466" cy="605289"/>
              </a:xfrm>
              <a:prstGeom prst="rect">
                <a:avLst/>
              </a:prstGeom>
              <a:solidFill>
                <a:srgbClr val="F3E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4" name="Rectangle 34"/>
              <p:cNvSpPr>
                <a:spLocks noChangeArrowheads="1"/>
              </p:cNvSpPr>
              <p:nvPr/>
            </p:nvSpPr>
            <p:spPr bwMode="auto">
              <a:xfrm>
                <a:off x="5207803" y="3681846"/>
                <a:ext cx="10466" cy="605289"/>
              </a:xfrm>
              <a:prstGeom prst="rect">
                <a:avLst/>
              </a:prstGeom>
              <a:solidFill>
                <a:srgbClr val="F3E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5" name="Rectangle 35"/>
              <p:cNvSpPr>
                <a:spLocks noChangeArrowheads="1"/>
              </p:cNvSpPr>
              <p:nvPr/>
            </p:nvSpPr>
            <p:spPr bwMode="auto">
              <a:xfrm>
                <a:off x="5218269" y="3681846"/>
                <a:ext cx="20932" cy="605289"/>
              </a:xfrm>
              <a:prstGeom prst="rect">
                <a:avLst/>
              </a:prstGeom>
              <a:solidFill>
                <a:srgbClr val="F2E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6" name="Rectangle 36"/>
              <p:cNvSpPr>
                <a:spLocks noChangeArrowheads="1"/>
              </p:cNvSpPr>
              <p:nvPr/>
            </p:nvSpPr>
            <p:spPr bwMode="auto">
              <a:xfrm>
                <a:off x="5239201" y="3681846"/>
                <a:ext cx="10466" cy="605289"/>
              </a:xfrm>
              <a:prstGeom prst="rect">
                <a:avLst/>
              </a:prstGeom>
              <a:solidFill>
                <a:srgbClr val="F2E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7" name="Rectangle 37"/>
              <p:cNvSpPr>
                <a:spLocks noChangeArrowheads="1"/>
              </p:cNvSpPr>
              <p:nvPr/>
            </p:nvSpPr>
            <p:spPr bwMode="auto">
              <a:xfrm>
                <a:off x="5249668" y="3681846"/>
                <a:ext cx="10466" cy="605289"/>
              </a:xfrm>
              <a:prstGeom prst="rect">
                <a:avLst/>
              </a:prstGeom>
              <a:solidFill>
                <a:srgbClr val="F1E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8" name="Rectangle 38"/>
              <p:cNvSpPr>
                <a:spLocks noChangeArrowheads="1"/>
              </p:cNvSpPr>
              <p:nvPr/>
            </p:nvSpPr>
            <p:spPr bwMode="auto">
              <a:xfrm>
                <a:off x="5260134" y="3681846"/>
                <a:ext cx="10466" cy="605289"/>
              </a:xfrm>
              <a:prstGeom prst="rect">
                <a:avLst/>
              </a:prstGeom>
              <a:solidFill>
                <a:srgbClr val="F1E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9" name="Rectangle 39"/>
              <p:cNvSpPr>
                <a:spLocks noChangeArrowheads="1"/>
              </p:cNvSpPr>
              <p:nvPr/>
            </p:nvSpPr>
            <p:spPr bwMode="auto">
              <a:xfrm>
                <a:off x="5270600" y="3681846"/>
                <a:ext cx="8722" cy="605289"/>
              </a:xfrm>
              <a:prstGeom prst="rect">
                <a:avLst/>
              </a:prstGeom>
              <a:solidFill>
                <a:srgbClr val="F1E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0" name="Rectangle 40"/>
              <p:cNvSpPr>
                <a:spLocks noChangeArrowheads="1"/>
              </p:cNvSpPr>
              <p:nvPr/>
            </p:nvSpPr>
            <p:spPr bwMode="auto">
              <a:xfrm>
                <a:off x="5279322" y="3681846"/>
                <a:ext cx="10466" cy="605289"/>
              </a:xfrm>
              <a:prstGeom prst="rect">
                <a:avLst/>
              </a:prstGeom>
              <a:solidFill>
                <a:srgbClr val="F0E2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1" name="Rectangle 41"/>
              <p:cNvSpPr>
                <a:spLocks noChangeArrowheads="1"/>
              </p:cNvSpPr>
              <p:nvPr/>
            </p:nvSpPr>
            <p:spPr bwMode="auto">
              <a:xfrm>
                <a:off x="5289788" y="3681846"/>
                <a:ext cx="20932" cy="605289"/>
              </a:xfrm>
              <a:prstGeom prst="rect">
                <a:avLst/>
              </a:prstGeom>
              <a:solidFill>
                <a:srgbClr val="F0E1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2" name="Rectangle 42"/>
              <p:cNvSpPr>
                <a:spLocks noChangeArrowheads="1"/>
              </p:cNvSpPr>
              <p:nvPr/>
            </p:nvSpPr>
            <p:spPr bwMode="auto">
              <a:xfrm>
                <a:off x="5310720" y="3681846"/>
                <a:ext cx="10466" cy="605289"/>
              </a:xfrm>
              <a:prstGeom prst="rect">
                <a:avLst/>
              </a:prstGeom>
              <a:solidFill>
                <a:srgbClr val="EFE0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3" name="Rectangle 43"/>
              <p:cNvSpPr>
                <a:spLocks noChangeArrowheads="1"/>
              </p:cNvSpPr>
              <p:nvPr/>
            </p:nvSpPr>
            <p:spPr bwMode="auto">
              <a:xfrm>
                <a:off x="5321186" y="3681846"/>
                <a:ext cx="10466" cy="605289"/>
              </a:xfrm>
              <a:prstGeom prst="rect">
                <a:avLst/>
              </a:prstGeom>
              <a:solidFill>
                <a:srgbClr val="EFE0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4" name="Rectangle 44"/>
              <p:cNvSpPr>
                <a:spLocks noChangeArrowheads="1"/>
              </p:cNvSpPr>
              <p:nvPr/>
            </p:nvSpPr>
            <p:spPr bwMode="auto">
              <a:xfrm>
                <a:off x="5331652" y="3681846"/>
                <a:ext cx="20932" cy="605289"/>
              </a:xfrm>
              <a:prstGeom prst="rect">
                <a:avLst/>
              </a:prstGeom>
              <a:solidFill>
                <a:srgbClr val="EEDF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5" name="Rectangle 45"/>
              <p:cNvSpPr>
                <a:spLocks noChangeArrowheads="1"/>
              </p:cNvSpPr>
              <p:nvPr/>
            </p:nvSpPr>
            <p:spPr bwMode="auto">
              <a:xfrm>
                <a:off x="5352584" y="3681846"/>
                <a:ext cx="8722" cy="605289"/>
              </a:xfrm>
              <a:prstGeom prst="rect">
                <a:avLst/>
              </a:prstGeom>
              <a:solidFill>
                <a:srgbClr val="EEDF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6" name="Rectangle 46"/>
              <p:cNvSpPr>
                <a:spLocks noChangeArrowheads="1"/>
              </p:cNvSpPr>
              <p:nvPr/>
            </p:nvSpPr>
            <p:spPr bwMode="auto">
              <a:xfrm>
                <a:off x="5361306" y="3681846"/>
                <a:ext cx="20932" cy="605289"/>
              </a:xfrm>
              <a:prstGeom prst="rect">
                <a:avLst/>
              </a:pr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7" name="Rectangle 47"/>
              <p:cNvSpPr>
                <a:spLocks noChangeArrowheads="1"/>
              </p:cNvSpPr>
              <p:nvPr/>
            </p:nvSpPr>
            <p:spPr bwMode="auto">
              <a:xfrm>
                <a:off x="5382238" y="3681846"/>
                <a:ext cx="10466" cy="605289"/>
              </a:xfrm>
              <a:prstGeom prst="rect">
                <a:avLst/>
              </a:prstGeom>
              <a:solidFill>
                <a:srgbClr val="EDD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8" name="Rectangle 48"/>
              <p:cNvSpPr>
                <a:spLocks noChangeArrowheads="1"/>
              </p:cNvSpPr>
              <p:nvPr/>
            </p:nvSpPr>
            <p:spPr bwMode="auto">
              <a:xfrm>
                <a:off x="5392704" y="3681846"/>
                <a:ext cx="20932" cy="605289"/>
              </a:xfrm>
              <a:prstGeom prst="rect">
                <a:avLst/>
              </a:prstGeom>
              <a:solidFill>
                <a:srgbClr val="ECD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9" name="Rectangle 49"/>
              <p:cNvSpPr>
                <a:spLocks noChangeArrowheads="1"/>
              </p:cNvSpPr>
              <p:nvPr/>
            </p:nvSpPr>
            <p:spPr bwMode="auto">
              <a:xfrm>
                <a:off x="5413637" y="3681846"/>
                <a:ext cx="10466" cy="605289"/>
              </a:xfrm>
              <a:prstGeom prst="rect">
                <a:avLst/>
              </a:prstGeom>
              <a:solidFill>
                <a:srgbClr val="EC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0" name="Rectangle 50"/>
              <p:cNvSpPr>
                <a:spLocks noChangeArrowheads="1"/>
              </p:cNvSpPr>
              <p:nvPr/>
            </p:nvSpPr>
            <p:spPr bwMode="auto">
              <a:xfrm>
                <a:off x="5424103" y="3681846"/>
                <a:ext cx="10466" cy="605289"/>
              </a:xfrm>
              <a:prstGeom prst="rect">
                <a:avLst/>
              </a:prstGeom>
              <a:solidFill>
                <a:srgbClr val="EB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1" name="Rectangle 51"/>
              <p:cNvSpPr>
                <a:spLocks noChangeArrowheads="1"/>
              </p:cNvSpPr>
              <p:nvPr/>
            </p:nvSpPr>
            <p:spPr bwMode="auto">
              <a:xfrm>
                <a:off x="5434569" y="3681846"/>
                <a:ext cx="8722" cy="605289"/>
              </a:xfrm>
              <a:prstGeom prst="rect">
                <a:avLst/>
              </a:prstGeom>
              <a:solidFill>
                <a:srgbClr val="EBD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2" name="Rectangle 52"/>
              <p:cNvSpPr>
                <a:spLocks noChangeArrowheads="1"/>
              </p:cNvSpPr>
              <p:nvPr/>
            </p:nvSpPr>
            <p:spPr bwMode="auto">
              <a:xfrm>
                <a:off x="5443290" y="3681846"/>
                <a:ext cx="10466" cy="605289"/>
              </a:xfrm>
              <a:prstGeom prst="rect">
                <a:avLst/>
              </a:prstGeom>
              <a:solidFill>
                <a:srgbClr val="EBDA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3" name="Rectangle 53"/>
              <p:cNvSpPr>
                <a:spLocks noChangeArrowheads="1"/>
              </p:cNvSpPr>
              <p:nvPr/>
            </p:nvSpPr>
            <p:spPr bwMode="auto">
              <a:xfrm>
                <a:off x="5453757" y="3681846"/>
                <a:ext cx="10466" cy="605289"/>
              </a:xfrm>
              <a:prstGeom prst="rect">
                <a:avLst/>
              </a:prstGeom>
              <a:solidFill>
                <a:srgbClr val="EAD9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4" name="Rectangle 54"/>
              <p:cNvSpPr>
                <a:spLocks noChangeArrowheads="1"/>
              </p:cNvSpPr>
              <p:nvPr/>
            </p:nvSpPr>
            <p:spPr bwMode="auto">
              <a:xfrm>
                <a:off x="5464223" y="3681846"/>
                <a:ext cx="10466" cy="605289"/>
              </a:xfrm>
              <a:prstGeom prst="rect">
                <a:avLst/>
              </a:prstGeom>
              <a:solidFill>
                <a:srgbClr val="EAD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5" name="Rectangle 55"/>
              <p:cNvSpPr>
                <a:spLocks noChangeArrowheads="1"/>
              </p:cNvSpPr>
              <p:nvPr/>
            </p:nvSpPr>
            <p:spPr bwMode="auto">
              <a:xfrm>
                <a:off x="5474689" y="3681846"/>
                <a:ext cx="10466" cy="605289"/>
              </a:xfrm>
              <a:prstGeom prst="rect">
                <a:avLst/>
              </a:prstGeom>
              <a:solidFill>
                <a:srgbClr val="E9D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6" name="Rectangle 56"/>
              <p:cNvSpPr>
                <a:spLocks noChangeArrowheads="1"/>
              </p:cNvSpPr>
              <p:nvPr/>
            </p:nvSpPr>
            <p:spPr bwMode="auto">
              <a:xfrm>
                <a:off x="5485155" y="3681846"/>
                <a:ext cx="10466" cy="605289"/>
              </a:xfrm>
              <a:prstGeom prst="rect">
                <a:avLst/>
              </a:prstGeom>
              <a:solidFill>
                <a:srgbClr val="E9D8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7" name="Rectangle 57"/>
              <p:cNvSpPr>
                <a:spLocks noChangeArrowheads="1"/>
              </p:cNvSpPr>
              <p:nvPr/>
            </p:nvSpPr>
            <p:spPr bwMode="auto">
              <a:xfrm>
                <a:off x="5495621" y="3681846"/>
                <a:ext cx="10466" cy="605289"/>
              </a:xfrm>
              <a:prstGeom prst="rect">
                <a:avLst/>
              </a:prstGeom>
              <a:solidFill>
                <a:srgbClr val="E8D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8" name="Rectangle 58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9" name="Rectangle 59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0" name="Rectangle 60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1" name="Rectangle 61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2" name="Rectangle 62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3" name="Rectangle 63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4" name="Rectangle 64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5" name="Rectangle 65"/>
              <p:cNvSpPr>
                <a:spLocks noChangeArrowheads="1"/>
              </p:cNvSpPr>
              <p:nvPr/>
            </p:nvSpPr>
            <p:spPr bwMode="auto">
              <a:xfrm>
                <a:off x="4532739" y="3863258"/>
                <a:ext cx="875664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&lt;&lt;Commonality&gt;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56" name="Rectangle 66"/>
              <p:cNvSpPr>
                <a:spLocks noChangeArrowheads="1"/>
              </p:cNvSpPr>
              <p:nvPr/>
            </p:nvSpPr>
            <p:spPr bwMode="auto">
              <a:xfrm>
                <a:off x="4656588" y="4016761"/>
                <a:ext cx="641921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8" name="Oval 347"/>
            <p:cNvSpPr>
              <a:spLocks noChangeArrowheads="1"/>
            </p:cNvSpPr>
            <p:nvPr/>
          </p:nvSpPr>
          <p:spPr bwMode="auto">
            <a:xfrm>
              <a:off x="2373164" y="5078773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8" name="Freeform 367"/>
            <p:cNvSpPr>
              <a:spLocks/>
            </p:cNvSpPr>
            <p:nvPr/>
          </p:nvSpPr>
          <p:spPr bwMode="auto">
            <a:xfrm rot="16200000">
              <a:off x="2388863" y="4992894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885774" y="5353606"/>
              <a:ext cx="1146039" cy="634943"/>
              <a:chOff x="1808063" y="5004062"/>
              <a:chExt cx="1146039" cy="634943"/>
            </a:xfrm>
          </p:grpSpPr>
          <p:sp>
            <p:nvSpPr>
              <p:cNvPr id="365" name="Rectangle 175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66" name="Rectangle 176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67" name="Rectangle 177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573891" cy="603545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68" name="Rectangle 178"/>
              <p:cNvSpPr>
                <a:spLocks noChangeArrowheads="1"/>
              </p:cNvSpPr>
              <p:nvPr/>
            </p:nvSpPr>
            <p:spPr bwMode="auto">
              <a:xfrm>
                <a:off x="2381954" y="5004062"/>
                <a:ext cx="10466" cy="603545"/>
              </a:xfrm>
              <a:prstGeom prst="rect">
                <a:avLst/>
              </a:prstGeom>
              <a:solidFill>
                <a:srgbClr val="FF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69" name="Rectangle 179"/>
              <p:cNvSpPr>
                <a:spLocks noChangeArrowheads="1"/>
              </p:cNvSpPr>
              <p:nvPr/>
            </p:nvSpPr>
            <p:spPr bwMode="auto">
              <a:xfrm>
                <a:off x="2392421" y="5004062"/>
                <a:ext cx="8722" cy="603545"/>
              </a:xfrm>
              <a:prstGeom prst="rect">
                <a:avLst/>
              </a:prstGeom>
              <a:solidFill>
                <a:srgbClr val="FE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0" name="Rectangle 180"/>
              <p:cNvSpPr>
                <a:spLocks noChangeArrowheads="1"/>
              </p:cNvSpPr>
              <p:nvPr/>
            </p:nvSpPr>
            <p:spPr bwMode="auto">
              <a:xfrm>
                <a:off x="2401142" y="5004062"/>
                <a:ext cx="20932" cy="603545"/>
              </a:xfrm>
              <a:prstGeom prst="rect">
                <a:avLst/>
              </a:prstGeom>
              <a:solidFill>
                <a:srgbClr val="FEE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1" name="Rectangle 181"/>
              <p:cNvSpPr>
                <a:spLocks noChangeArrowheads="1"/>
              </p:cNvSpPr>
              <p:nvPr/>
            </p:nvSpPr>
            <p:spPr bwMode="auto">
              <a:xfrm>
                <a:off x="2422075" y="5004062"/>
                <a:ext cx="10466" cy="603545"/>
              </a:xfrm>
              <a:prstGeom prst="rect">
                <a:avLst/>
              </a:prstGeom>
              <a:solidFill>
                <a:srgbClr val="FD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2" name="Rectangle 182"/>
              <p:cNvSpPr>
                <a:spLocks noChangeArrowheads="1"/>
              </p:cNvSpPr>
              <p:nvPr/>
            </p:nvSpPr>
            <p:spPr bwMode="auto">
              <a:xfrm>
                <a:off x="2432541" y="5004062"/>
                <a:ext cx="20932" cy="603545"/>
              </a:xfrm>
              <a:prstGeom prst="rect">
                <a:avLst/>
              </a:prstGeom>
              <a:solidFill>
                <a:srgbClr val="FDD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3" name="Rectangle 183"/>
              <p:cNvSpPr>
                <a:spLocks noChangeArrowheads="1"/>
              </p:cNvSpPr>
              <p:nvPr/>
            </p:nvSpPr>
            <p:spPr bwMode="auto">
              <a:xfrm>
                <a:off x="2453473" y="5004062"/>
                <a:ext cx="10466" cy="603545"/>
              </a:xfrm>
              <a:prstGeom prst="rect">
                <a:avLst/>
              </a:prstGeom>
              <a:solidFill>
                <a:srgbClr val="FDDE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4" name="Rectangle 184"/>
              <p:cNvSpPr>
                <a:spLocks noChangeArrowheads="1"/>
              </p:cNvSpPr>
              <p:nvPr/>
            </p:nvSpPr>
            <p:spPr bwMode="auto">
              <a:xfrm>
                <a:off x="2463939" y="5004062"/>
                <a:ext cx="10466" cy="603545"/>
              </a:xfrm>
              <a:prstGeom prst="rect">
                <a:avLst/>
              </a:prstGeom>
              <a:solidFill>
                <a:srgbClr val="FCD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5" name="Rectangle 185"/>
              <p:cNvSpPr>
                <a:spLocks noChangeArrowheads="1"/>
              </p:cNvSpPr>
              <p:nvPr/>
            </p:nvSpPr>
            <p:spPr bwMode="auto">
              <a:xfrm>
                <a:off x="2474405" y="5004062"/>
                <a:ext cx="19188" cy="603545"/>
              </a:xfrm>
              <a:prstGeom prst="rect">
                <a:avLst/>
              </a:prstGeom>
              <a:solidFill>
                <a:srgbClr val="FCDC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6" name="Rectangle 186"/>
              <p:cNvSpPr>
                <a:spLocks noChangeArrowheads="1"/>
              </p:cNvSpPr>
              <p:nvPr/>
            </p:nvSpPr>
            <p:spPr bwMode="auto">
              <a:xfrm>
                <a:off x="2493593" y="5004062"/>
                <a:ext cx="10466" cy="603545"/>
              </a:xfrm>
              <a:prstGeom prst="rect">
                <a:avLst/>
              </a:prstGeom>
              <a:solidFill>
                <a:srgbClr val="FBDB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7" name="Rectangle 187"/>
              <p:cNvSpPr>
                <a:spLocks noChangeArrowheads="1"/>
              </p:cNvSpPr>
              <p:nvPr/>
            </p:nvSpPr>
            <p:spPr bwMode="auto">
              <a:xfrm>
                <a:off x="2504059" y="5004062"/>
                <a:ext cx="10466" cy="603545"/>
              </a:xfrm>
              <a:prstGeom prst="rect">
                <a:avLst/>
              </a:prstGeom>
              <a:solidFill>
                <a:srgbClr val="FBDA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8" name="Rectangle 188"/>
              <p:cNvSpPr>
                <a:spLocks noChangeArrowheads="1"/>
              </p:cNvSpPr>
              <p:nvPr/>
            </p:nvSpPr>
            <p:spPr bwMode="auto">
              <a:xfrm>
                <a:off x="2514525" y="5004062"/>
                <a:ext cx="10466" cy="603545"/>
              </a:xfrm>
              <a:prstGeom prst="rect">
                <a:avLst/>
              </a:prstGeom>
              <a:solidFill>
                <a:srgbClr val="FBD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9" name="Rectangle 189"/>
              <p:cNvSpPr>
                <a:spLocks noChangeArrowheads="1"/>
              </p:cNvSpPr>
              <p:nvPr/>
            </p:nvSpPr>
            <p:spPr bwMode="auto">
              <a:xfrm>
                <a:off x="2524991" y="5004062"/>
                <a:ext cx="10466" cy="603545"/>
              </a:xfrm>
              <a:prstGeom prst="rect">
                <a:avLst/>
              </a:prstGeom>
              <a:solidFill>
                <a:srgbClr val="FA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0" name="Rectangle 190"/>
              <p:cNvSpPr>
                <a:spLocks noChangeArrowheads="1"/>
              </p:cNvSpPr>
              <p:nvPr/>
            </p:nvSpPr>
            <p:spPr bwMode="auto">
              <a:xfrm>
                <a:off x="2535457" y="5004062"/>
                <a:ext cx="10466" cy="603545"/>
              </a:xfrm>
              <a:prstGeom prst="rect">
                <a:avLst/>
              </a:prstGeom>
              <a:solidFill>
                <a:srgbClr val="FAD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1" name="Rectangle 191"/>
              <p:cNvSpPr>
                <a:spLocks noChangeArrowheads="1"/>
              </p:cNvSpPr>
              <p:nvPr/>
            </p:nvSpPr>
            <p:spPr bwMode="auto">
              <a:xfrm>
                <a:off x="2545923" y="5004062"/>
                <a:ext cx="8722" cy="603545"/>
              </a:xfrm>
              <a:prstGeom prst="rect">
                <a:avLst/>
              </a:prstGeom>
              <a:solidFill>
                <a:srgbClr val="FAD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2" name="Rectangle 192"/>
              <p:cNvSpPr>
                <a:spLocks noChangeArrowheads="1"/>
              </p:cNvSpPr>
              <p:nvPr/>
            </p:nvSpPr>
            <p:spPr bwMode="auto">
              <a:xfrm>
                <a:off x="2554645" y="5004062"/>
                <a:ext cx="10466" cy="603545"/>
              </a:xfrm>
              <a:prstGeom prst="rect">
                <a:avLst/>
              </a:prstGeom>
              <a:solidFill>
                <a:srgbClr val="FAD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3" name="Rectangle 193"/>
              <p:cNvSpPr>
                <a:spLocks noChangeArrowheads="1"/>
              </p:cNvSpPr>
              <p:nvPr/>
            </p:nvSpPr>
            <p:spPr bwMode="auto">
              <a:xfrm>
                <a:off x="2565111" y="5004062"/>
                <a:ext cx="10466" cy="603545"/>
              </a:xfrm>
              <a:prstGeom prst="rect">
                <a:avLst/>
              </a:prstGeom>
              <a:solidFill>
                <a:srgbClr val="F9D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4" name="Rectangle 194"/>
              <p:cNvSpPr>
                <a:spLocks noChangeArrowheads="1"/>
              </p:cNvSpPr>
              <p:nvPr/>
            </p:nvSpPr>
            <p:spPr bwMode="auto">
              <a:xfrm>
                <a:off x="2575577" y="5004062"/>
                <a:ext cx="10466" cy="603545"/>
              </a:xfrm>
              <a:prstGeom prst="rect">
                <a:avLst/>
              </a:prstGeom>
              <a:solidFill>
                <a:srgbClr val="F9D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5" name="Rectangle 195"/>
              <p:cNvSpPr>
                <a:spLocks noChangeArrowheads="1"/>
              </p:cNvSpPr>
              <p:nvPr/>
            </p:nvSpPr>
            <p:spPr bwMode="auto">
              <a:xfrm>
                <a:off x="2586044" y="5004062"/>
                <a:ext cx="10466" cy="603545"/>
              </a:xfrm>
              <a:prstGeom prst="rect">
                <a:avLst/>
              </a:prstGeom>
              <a:solidFill>
                <a:srgbClr val="F9D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6" name="Rectangle 196"/>
              <p:cNvSpPr>
                <a:spLocks noChangeArrowheads="1"/>
              </p:cNvSpPr>
              <p:nvPr/>
            </p:nvSpPr>
            <p:spPr bwMode="auto">
              <a:xfrm>
                <a:off x="2596510" y="5004062"/>
                <a:ext cx="20932" cy="603545"/>
              </a:xfrm>
              <a:prstGeom prst="rect">
                <a:avLst/>
              </a:prstGeom>
              <a:solidFill>
                <a:srgbClr val="F9D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7" name="Rectangle 197"/>
              <p:cNvSpPr>
                <a:spLocks noChangeArrowheads="1"/>
              </p:cNvSpPr>
              <p:nvPr/>
            </p:nvSpPr>
            <p:spPr bwMode="auto">
              <a:xfrm>
                <a:off x="2617442" y="5004062"/>
                <a:ext cx="10466" cy="603545"/>
              </a:xfrm>
              <a:prstGeom prst="rect">
                <a:avLst/>
              </a:prstGeom>
              <a:solidFill>
                <a:srgbClr val="F8D2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8" name="Rectangle 198"/>
              <p:cNvSpPr>
                <a:spLocks noChangeArrowheads="1"/>
              </p:cNvSpPr>
              <p:nvPr/>
            </p:nvSpPr>
            <p:spPr bwMode="auto">
              <a:xfrm>
                <a:off x="2627908" y="5004062"/>
                <a:ext cx="19188" cy="603545"/>
              </a:xfrm>
              <a:prstGeom prst="rect">
                <a:avLst/>
              </a:prstGeom>
              <a:solidFill>
                <a:srgbClr val="F8D1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9" name="Rectangle 199"/>
              <p:cNvSpPr>
                <a:spLocks noChangeArrowheads="1"/>
              </p:cNvSpPr>
              <p:nvPr/>
            </p:nvSpPr>
            <p:spPr bwMode="auto">
              <a:xfrm>
                <a:off x="2647096" y="5004062"/>
                <a:ext cx="10466" cy="603545"/>
              </a:xfrm>
              <a:prstGeom prst="rect">
                <a:avLst/>
              </a:prstGeom>
              <a:solidFill>
                <a:srgbClr val="F8D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0" name="Rectangle 200"/>
              <p:cNvSpPr>
                <a:spLocks noChangeArrowheads="1"/>
              </p:cNvSpPr>
              <p:nvPr/>
            </p:nvSpPr>
            <p:spPr bwMode="auto">
              <a:xfrm>
                <a:off x="2657562" y="5004062"/>
                <a:ext cx="10466" cy="603545"/>
              </a:xfrm>
              <a:prstGeom prst="rect">
                <a:avLst/>
              </a:prstGeom>
              <a:solidFill>
                <a:srgbClr val="F8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1" name="Rectangle 201"/>
              <p:cNvSpPr>
                <a:spLocks noChangeArrowheads="1"/>
              </p:cNvSpPr>
              <p:nvPr/>
            </p:nvSpPr>
            <p:spPr bwMode="auto">
              <a:xfrm>
                <a:off x="2668028" y="5004062"/>
                <a:ext cx="20932" cy="603545"/>
              </a:xfrm>
              <a:prstGeom prst="rect">
                <a:avLst/>
              </a:prstGeom>
              <a:solidFill>
                <a:srgbClr val="F7C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2" name="Rectangle 202"/>
              <p:cNvSpPr>
                <a:spLocks noChangeArrowheads="1"/>
              </p:cNvSpPr>
              <p:nvPr/>
            </p:nvSpPr>
            <p:spPr bwMode="auto">
              <a:xfrm>
                <a:off x="2688960" y="5004062"/>
                <a:ext cx="10466" cy="603545"/>
              </a:xfrm>
              <a:prstGeom prst="rect">
                <a:avLst/>
              </a:prstGeom>
              <a:solidFill>
                <a:srgbClr val="F7C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3" name="Rectangle 203"/>
              <p:cNvSpPr>
                <a:spLocks noChangeArrowheads="1"/>
              </p:cNvSpPr>
              <p:nvPr/>
            </p:nvSpPr>
            <p:spPr bwMode="auto">
              <a:xfrm>
                <a:off x="2699426" y="5004062"/>
                <a:ext cx="10466" cy="603545"/>
              </a:xfrm>
              <a:prstGeom prst="rect">
                <a:avLst/>
              </a:prstGeom>
              <a:solidFill>
                <a:srgbClr val="F6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4" name="Rectangle 204"/>
              <p:cNvSpPr>
                <a:spLocks noChangeArrowheads="1"/>
              </p:cNvSpPr>
              <p:nvPr/>
            </p:nvSpPr>
            <p:spPr bwMode="auto">
              <a:xfrm>
                <a:off x="2709892" y="5004062"/>
                <a:ext cx="19188" cy="603545"/>
              </a:xfrm>
              <a:prstGeom prst="rect">
                <a:avLst/>
              </a:prstGeom>
              <a:solidFill>
                <a:srgbClr val="F6C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7" name="Rectangle 206"/>
              <p:cNvSpPr>
                <a:spLocks noChangeArrowheads="1"/>
              </p:cNvSpPr>
              <p:nvPr/>
            </p:nvSpPr>
            <p:spPr bwMode="auto">
              <a:xfrm>
                <a:off x="2729080" y="5004062"/>
                <a:ext cx="10466" cy="603545"/>
              </a:xfrm>
              <a:prstGeom prst="rect">
                <a:avLst/>
              </a:prstGeom>
              <a:solidFill>
                <a:srgbClr val="F6CA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8" name="Rectangle 207"/>
              <p:cNvSpPr>
                <a:spLocks noChangeArrowheads="1"/>
              </p:cNvSpPr>
              <p:nvPr/>
            </p:nvSpPr>
            <p:spPr bwMode="auto">
              <a:xfrm>
                <a:off x="2739546" y="5004062"/>
                <a:ext cx="10466" cy="603545"/>
              </a:xfrm>
              <a:prstGeom prst="rect">
                <a:avLst/>
              </a:prstGeom>
              <a:solidFill>
                <a:srgbClr val="F5C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9" name="Rectangle 208"/>
              <p:cNvSpPr>
                <a:spLocks noChangeArrowheads="1"/>
              </p:cNvSpPr>
              <p:nvPr/>
            </p:nvSpPr>
            <p:spPr bwMode="auto">
              <a:xfrm>
                <a:off x="2750013" y="5004062"/>
                <a:ext cx="20932" cy="603545"/>
              </a:xfrm>
              <a:prstGeom prst="rect">
                <a:avLst/>
              </a:prstGeom>
              <a:solidFill>
                <a:srgbClr val="F5C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0" name="Rectangle 209"/>
              <p:cNvSpPr>
                <a:spLocks noChangeArrowheads="1"/>
              </p:cNvSpPr>
              <p:nvPr/>
            </p:nvSpPr>
            <p:spPr bwMode="auto">
              <a:xfrm>
                <a:off x="2770945" y="5004062"/>
                <a:ext cx="10466" cy="603545"/>
              </a:xfrm>
              <a:prstGeom prst="rect">
                <a:avLst/>
              </a:prstGeom>
              <a:solidFill>
                <a:srgbClr val="F4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1" name="Rectangle 210"/>
              <p:cNvSpPr>
                <a:spLocks noChangeArrowheads="1"/>
              </p:cNvSpPr>
              <p:nvPr/>
            </p:nvSpPr>
            <p:spPr bwMode="auto">
              <a:xfrm>
                <a:off x="2781411" y="5004062"/>
                <a:ext cx="10466" cy="603545"/>
              </a:xfrm>
              <a:prstGeom prst="rect">
                <a:avLst/>
              </a:prstGeom>
              <a:solidFill>
                <a:srgbClr val="F4C6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2" name="Rectangle 211"/>
              <p:cNvSpPr>
                <a:spLocks noChangeArrowheads="1"/>
              </p:cNvSpPr>
              <p:nvPr/>
            </p:nvSpPr>
            <p:spPr bwMode="auto">
              <a:xfrm>
                <a:off x="2791877" y="5004062"/>
                <a:ext cx="8722" cy="603545"/>
              </a:xfrm>
              <a:prstGeom prst="rect">
                <a:avLst/>
              </a:prstGeom>
              <a:solidFill>
                <a:srgbClr val="F4C6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3" name="Rectangle 212"/>
              <p:cNvSpPr>
                <a:spLocks noChangeArrowheads="1"/>
              </p:cNvSpPr>
              <p:nvPr/>
            </p:nvSpPr>
            <p:spPr bwMode="auto">
              <a:xfrm>
                <a:off x="2800599" y="5004062"/>
                <a:ext cx="10466" cy="603545"/>
              </a:xfrm>
              <a:prstGeom prst="rect">
                <a:avLst/>
              </a:prstGeom>
              <a:solidFill>
                <a:srgbClr val="F4C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4" name="Rectangle 213"/>
              <p:cNvSpPr>
                <a:spLocks noChangeArrowheads="1"/>
              </p:cNvSpPr>
              <p:nvPr/>
            </p:nvSpPr>
            <p:spPr bwMode="auto">
              <a:xfrm>
                <a:off x="2811065" y="5004062"/>
                <a:ext cx="10466" cy="603545"/>
              </a:xfrm>
              <a:prstGeom prst="rect">
                <a:avLst/>
              </a:prstGeom>
              <a:solidFill>
                <a:srgbClr val="F3C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5" name="Rectangle 214"/>
              <p:cNvSpPr>
                <a:spLocks noChangeArrowheads="1"/>
              </p:cNvSpPr>
              <p:nvPr/>
            </p:nvSpPr>
            <p:spPr bwMode="auto">
              <a:xfrm>
                <a:off x="2821531" y="5004062"/>
                <a:ext cx="10466" cy="603545"/>
              </a:xfrm>
              <a:prstGeom prst="rect">
                <a:avLst/>
              </a:prstGeom>
              <a:solidFill>
                <a:srgbClr val="F3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6" name="Rectangle 215"/>
              <p:cNvSpPr>
                <a:spLocks noChangeArrowheads="1"/>
              </p:cNvSpPr>
              <p:nvPr/>
            </p:nvSpPr>
            <p:spPr bwMode="auto">
              <a:xfrm>
                <a:off x="2831997" y="5004062"/>
                <a:ext cx="10466" cy="603545"/>
              </a:xfrm>
              <a:prstGeom prst="rect">
                <a:avLst/>
              </a:prstGeom>
              <a:solidFill>
                <a:srgbClr val="F3C3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7" name="Rectangle 216"/>
              <p:cNvSpPr>
                <a:spLocks noChangeArrowheads="1"/>
              </p:cNvSpPr>
              <p:nvPr/>
            </p:nvSpPr>
            <p:spPr bwMode="auto">
              <a:xfrm>
                <a:off x="2842463" y="5004062"/>
                <a:ext cx="10466" cy="603545"/>
              </a:xfrm>
              <a:prstGeom prst="rect">
                <a:avLst/>
              </a:prstGeom>
              <a:solidFill>
                <a:srgbClr val="F2C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8" name="Rectangle 217"/>
              <p:cNvSpPr>
                <a:spLocks noChangeArrowheads="1"/>
              </p:cNvSpPr>
              <p:nvPr/>
            </p:nvSpPr>
            <p:spPr bwMode="auto">
              <a:xfrm>
                <a:off x="2852929" y="5004062"/>
                <a:ext cx="10466" cy="603545"/>
              </a:xfrm>
              <a:prstGeom prst="rect">
                <a:avLst/>
              </a:prstGeom>
              <a:solidFill>
                <a:srgbClr val="F2C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29" name="Rectangle 218"/>
              <p:cNvSpPr>
                <a:spLocks noChangeArrowheads="1"/>
              </p:cNvSpPr>
              <p:nvPr/>
            </p:nvSpPr>
            <p:spPr bwMode="auto">
              <a:xfrm>
                <a:off x="2863395" y="5004062"/>
                <a:ext cx="10466" cy="603545"/>
              </a:xfrm>
              <a:prstGeom prst="rect">
                <a:avLst/>
              </a:prstGeom>
              <a:solidFill>
                <a:srgbClr val="F2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0" name="Rectangle 219"/>
              <p:cNvSpPr>
                <a:spLocks noChangeArrowheads="1"/>
              </p:cNvSpPr>
              <p:nvPr/>
            </p:nvSpPr>
            <p:spPr bwMode="auto">
              <a:xfrm>
                <a:off x="2873862" y="5004062"/>
                <a:ext cx="8722" cy="603545"/>
              </a:xfrm>
              <a:prstGeom prst="rect">
                <a:avLst/>
              </a:prstGeom>
              <a:solidFill>
                <a:srgbClr val="F1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1" name="Rectangle 220"/>
              <p:cNvSpPr>
                <a:spLocks noChangeArrowheads="1"/>
              </p:cNvSpPr>
              <p:nvPr/>
            </p:nvSpPr>
            <p:spPr bwMode="auto">
              <a:xfrm>
                <a:off x="2882583" y="5004062"/>
                <a:ext cx="10466" cy="603545"/>
              </a:xfrm>
              <a:prstGeom prst="rect">
                <a:avLst/>
              </a:prstGeom>
              <a:solidFill>
                <a:srgbClr val="F1BF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2" name="Rectangle 221"/>
              <p:cNvSpPr>
                <a:spLocks noChangeArrowheads="1"/>
              </p:cNvSpPr>
              <p:nvPr/>
            </p:nvSpPr>
            <p:spPr bwMode="auto">
              <a:xfrm>
                <a:off x="2893049" y="5004062"/>
                <a:ext cx="10466" cy="603545"/>
              </a:xfrm>
              <a:prstGeom prst="rect">
                <a:avLst/>
              </a:prstGeom>
              <a:solidFill>
                <a:srgbClr val="F1BE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3" name="Rectangle 222"/>
              <p:cNvSpPr>
                <a:spLocks noChangeArrowheads="1"/>
              </p:cNvSpPr>
              <p:nvPr/>
            </p:nvSpPr>
            <p:spPr bwMode="auto">
              <a:xfrm>
                <a:off x="2903516" y="5004062"/>
                <a:ext cx="10466" cy="603545"/>
              </a:xfrm>
              <a:prstGeom prst="rect">
                <a:avLst/>
              </a:prstGeom>
              <a:solidFill>
                <a:srgbClr val="F1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4" name="Rectangle 223"/>
              <p:cNvSpPr>
                <a:spLocks noChangeArrowheads="1"/>
              </p:cNvSpPr>
              <p:nvPr/>
            </p:nvSpPr>
            <p:spPr bwMode="auto">
              <a:xfrm>
                <a:off x="2913982" y="5004062"/>
                <a:ext cx="10466" cy="603545"/>
              </a:xfrm>
              <a:prstGeom prst="rect">
                <a:avLst/>
              </a:prstGeom>
              <a:solidFill>
                <a:srgbClr val="F0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5" name="Rectangle 224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6" name="Rectangle 225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7" name="Rectangle 226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8" name="Rectangle 227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39" name="Rectangle 228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0" name="Rectangle 229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1" name="Rectangle 230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" name="Rectangle 231"/>
              <p:cNvSpPr>
                <a:spLocks noChangeArrowheads="1"/>
              </p:cNvSpPr>
              <p:nvPr/>
            </p:nvSpPr>
            <p:spPr bwMode="auto">
              <a:xfrm>
                <a:off x="2102858" y="5293624"/>
                <a:ext cx="596568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97" name="Rectangle 65"/>
              <p:cNvSpPr>
                <a:spLocks noChangeArrowheads="1"/>
              </p:cNvSpPr>
              <p:nvPr/>
            </p:nvSpPr>
            <p:spPr bwMode="auto">
              <a:xfrm>
                <a:off x="1941159" y="5133115"/>
                <a:ext cx="702115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&lt;&lt;Variability&gt;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9" name="직선 연결선 8"/>
            <p:cNvCxnSpPr>
              <a:stCxn id="158" idx="4"/>
              <a:endCxn id="35" idx="0"/>
            </p:cNvCxnSpPr>
            <p:nvPr/>
          </p:nvCxnSpPr>
          <p:spPr>
            <a:xfrm>
              <a:off x="2440322" y="5211343"/>
              <a:ext cx="3645" cy="142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직선 연결선 403"/>
            <p:cNvCxnSpPr>
              <a:stCxn id="201" idx="2"/>
              <a:endCxn id="158" idx="0"/>
            </p:cNvCxnSpPr>
            <p:nvPr/>
          </p:nvCxnSpPr>
          <p:spPr>
            <a:xfrm>
              <a:off x="2436677" y="4910921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" name="Oval 347"/>
            <p:cNvSpPr>
              <a:spLocks noChangeArrowheads="1"/>
            </p:cNvSpPr>
            <p:nvPr/>
          </p:nvSpPr>
          <p:spPr bwMode="auto">
            <a:xfrm>
              <a:off x="2368647" y="4021545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1" name="Freeform 367"/>
            <p:cNvSpPr>
              <a:spLocks/>
            </p:cNvSpPr>
            <p:nvPr/>
          </p:nvSpPr>
          <p:spPr bwMode="auto">
            <a:xfrm rot="16200000">
              <a:off x="2384346" y="3935666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413" name="직선 연결선 412"/>
            <p:cNvCxnSpPr>
              <a:stCxn id="410" idx="4"/>
              <a:endCxn id="200" idx="0"/>
            </p:cNvCxnSpPr>
            <p:nvPr/>
          </p:nvCxnSpPr>
          <p:spPr>
            <a:xfrm>
              <a:off x="2435805" y="4154115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직선 연결선 413"/>
            <p:cNvCxnSpPr>
              <a:endCxn id="410" idx="0"/>
            </p:cNvCxnSpPr>
            <p:nvPr/>
          </p:nvCxnSpPr>
          <p:spPr>
            <a:xfrm>
              <a:off x="2432160" y="3853693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" name="그룹 414"/>
            <p:cNvGrpSpPr/>
            <p:nvPr/>
          </p:nvGrpSpPr>
          <p:grpSpPr>
            <a:xfrm>
              <a:off x="3581544" y="4295807"/>
              <a:ext cx="1146039" cy="634943"/>
              <a:chOff x="4389702" y="3681846"/>
              <a:chExt cx="1146039" cy="634943"/>
            </a:xfrm>
          </p:grpSpPr>
          <p:sp>
            <p:nvSpPr>
              <p:cNvPr id="417" name="Rectangle 10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18" name="Rectangle 11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19" name="Rectangle 12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572147" cy="60528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0" name="Rectangle 13"/>
              <p:cNvSpPr>
                <a:spLocks noChangeArrowheads="1"/>
              </p:cNvSpPr>
              <p:nvPr/>
            </p:nvSpPr>
            <p:spPr bwMode="auto">
              <a:xfrm>
                <a:off x="4961850" y="3681846"/>
                <a:ext cx="10466" cy="605289"/>
              </a:xfrm>
              <a:prstGeom prst="rect">
                <a:avLst/>
              </a:prstGeom>
              <a:solidFill>
                <a:srgbClr val="FCF1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1" name="Rectangle 14"/>
              <p:cNvSpPr>
                <a:spLocks noChangeArrowheads="1"/>
              </p:cNvSpPr>
              <p:nvPr/>
            </p:nvSpPr>
            <p:spPr bwMode="auto">
              <a:xfrm>
                <a:off x="4972316" y="3681846"/>
                <a:ext cx="10466" cy="605289"/>
              </a:xfrm>
              <a:prstGeom prst="rect">
                <a:avLst/>
              </a:prstGeom>
              <a:solidFill>
                <a:srgbClr val="FBF1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2" name="Rectangle 15"/>
              <p:cNvSpPr>
                <a:spLocks noChangeArrowheads="1"/>
              </p:cNvSpPr>
              <p:nvPr/>
            </p:nvSpPr>
            <p:spPr bwMode="auto">
              <a:xfrm>
                <a:off x="4982782" y="3681846"/>
                <a:ext cx="20932" cy="605289"/>
              </a:xfrm>
              <a:prstGeom prst="rect">
                <a:avLst/>
              </a:prstGeom>
              <a:solidFill>
                <a:srgbClr val="FB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3" name="Rectangle 16"/>
              <p:cNvSpPr>
                <a:spLocks noChangeArrowheads="1"/>
              </p:cNvSpPr>
              <p:nvPr/>
            </p:nvSpPr>
            <p:spPr bwMode="auto">
              <a:xfrm>
                <a:off x="5003714" y="3681846"/>
                <a:ext cx="10466" cy="605289"/>
              </a:xfrm>
              <a:prstGeom prst="rect">
                <a:avLst/>
              </a:prstGeom>
              <a:solidFill>
                <a:srgbClr val="FAF0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4" name="Rectangle 17"/>
              <p:cNvSpPr>
                <a:spLocks noChangeArrowheads="1"/>
              </p:cNvSpPr>
              <p:nvPr/>
            </p:nvSpPr>
            <p:spPr bwMode="auto">
              <a:xfrm>
                <a:off x="5014180" y="3681846"/>
                <a:ext cx="20932" cy="605289"/>
              </a:xfrm>
              <a:prstGeom prst="rect">
                <a:avLst/>
              </a:prstGeom>
              <a:solidFill>
                <a:srgbClr val="FAE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5" name="Rectangle 18"/>
              <p:cNvSpPr>
                <a:spLocks noChangeArrowheads="1"/>
              </p:cNvSpPr>
              <p:nvPr/>
            </p:nvSpPr>
            <p:spPr bwMode="auto">
              <a:xfrm>
                <a:off x="5035112" y="3681846"/>
                <a:ext cx="8722" cy="605289"/>
              </a:xfrm>
              <a:prstGeom prst="rect">
                <a:avLst/>
              </a:prstGeom>
              <a:solidFill>
                <a:srgbClr val="F9EE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6" name="Rectangle 19"/>
              <p:cNvSpPr>
                <a:spLocks noChangeArrowheads="1"/>
              </p:cNvSpPr>
              <p:nvPr/>
            </p:nvSpPr>
            <p:spPr bwMode="auto">
              <a:xfrm>
                <a:off x="5043834" y="3681846"/>
                <a:ext cx="10466" cy="605289"/>
              </a:xfrm>
              <a:prstGeom prst="rect">
                <a:avLst/>
              </a:prstGeom>
              <a:solidFill>
                <a:srgbClr val="F9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7" name="Rectangle 20"/>
              <p:cNvSpPr>
                <a:spLocks noChangeArrowheads="1"/>
              </p:cNvSpPr>
              <p:nvPr/>
            </p:nvSpPr>
            <p:spPr bwMode="auto">
              <a:xfrm>
                <a:off x="5054300" y="3681846"/>
                <a:ext cx="10466" cy="605289"/>
              </a:xfrm>
              <a:prstGeom prst="rect">
                <a:avLst/>
              </a:prstGeom>
              <a:solidFill>
                <a:srgbClr val="F8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8" name="Rectangle 21"/>
              <p:cNvSpPr>
                <a:spLocks noChangeArrowheads="1"/>
              </p:cNvSpPr>
              <p:nvPr/>
            </p:nvSpPr>
            <p:spPr bwMode="auto">
              <a:xfrm>
                <a:off x="5064766" y="3681846"/>
                <a:ext cx="20932" cy="605289"/>
              </a:xfrm>
              <a:prstGeom prst="rect">
                <a:avLst/>
              </a:prstGeom>
              <a:solidFill>
                <a:srgbClr val="F8EC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29" name="Rectangle 22"/>
              <p:cNvSpPr>
                <a:spLocks noChangeArrowheads="1"/>
              </p:cNvSpPr>
              <p:nvPr/>
            </p:nvSpPr>
            <p:spPr bwMode="auto">
              <a:xfrm>
                <a:off x="5085699" y="3681846"/>
                <a:ext cx="10466" cy="605289"/>
              </a:xfrm>
              <a:prstGeom prst="rect">
                <a:avLst/>
              </a:prstGeom>
              <a:solidFill>
                <a:srgbClr val="F7EB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0" name="Rectangle 23"/>
              <p:cNvSpPr>
                <a:spLocks noChangeArrowheads="1"/>
              </p:cNvSpPr>
              <p:nvPr/>
            </p:nvSpPr>
            <p:spPr bwMode="auto">
              <a:xfrm>
                <a:off x="5096165" y="3681846"/>
                <a:ext cx="10466" cy="605289"/>
              </a:xfrm>
              <a:prstGeom prst="rect">
                <a:avLst/>
              </a:prstGeom>
              <a:solidFill>
                <a:srgbClr val="F7EB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1" name="Rectangle 24"/>
              <p:cNvSpPr>
                <a:spLocks noChangeArrowheads="1"/>
              </p:cNvSpPr>
              <p:nvPr/>
            </p:nvSpPr>
            <p:spPr bwMode="auto">
              <a:xfrm>
                <a:off x="5106631" y="3681846"/>
                <a:ext cx="8722" cy="605289"/>
              </a:xfrm>
              <a:prstGeom prst="rect">
                <a:avLst/>
              </a:prstGeom>
              <a:solidFill>
                <a:srgbClr val="F6EA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2" name="Rectangle 25"/>
              <p:cNvSpPr>
                <a:spLocks noChangeArrowheads="1"/>
              </p:cNvSpPr>
              <p:nvPr/>
            </p:nvSpPr>
            <p:spPr bwMode="auto">
              <a:xfrm>
                <a:off x="5115353" y="3681846"/>
                <a:ext cx="10466" cy="605289"/>
              </a:xfrm>
              <a:prstGeom prst="rect">
                <a:avLst/>
              </a:prstGeom>
              <a:solidFill>
                <a:srgbClr val="F6EA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3" name="Rectangle 26"/>
              <p:cNvSpPr>
                <a:spLocks noChangeArrowheads="1"/>
              </p:cNvSpPr>
              <p:nvPr/>
            </p:nvSpPr>
            <p:spPr bwMode="auto">
              <a:xfrm>
                <a:off x="5125819" y="3681846"/>
                <a:ext cx="10466" cy="605289"/>
              </a:xfrm>
              <a:prstGeom prst="rect">
                <a:avLst/>
              </a:prstGeom>
              <a:solidFill>
                <a:srgbClr val="F6E9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4" name="Rectangle 27"/>
              <p:cNvSpPr>
                <a:spLocks noChangeArrowheads="1"/>
              </p:cNvSpPr>
              <p:nvPr/>
            </p:nvSpPr>
            <p:spPr bwMode="auto">
              <a:xfrm>
                <a:off x="5136285" y="3681846"/>
                <a:ext cx="10466" cy="605289"/>
              </a:xfrm>
              <a:prstGeom prst="rect">
                <a:avLst/>
              </a:prstGeom>
              <a:solidFill>
                <a:srgbClr val="F6E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5" name="Rectangle 28"/>
              <p:cNvSpPr>
                <a:spLocks noChangeArrowheads="1"/>
              </p:cNvSpPr>
              <p:nvPr/>
            </p:nvSpPr>
            <p:spPr bwMode="auto">
              <a:xfrm>
                <a:off x="5146751" y="3681846"/>
                <a:ext cx="10466" cy="605289"/>
              </a:xfrm>
              <a:prstGeom prst="rect">
                <a:avLst/>
              </a:prstGeom>
              <a:solidFill>
                <a:srgbClr val="F5E8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6" name="Rectangle 29"/>
              <p:cNvSpPr>
                <a:spLocks noChangeArrowheads="1"/>
              </p:cNvSpPr>
              <p:nvPr/>
            </p:nvSpPr>
            <p:spPr bwMode="auto">
              <a:xfrm>
                <a:off x="5157217" y="3681846"/>
                <a:ext cx="10466" cy="605289"/>
              </a:xfrm>
              <a:prstGeom prst="rect">
                <a:avLst/>
              </a:prstGeom>
              <a:solidFill>
                <a:srgbClr val="F5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7" name="Rectangle 30"/>
              <p:cNvSpPr>
                <a:spLocks noChangeArrowheads="1"/>
              </p:cNvSpPr>
              <p:nvPr/>
            </p:nvSpPr>
            <p:spPr bwMode="auto">
              <a:xfrm>
                <a:off x="5167683" y="3681846"/>
                <a:ext cx="10466" cy="605289"/>
              </a:xfrm>
              <a:prstGeom prst="rect">
                <a:avLst/>
              </a:prstGeom>
              <a:solidFill>
                <a:srgbClr val="F5E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8" name="Rectangle 31"/>
              <p:cNvSpPr>
                <a:spLocks noChangeArrowheads="1"/>
              </p:cNvSpPr>
              <p:nvPr/>
            </p:nvSpPr>
            <p:spPr bwMode="auto">
              <a:xfrm>
                <a:off x="5178149" y="3681846"/>
                <a:ext cx="10466" cy="605289"/>
              </a:xfrm>
              <a:prstGeom prst="rect">
                <a:avLst/>
              </a:prstGeom>
              <a:solidFill>
                <a:srgbClr val="F4E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39" name="Rectangle 32"/>
              <p:cNvSpPr>
                <a:spLocks noChangeArrowheads="1"/>
              </p:cNvSpPr>
              <p:nvPr/>
            </p:nvSpPr>
            <p:spPr bwMode="auto">
              <a:xfrm>
                <a:off x="5188615" y="3681846"/>
                <a:ext cx="8722" cy="605289"/>
              </a:xfrm>
              <a:prstGeom prst="rect">
                <a:avLst/>
              </a:prstGeom>
              <a:solidFill>
                <a:srgbClr val="F4E7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0" name="Rectangle 33"/>
              <p:cNvSpPr>
                <a:spLocks noChangeArrowheads="1"/>
              </p:cNvSpPr>
              <p:nvPr/>
            </p:nvSpPr>
            <p:spPr bwMode="auto">
              <a:xfrm>
                <a:off x="5197337" y="3681846"/>
                <a:ext cx="10466" cy="605289"/>
              </a:xfrm>
              <a:prstGeom prst="rect">
                <a:avLst/>
              </a:prstGeom>
              <a:solidFill>
                <a:srgbClr val="F3E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1" name="Rectangle 34"/>
              <p:cNvSpPr>
                <a:spLocks noChangeArrowheads="1"/>
              </p:cNvSpPr>
              <p:nvPr/>
            </p:nvSpPr>
            <p:spPr bwMode="auto">
              <a:xfrm>
                <a:off x="5207803" y="3681846"/>
                <a:ext cx="10466" cy="605289"/>
              </a:xfrm>
              <a:prstGeom prst="rect">
                <a:avLst/>
              </a:prstGeom>
              <a:solidFill>
                <a:srgbClr val="F3E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2" name="Rectangle 35"/>
              <p:cNvSpPr>
                <a:spLocks noChangeArrowheads="1"/>
              </p:cNvSpPr>
              <p:nvPr/>
            </p:nvSpPr>
            <p:spPr bwMode="auto">
              <a:xfrm>
                <a:off x="5218269" y="3681846"/>
                <a:ext cx="20932" cy="605289"/>
              </a:xfrm>
              <a:prstGeom prst="rect">
                <a:avLst/>
              </a:prstGeom>
              <a:solidFill>
                <a:srgbClr val="F2E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3" name="Rectangle 36"/>
              <p:cNvSpPr>
                <a:spLocks noChangeArrowheads="1"/>
              </p:cNvSpPr>
              <p:nvPr/>
            </p:nvSpPr>
            <p:spPr bwMode="auto">
              <a:xfrm>
                <a:off x="5239201" y="3681846"/>
                <a:ext cx="10466" cy="605289"/>
              </a:xfrm>
              <a:prstGeom prst="rect">
                <a:avLst/>
              </a:prstGeom>
              <a:solidFill>
                <a:srgbClr val="F2E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4" name="Rectangle 37"/>
              <p:cNvSpPr>
                <a:spLocks noChangeArrowheads="1"/>
              </p:cNvSpPr>
              <p:nvPr/>
            </p:nvSpPr>
            <p:spPr bwMode="auto">
              <a:xfrm>
                <a:off x="5249668" y="3681846"/>
                <a:ext cx="10466" cy="605289"/>
              </a:xfrm>
              <a:prstGeom prst="rect">
                <a:avLst/>
              </a:prstGeom>
              <a:solidFill>
                <a:srgbClr val="F1E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5" name="Rectangle 38"/>
              <p:cNvSpPr>
                <a:spLocks noChangeArrowheads="1"/>
              </p:cNvSpPr>
              <p:nvPr/>
            </p:nvSpPr>
            <p:spPr bwMode="auto">
              <a:xfrm>
                <a:off x="5260134" y="3681846"/>
                <a:ext cx="10466" cy="605289"/>
              </a:xfrm>
              <a:prstGeom prst="rect">
                <a:avLst/>
              </a:prstGeom>
              <a:solidFill>
                <a:srgbClr val="F1E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6" name="Rectangle 39"/>
              <p:cNvSpPr>
                <a:spLocks noChangeArrowheads="1"/>
              </p:cNvSpPr>
              <p:nvPr/>
            </p:nvSpPr>
            <p:spPr bwMode="auto">
              <a:xfrm>
                <a:off x="5270600" y="3681846"/>
                <a:ext cx="8722" cy="605289"/>
              </a:xfrm>
              <a:prstGeom prst="rect">
                <a:avLst/>
              </a:prstGeom>
              <a:solidFill>
                <a:srgbClr val="F1E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7" name="Rectangle 40"/>
              <p:cNvSpPr>
                <a:spLocks noChangeArrowheads="1"/>
              </p:cNvSpPr>
              <p:nvPr/>
            </p:nvSpPr>
            <p:spPr bwMode="auto">
              <a:xfrm>
                <a:off x="5279322" y="3681846"/>
                <a:ext cx="10466" cy="605289"/>
              </a:xfrm>
              <a:prstGeom prst="rect">
                <a:avLst/>
              </a:prstGeom>
              <a:solidFill>
                <a:srgbClr val="F0E2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8" name="Rectangle 41"/>
              <p:cNvSpPr>
                <a:spLocks noChangeArrowheads="1"/>
              </p:cNvSpPr>
              <p:nvPr/>
            </p:nvSpPr>
            <p:spPr bwMode="auto">
              <a:xfrm>
                <a:off x="5289788" y="3681846"/>
                <a:ext cx="20932" cy="605289"/>
              </a:xfrm>
              <a:prstGeom prst="rect">
                <a:avLst/>
              </a:prstGeom>
              <a:solidFill>
                <a:srgbClr val="F0E1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49" name="Rectangle 42"/>
              <p:cNvSpPr>
                <a:spLocks noChangeArrowheads="1"/>
              </p:cNvSpPr>
              <p:nvPr/>
            </p:nvSpPr>
            <p:spPr bwMode="auto">
              <a:xfrm>
                <a:off x="5310720" y="3681846"/>
                <a:ext cx="10466" cy="605289"/>
              </a:xfrm>
              <a:prstGeom prst="rect">
                <a:avLst/>
              </a:prstGeom>
              <a:solidFill>
                <a:srgbClr val="EFE0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0" name="Rectangle 43"/>
              <p:cNvSpPr>
                <a:spLocks noChangeArrowheads="1"/>
              </p:cNvSpPr>
              <p:nvPr/>
            </p:nvSpPr>
            <p:spPr bwMode="auto">
              <a:xfrm>
                <a:off x="5321186" y="3681846"/>
                <a:ext cx="10466" cy="605289"/>
              </a:xfrm>
              <a:prstGeom prst="rect">
                <a:avLst/>
              </a:prstGeom>
              <a:solidFill>
                <a:srgbClr val="EFE0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1" name="Rectangle 44"/>
              <p:cNvSpPr>
                <a:spLocks noChangeArrowheads="1"/>
              </p:cNvSpPr>
              <p:nvPr/>
            </p:nvSpPr>
            <p:spPr bwMode="auto">
              <a:xfrm>
                <a:off x="5331652" y="3681846"/>
                <a:ext cx="20932" cy="605289"/>
              </a:xfrm>
              <a:prstGeom prst="rect">
                <a:avLst/>
              </a:prstGeom>
              <a:solidFill>
                <a:srgbClr val="EEDF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2" name="Rectangle 45"/>
              <p:cNvSpPr>
                <a:spLocks noChangeArrowheads="1"/>
              </p:cNvSpPr>
              <p:nvPr/>
            </p:nvSpPr>
            <p:spPr bwMode="auto">
              <a:xfrm>
                <a:off x="5352584" y="3681846"/>
                <a:ext cx="8722" cy="605289"/>
              </a:xfrm>
              <a:prstGeom prst="rect">
                <a:avLst/>
              </a:prstGeom>
              <a:solidFill>
                <a:srgbClr val="EEDF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3" name="Rectangle 46"/>
              <p:cNvSpPr>
                <a:spLocks noChangeArrowheads="1"/>
              </p:cNvSpPr>
              <p:nvPr/>
            </p:nvSpPr>
            <p:spPr bwMode="auto">
              <a:xfrm>
                <a:off x="5361306" y="3681846"/>
                <a:ext cx="20932" cy="605289"/>
              </a:xfrm>
              <a:prstGeom prst="rect">
                <a:avLst/>
              </a:pr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4" name="Rectangle 47"/>
              <p:cNvSpPr>
                <a:spLocks noChangeArrowheads="1"/>
              </p:cNvSpPr>
              <p:nvPr/>
            </p:nvSpPr>
            <p:spPr bwMode="auto">
              <a:xfrm>
                <a:off x="5382238" y="3681846"/>
                <a:ext cx="10466" cy="605289"/>
              </a:xfrm>
              <a:prstGeom prst="rect">
                <a:avLst/>
              </a:prstGeom>
              <a:solidFill>
                <a:srgbClr val="EDD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5" name="Rectangle 48"/>
              <p:cNvSpPr>
                <a:spLocks noChangeArrowheads="1"/>
              </p:cNvSpPr>
              <p:nvPr/>
            </p:nvSpPr>
            <p:spPr bwMode="auto">
              <a:xfrm>
                <a:off x="5392704" y="3681846"/>
                <a:ext cx="20932" cy="605289"/>
              </a:xfrm>
              <a:prstGeom prst="rect">
                <a:avLst/>
              </a:prstGeom>
              <a:solidFill>
                <a:srgbClr val="ECD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6" name="Rectangle 49"/>
              <p:cNvSpPr>
                <a:spLocks noChangeArrowheads="1"/>
              </p:cNvSpPr>
              <p:nvPr/>
            </p:nvSpPr>
            <p:spPr bwMode="auto">
              <a:xfrm>
                <a:off x="5413637" y="3681846"/>
                <a:ext cx="10466" cy="605289"/>
              </a:xfrm>
              <a:prstGeom prst="rect">
                <a:avLst/>
              </a:prstGeom>
              <a:solidFill>
                <a:srgbClr val="EC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7" name="Rectangle 50"/>
              <p:cNvSpPr>
                <a:spLocks noChangeArrowheads="1"/>
              </p:cNvSpPr>
              <p:nvPr/>
            </p:nvSpPr>
            <p:spPr bwMode="auto">
              <a:xfrm>
                <a:off x="5424103" y="3681846"/>
                <a:ext cx="10466" cy="605289"/>
              </a:xfrm>
              <a:prstGeom prst="rect">
                <a:avLst/>
              </a:prstGeom>
              <a:solidFill>
                <a:srgbClr val="EB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8" name="Rectangle 51"/>
              <p:cNvSpPr>
                <a:spLocks noChangeArrowheads="1"/>
              </p:cNvSpPr>
              <p:nvPr/>
            </p:nvSpPr>
            <p:spPr bwMode="auto">
              <a:xfrm>
                <a:off x="5434569" y="3681846"/>
                <a:ext cx="8722" cy="605289"/>
              </a:xfrm>
              <a:prstGeom prst="rect">
                <a:avLst/>
              </a:prstGeom>
              <a:solidFill>
                <a:srgbClr val="EBD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59" name="Rectangle 52"/>
              <p:cNvSpPr>
                <a:spLocks noChangeArrowheads="1"/>
              </p:cNvSpPr>
              <p:nvPr/>
            </p:nvSpPr>
            <p:spPr bwMode="auto">
              <a:xfrm>
                <a:off x="5443290" y="3681846"/>
                <a:ext cx="10466" cy="605289"/>
              </a:xfrm>
              <a:prstGeom prst="rect">
                <a:avLst/>
              </a:prstGeom>
              <a:solidFill>
                <a:srgbClr val="EBDA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0" name="Rectangle 53"/>
              <p:cNvSpPr>
                <a:spLocks noChangeArrowheads="1"/>
              </p:cNvSpPr>
              <p:nvPr/>
            </p:nvSpPr>
            <p:spPr bwMode="auto">
              <a:xfrm>
                <a:off x="5453757" y="3681846"/>
                <a:ext cx="10466" cy="605289"/>
              </a:xfrm>
              <a:prstGeom prst="rect">
                <a:avLst/>
              </a:prstGeom>
              <a:solidFill>
                <a:srgbClr val="EAD9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1" name="Rectangle 54"/>
              <p:cNvSpPr>
                <a:spLocks noChangeArrowheads="1"/>
              </p:cNvSpPr>
              <p:nvPr/>
            </p:nvSpPr>
            <p:spPr bwMode="auto">
              <a:xfrm>
                <a:off x="5464223" y="3681846"/>
                <a:ext cx="10466" cy="605289"/>
              </a:xfrm>
              <a:prstGeom prst="rect">
                <a:avLst/>
              </a:prstGeom>
              <a:solidFill>
                <a:srgbClr val="EAD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2" name="Rectangle 55"/>
              <p:cNvSpPr>
                <a:spLocks noChangeArrowheads="1"/>
              </p:cNvSpPr>
              <p:nvPr/>
            </p:nvSpPr>
            <p:spPr bwMode="auto">
              <a:xfrm>
                <a:off x="5474689" y="3681846"/>
                <a:ext cx="10466" cy="605289"/>
              </a:xfrm>
              <a:prstGeom prst="rect">
                <a:avLst/>
              </a:prstGeom>
              <a:solidFill>
                <a:srgbClr val="E9D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3" name="Rectangle 56"/>
              <p:cNvSpPr>
                <a:spLocks noChangeArrowheads="1"/>
              </p:cNvSpPr>
              <p:nvPr/>
            </p:nvSpPr>
            <p:spPr bwMode="auto">
              <a:xfrm>
                <a:off x="5485155" y="3681846"/>
                <a:ext cx="10466" cy="605289"/>
              </a:xfrm>
              <a:prstGeom prst="rect">
                <a:avLst/>
              </a:prstGeom>
              <a:solidFill>
                <a:srgbClr val="E9D8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4" name="Rectangle 57"/>
              <p:cNvSpPr>
                <a:spLocks noChangeArrowheads="1"/>
              </p:cNvSpPr>
              <p:nvPr/>
            </p:nvSpPr>
            <p:spPr bwMode="auto">
              <a:xfrm>
                <a:off x="5495621" y="3681846"/>
                <a:ext cx="10466" cy="605289"/>
              </a:xfrm>
              <a:prstGeom prst="rect">
                <a:avLst/>
              </a:prstGeom>
              <a:solidFill>
                <a:srgbClr val="E8D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5" name="Rectangle 58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6" name="Rectangle 59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7" name="Rectangle 60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8" name="Rectangle 61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69" name="Rectangle 62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70" name="Rectangle 63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71" name="Rectangle 64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72" name="Rectangle 65"/>
              <p:cNvSpPr>
                <a:spLocks noChangeArrowheads="1"/>
              </p:cNvSpPr>
              <p:nvPr/>
            </p:nvSpPr>
            <p:spPr bwMode="auto">
              <a:xfrm>
                <a:off x="4532739" y="3863258"/>
                <a:ext cx="875664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&lt;&lt;Commonality&gt;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473" name="Rectangle 66"/>
              <p:cNvSpPr>
                <a:spLocks noChangeArrowheads="1"/>
              </p:cNvSpPr>
              <p:nvPr/>
            </p:nvSpPr>
            <p:spPr bwMode="auto">
              <a:xfrm>
                <a:off x="4656588" y="4016761"/>
                <a:ext cx="641921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74" name="Oval 347"/>
            <p:cNvSpPr>
              <a:spLocks noChangeArrowheads="1"/>
            </p:cNvSpPr>
            <p:nvPr/>
          </p:nvSpPr>
          <p:spPr bwMode="auto">
            <a:xfrm>
              <a:off x="4105878" y="5098602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5" name="Freeform 367"/>
            <p:cNvSpPr>
              <a:spLocks/>
            </p:cNvSpPr>
            <p:nvPr/>
          </p:nvSpPr>
          <p:spPr bwMode="auto">
            <a:xfrm rot="16200000">
              <a:off x="4121577" y="5012723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grpSp>
          <p:nvGrpSpPr>
            <p:cNvPr id="476" name="그룹 475"/>
            <p:cNvGrpSpPr/>
            <p:nvPr/>
          </p:nvGrpSpPr>
          <p:grpSpPr>
            <a:xfrm>
              <a:off x="3618488" y="5373435"/>
              <a:ext cx="1146039" cy="634943"/>
              <a:chOff x="1808063" y="5004062"/>
              <a:chExt cx="1146039" cy="634943"/>
            </a:xfrm>
          </p:grpSpPr>
          <p:sp>
            <p:nvSpPr>
              <p:cNvPr id="477" name="Rectangle 175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78" name="Rectangle 176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79" name="Rectangle 177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573891" cy="603545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0" name="Rectangle 178"/>
              <p:cNvSpPr>
                <a:spLocks noChangeArrowheads="1"/>
              </p:cNvSpPr>
              <p:nvPr/>
            </p:nvSpPr>
            <p:spPr bwMode="auto">
              <a:xfrm>
                <a:off x="2381954" y="5004062"/>
                <a:ext cx="10466" cy="603545"/>
              </a:xfrm>
              <a:prstGeom prst="rect">
                <a:avLst/>
              </a:prstGeom>
              <a:solidFill>
                <a:srgbClr val="FF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1" name="Rectangle 179"/>
              <p:cNvSpPr>
                <a:spLocks noChangeArrowheads="1"/>
              </p:cNvSpPr>
              <p:nvPr/>
            </p:nvSpPr>
            <p:spPr bwMode="auto">
              <a:xfrm>
                <a:off x="2392421" y="5004062"/>
                <a:ext cx="8722" cy="603545"/>
              </a:xfrm>
              <a:prstGeom prst="rect">
                <a:avLst/>
              </a:prstGeom>
              <a:solidFill>
                <a:srgbClr val="FE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2" name="Rectangle 180"/>
              <p:cNvSpPr>
                <a:spLocks noChangeArrowheads="1"/>
              </p:cNvSpPr>
              <p:nvPr/>
            </p:nvSpPr>
            <p:spPr bwMode="auto">
              <a:xfrm>
                <a:off x="2401142" y="5004062"/>
                <a:ext cx="20932" cy="603545"/>
              </a:xfrm>
              <a:prstGeom prst="rect">
                <a:avLst/>
              </a:prstGeom>
              <a:solidFill>
                <a:srgbClr val="FEE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3" name="Rectangle 181"/>
              <p:cNvSpPr>
                <a:spLocks noChangeArrowheads="1"/>
              </p:cNvSpPr>
              <p:nvPr/>
            </p:nvSpPr>
            <p:spPr bwMode="auto">
              <a:xfrm>
                <a:off x="2422075" y="5004062"/>
                <a:ext cx="10466" cy="603545"/>
              </a:xfrm>
              <a:prstGeom prst="rect">
                <a:avLst/>
              </a:prstGeom>
              <a:solidFill>
                <a:srgbClr val="FD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4" name="Rectangle 182"/>
              <p:cNvSpPr>
                <a:spLocks noChangeArrowheads="1"/>
              </p:cNvSpPr>
              <p:nvPr/>
            </p:nvSpPr>
            <p:spPr bwMode="auto">
              <a:xfrm>
                <a:off x="2432541" y="5004062"/>
                <a:ext cx="20932" cy="603545"/>
              </a:xfrm>
              <a:prstGeom prst="rect">
                <a:avLst/>
              </a:prstGeom>
              <a:solidFill>
                <a:srgbClr val="FDD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5" name="Rectangle 183"/>
              <p:cNvSpPr>
                <a:spLocks noChangeArrowheads="1"/>
              </p:cNvSpPr>
              <p:nvPr/>
            </p:nvSpPr>
            <p:spPr bwMode="auto">
              <a:xfrm>
                <a:off x="2453473" y="5004062"/>
                <a:ext cx="10466" cy="603545"/>
              </a:xfrm>
              <a:prstGeom prst="rect">
                <a:avLst/>
              </a:prstGeom>
              <a:solidFill>
                <a:srgbClr val="FDDE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6" name="Rectangle 184"/>
              <p:cNvSpPr>
                <a:spLocks noChangeArrowheads="1"/>
              </p:cNvSpPr>
              <p:nvPr/>
            </p:nvSpPr>
            <p:spPr bwMode="auto">
              <a:xfrm>
                <a:off x="2463939" y="5004062"/>
                <a:ext cx="10466" cy="603545"/>
              </a:xfrm>
              <a:prstGeom prst="rect">
                <a:avLst/>
              </a:prstGeom>
              <a:solidFill>
                <a:srgbClr val="FCD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7" name="Rectangle 185"/>
              <p:cNvSpPr>
                <a:spLocks noChangeArrowheads="1"/>
              </p:cNvSpPr>
              <p:nvPr/>
            </p:nvSpPr>
            <p:spPr bwMode="auto">
              <a:xfrm>
                <a:off x="2474405" y="5004062"/>
                <a:ext cx="19188" cy="603545"/>
              </a:xfrm>
              <a:prstGeom prst="rect">
                <a:avLst/>
              </a:prstGeom>
              <a:solidFill>
                <a:srgbClr val="FCDC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8" name="Rectangle 186"/>
              <p:cNvSpPr>
                <a:spLocks noChangeArrowheads="1"/>
              </p:cNvSpPr>
              <p:nvPr/>
            </p:nvSpPr>
            <p:spPr bwMode="auto">
              <a:xfrm>
                <a:off x="2493593" y="5004062"/>
                <a:ext cx="10466" cy="603545"/>
              </a:xfrm>
              <a:prstGeom prst="rect">
                <a:avLst/>
              </a:prstGeom>
              <a:solidFill>
                <a:srgbClr val="FBDB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89" name="Rectangle 187"/>
              <p:cNvSpPr>
                <a:spLocks noChangeArrowheads="1"/>
              </p:cNvSpPr>
              <p:nvPr/>
            </p:nvSpPr>
            <p:spPr bwMode="auto">
              <a:xfrm>
                <a:off x="2504059" y="5004062"/>
                <a:ext cx="10466" cy="603545"/>
              </a:xfrm>
              <a:prstGeom prst="rect">
                <a:avLst/>
              </a:prstGeom>
              <a:solidFill>
                <a:srgbClr val="FBDA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0" name="Rectangle 188"/>
              <p:cNvSpPr>
                <a:spLocks noChangeArrowheads="1"/>
              </p:cNvSpPr>
              <p:nvPr/>
            </p:nvSpPr>
            <p:spPr bwMode="auto">
              <a:xfrm>
                <a:off x="2514525" y="5004062"/>
                <a:ext cx="10466" cy="603545"/>
              </a:xfrm>
              <a:prstGeom prst="rect">
                <a:avLst/>
              </a:prstGeom>
              <a:solidFill>
                <a:srgbClr val="FBD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1" name="Rectangle 189"/>
              <p:cNvSpPr>
                <a:spLocks noChangeArrowheads="1"/>
              </p:cNvSpPr>
              <p:nvPr/>
            </p:nvSpPr>
            <p:spPr bwMode="auto">
              <a:xfrm>
                <a:off x="2524991" y="5004062"/>
                <a:ext cx="10466" cy="603545"/>
              </a:xfrm>
              <a:prstGeom prst="rect">
                <a:avLst/>
              </a:prstGeom>
              <a:solidFill>
                <a:srgbClr val="FA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2" name="Rectangle 190"/>
              <p:cNvSpPr>
                <a:spLocks noChangeArrowheads="1"/>
              </p:cNvSpPr>
              <p:nvPr/>
            </p:nvSpPr>
            <p:spPr bwMode="auto">
              <a:xfrm>
                <a:off x="2535457" y="5004062"/>
                <a:ext cx="10466" cy="603545"/>
              </a:xfrm>
              <a:prstGeom prst="rect">
                <a:avLst/>
              </a:prstGeom>
              <a:solidFill>
                <a:srgbClr val="FAD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3" name="Rectangle 191"/>
              <p:cNvSpPr>
                <a:spLocks noChangeArrowheads="1"/>
              </p:cNvSpPr>
              <p:nvPr/>
            </p:nvSpPr>
            <p:spPr bwMode="auto">
              <a:xfrm>
                <a:off x="2545923" y="5004062"/>
                <a:ext cx="8722" cy="603545"/>
              </a:xfrm>
              <a:prstGeom prst="rect">
                <a:avLst/>
              </a:prstGeom>
              <a:solidFill>
                <a:srgbClr val="FAD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4" name="Rectangle 192"/>
              <p:cNvSpPr>
                <a:spLocks noChangeArrowheads="1"/>
              </p:cNvSpPr>
              <p:nvPr/>
            </p:nvSpPr>
            <p:spPr bwMode="auto">
              <a:xfrm>
                <a:off x="2554645" y="5004062"/>
                <a:ext cx="10466" cy="603545"/>
              </a:xfrm>
              <a:prstGeom prst="rect">
                <a:avLst/>
              </a:prstGeom>
              <a:solidFill>
                <a:srgbClr val="FAD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5" name="Rectangle 193"/>
              <p:cNvSpPr>
                <a:spLocks noChangeArrowheads="1"/>
              </p:cNvSpPr>
              <p:nvPr/>
            </p:nvSpPr>
            <p:spPr bwMode="auto">
              <a:xfrm>
                <a:off x="2565111" y="5004062"/>
                <a:ext cx="10466" cy="603545"/>
              </a:xfrm>
              <a:prstGeom prst="rect">
                <a:avLst/>
              </a:prstGeom>
              <a:solidFill>
                <a:srgbClr val="F9D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6" name="Rectangle 194"/>
              <p:cNvSpPr>
                <a:spLocks noChangeArrowheads="1"/>
              </p:cNvSpPr>
              <p:nvPr/>
            </p:nvSpPr>
            <p:spPr bwMode="auto">
              <a:xfrm>
                <a:off x="2575577" y="5004062"/>
                <a:ext cx="10466" cy="603545"/>
              </a:xfrm>
              <a:prstGeom prst="rect">
                <a:avLst/>
              </a:prstGeom>
              <a:solidFill>
                <a:srgbClr val="F9D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7" name="Rectangle 195"/>
              <p:cNvSpPr>
                <a:spLocks noChangeArrowheads="1"/>
              </p:cNvSpPr>
              <p:nvPr/>
            </p:nvSpPr>
            <p:spPr bwMode="auto">
              <a:xfrm>
                <a:off x="2586044" y="5004062"/>
                <a:ext cx="10466" cy="603545"/>
              </a:xfrm>
              <a:prstGeom prst="rect">
                <a:avLst/>
              </a:prstGeom>
              <a:solidFill>
                <a:srgbClr val="F9D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8" name="Rectangle 196"/>
              <p:cNvSpPr>
                <a:spLocks noChangeArrowheads="1"/>
              </p:cNvSpPr>
              <p:nvPr/>
            </p:nvSpPr>
            <p:spPr bwMode="auto">
              <a:xfrm>
                <a:off x="2596510" y="5004062"/>
                <a:ext cx="20932" cy="603545"/>
              </a:xfrm>
              <a:prstGeom prst="rect">
                <a:avLst/>
              </a:prstGeom>
              <a:solidFill>
                <a:srgbClr val="F9D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499" name="Rectangle 197"/>
              <p:cNvSpPr>
                <a:spLocks noChangeArrowheads="1"/>
              </p:cNvSpPr>
              <p:nvPr/>
            </p:nvSpPr>
            <p:spPr bwMode="auto">
              <a:xfrm>
                <a:off x="2617442" y="5004062"/>
                <a:ext cx="10466" cy="603545"/>
              </a:xfrm>
              <a:prstGeom prst="rect">
                <a:avLst/>
              </a:prstGeom>
              <a:solidFill>
                <a:srgbClr val="F8D2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0" name="Rectangle 198"/>
              <p:cNvSpPr>
                <a:spLocks noChangeArrowheads="1"/>
              </p:cNvSpPr>
              <p:nvPr/>
            </p:nvSpPr>
            <p:spPr bwMode="auto">
              <a:xfrm>
                <a:off x="2627908" y="5004062"/>
                <a:ext cx="19188" cy="603545"/>
              </a:xfrm>
              <a:prstGeom prst="rect">
                <a:avLst/>
              </a:prstGeom>
              <a:solidFill>
                <a:srgbClr val="F8D1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1" name="Rectangle 199"/>
              <p:cNvSpPr>
                <a:spLocks noChangeArrowheads="1"/>
              </p:cNvSpPr>
              <p:nvPr/>
            </p:nvSpPr>
            <p:spPr bwMode="auto">
              <a:xfrm>
                <a:off x="2647096" y="5004062"/>
                <a:ext cx="10466" cy="603545"/>
              </a:xfrm>
              <a:prstGeom prst="rect">
                <a:avLst/>
              </a:prstGeom>
              <a:solidFill>
                <a:srgbClr val="F8D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2" name="Rectangle 200"/>
              <p:cNvSpPr>
                <a:spLocks noChangeArrowheads="1"/>
              </p:cNvSpPr>
              <p:nvPr/>
            </p:nvSpPr>
            <p:spPr bwMode="auto">
              <a:xfrm>
                <a:off x="2657562" y="5004062"/>
                <a:ext cx="10466" cy="603545"/>
              </a:xfrm>
              <a:prstGeom prst="rect">
                <a:avLst/>
              </a:prstGeom>
              <a:solidFill>
                <a:srgbClr val="F8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3" name="Rectangle 201"/>
              <p:cNvSpPr>
                <a:spLocks noChangeArrowheads="1"/>
              </p:cNvSpPr>
              <p:nvPr/>
            </p:nvSpPr>
            <p:spPr bwMode="auto">
              <a:xfrm>
                <a:off x="2668028" y="5004062"/>
                <a:ext cx="20932" cy="603545"/>
              </a:xfrm>
              <a:prstGeom prst="rect">
                <a:avLst/>
              </a:prstGeom>
              <a:solidFill>
                <a:srgbClr val="F7C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4" name="Rectangle 202"/>
              <p:cNvSpPr>
                <a:spLocks noChangeArrowheads="1"/>
              </p:cNvSpPr>
              <p:nvPr/>
            </p:nvSpPr>
            <p:spPr bwMode="auto">
              <a:xfrm>
                <a:off x="2688960" y="5004062"/>
                <a:ext cx="10466" cy="603545"/>
              </a:xfrm>
              <a:prstGeom prst="rect">
                <a:avLst/>
              </a:prstGeom>
              <a:solidFill>
                <a:srgbClr val="F7C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5" name="Rectangle 203"/>
              <p:cNvSpPr>
                <a:spLocks noChangeArrowheads="1"/>
              </p:cNvSpPr>
              <p:nvPr/>
            </p:nvSpPr>
            <p:spPr bwMode="auto">
              <a:xfrm>
                <a:off x="2699426" y="5004062"/>
                <a:ext cx="10466" cy="603545"/>
              </a:xfrm>
              <a:prstGeom prst="rect">
                <a:avLst/>
              </a:prstGeom>
              <a:solidFill>
                <a:srgbClr val="F6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6" name="Rectangle 204"/>
              <p:cNvSpPr>
                <a:spLocks noChangeArrowheads="1"/>
              </p:cNvSpPr>
              <p:nvPr/>
            </p:nvSpPr>
            <p:spPr bwMode="auto">
              <a:xfrm>
                <a:off x="2709892" y="5004062"/>
                <a:ext cx="19188" cy="603545"/>
              </a:xfrm>
              <a:prstGeom prst="rect">
                <a:avLst/>
              </a:prstGeom>
              <a:solidFill>
                <a:srgbClr val="F6C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7" name="Rectangle 206"/>
              <p:cNvSpPr>
                <a:spLocks noChangeArrowheads="1"/>
              </p:cNvSpPr>
              <p:nvPr/>
            </p:nvSpPr>
            <p:spPr bwMode="auto">
              <a:xfrm>
                <a:off x="2729080" y="5004062"/>
                <a:ext cx="10466" cy="603545"/>
              </a:xfrm>
              <a:prstGeom prst="rect">
                <a:avLst/>
              </a:prstGeom>
              <a:solidFill>
                <a:srgbClr val="F6CA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8" name="Rectangle 207"/>
              <p:cNvSpPr>
                <a:spLocks noChangeArrowheads="1"/>
              </p:cNvSpPr>
              <p:nvPr/>
            </p:nvSpPr>
            <p:spPr bwMode="auto">
              <a:xfrm>
                <a:off x="2739546" y="5004062"/>
                <a:ext cx="10466" cy="603545"/>
              </a:xfrm>
              <a:prstGeom prst="rect">
                <a:avLst/>
              </a:prstGeom>
              <a:solidFill>
                <a:srgbClr val="F5C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09" name="Rectangle 208"/>
              <p:cNvSpPr>
                <a:spLocks noChangeArrowheads="1"/>
              </p:cNvSpPr>
              <p:nvPr/>
            </p:nvSpPr>
            <p:spPr bwMode="auto">
              <a:xfrm>
                <a:off x="2750013" y="5004062"/>
                <a:ext cx="20932" cy="603545"/>
              </a:xfrm>
              <a:prstGeom prst="rect">
                <a:avLst/>
              </a:prstGeom>
              <a:solidFill>
                <a:srgbClr val="F5C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0" name="Rectangle 209"/>
              <p:cNvSpPr>
                <a:spLocks noChangeArrowheads="1"/>
              </p:cNvSpPr>
              <p:nvPr/>
            </p:nvSpPr>
            <p:spPr bwMode="auto">
              <a:xfrm>
                <a:off x="2770945" y="5004062"/>
                <a:ext cx="10466" cy="603545"/>
              </a:xfrm>
              <a:prstGeom prst="rect">
                <a:avLst/>
              </a:prstGeom>
              <a:solidFill>
                <a:srgbClr val="F4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1" name="Rectangle 210"/>
              <p:cNvSpPr>
                <a:spLocks noChangeArrowheads="1"/>
              </p:cNvSpPr>
              <p:nvPr/>
            </p:nvSpPr>
            <p:spPr bwMode="auto">
              <a:xfrm>
                <a:off x="2781411" y="5004062"/>
                <a:ext cx="10466" cy="603545"/>
              </a:xfrm>
              <a:prstGeom prst="rect">
                <a:avLst/>
              </a:prstGeom>
              <a:solidFill>
                <a:srgbClr val="F4C6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2" name="Rectangle 211"/>
              <p:cNvSpPr>
                <a:spLocks noChangeArrowheads="1"/>
              </p:cNvSpPr>
              <p:nvPr/>
            </p:nvSpPr>
            <p:spPr bwMode="auto">
              <a:xfrm>
                <a:off x="2791877" y="5004062"/>
                <a:ext cx="8722" cy="603545"/>
              </a:xfrm>
              <a:prstGeom prst="rect">
                <a:avLst/>
              </a:prstGeom>
              <a:solidFill>
                <a:srgbClr val="F4C6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3" name="Rectangle 212"/>
              <p:cNvSpPr>
                <a:spLocks noChangeArrowheads="1"/>
              </p:cNvSpPr>
              <p:nvPr/>
            </p:nvSpPr>
            <p:spPr bwMode="auto">
              <a:xfrm>
                <a:off x="2800599" y="5004062"/>
                <a:ext cx="10466" cy="603545"/>
              </a:xfrm>
              <a:prstGeom prst="rect">
                <a:avLst/>
              </a:prstGeom>
              <a:solidFill>
                <a:srgbClr val="F4C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4" name="Rectangle 213"/>
              <p:cNvSpPr>
                <a:spLocks noChangeArrowheads="1"/>
              </p:cNvSpPr>
              <p:nvPr/>
            </p:nvSpPr>
            <p:spPr bwMode="auto">
              <a:xfrm>
                <a:off x="2811065" y="5004062"/>
                <a:ext cx="10466" cy="603545"/>
              </a:xfrm>
              <a:prstGeom prst="rect">
                <a:avLst/>
              </a:prstGeom>
              <a:solidFill>
                <a:srgbClr val="F3C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5" name="Rectangle 214"/>
              <p:cNvSpPr>
                <a:spLocks noChangeArrowheads="1"/>
              </p:cNvSpPr>
              <p:nvPr/>
            </p:nvSpPr>
            <p:spPr bwMode="auto">
              <a:xfrm>
                <a:off x="2821531" y="5004062"/>
                <a:ext cx="10466" cy="603545"/>
              </a:xfrm>
              <a:prstGeom prst="rect">
                <a:avLst/>
              </a:prstGeom>
              <a:solidFill>
                <a:srgbClr val="F3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6" name="Rectangle 215"/>
              <p:cNvSpPr>
                <a:spLocks noChangeArrowheads="1"/>
              </p:cNvSpPr>
              <p:nvPr/>
            </p:nvSpPr>
            <p:spPr bwMode="auto">
              <a:xfrm>
                <a:off x="2831997" y="5004062"/>
                <a:ext cx="10466" cy="603545"/>
              </a:xfrm>
              <a:prstGeom prst="rect">
                <a:avLst/>
              </a:prstGeom>
              <a:solidFill>
                <a:srgbClr val="F3C3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7" name="Rectangle 216"/>
              <p:cNvSpPr>
                <a:spLocks noChangeArrowheads="1"/>
              </p:cNvSpPr>
              <p:nvPr/>
            </p:nvSpPr>
            <p:spPr bwMode="auto">
              <a:xfrm>
                <a:off x="2842463" y="5004062"/>
                <a:ext cx="10466" cy="603545"/>
              </a:xfrm>
              <a:prstGeom prst="rect">
                <a:avLst/>
              </a:prstGeom>
              <a:solidFill>
                <a:srgbClr val="F2C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8" name="Rectangle 217"/>
              <p:cNvSpPr>
                <a:spLocks noChangeArrowheads="1"/>
              </p:cNvSpPr>
              <p:nvPr/>
            </p:nvSpPr>
            <p:spPr bwMode="auto">
              <a:xfrm>
                <a:off x="2852929" y="5004062"/>
                <a:ext cx="10466" cy="603545"/>
              </a:xfrm>
              <a:prstGeom prst="rect">
                <a:avLst/>
              </a:prstGeom>
              <a:solidFill>
                <a:srgbClr val="F2C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19" name="Rectangle 218"/>
              <p:cNvSpPr>
                <a:spLocks noChangeArrowheads="1"/>
              </p:cNvSpPr>
              <p:nvPr/>
            </p:nvSpPr>
            <p:spPr bwMode="auto">
              <a:xfrm>
                <a:off x="2863395" y="5004062"/>
                <a:ext cx="10466" cy="603545"/>
              </a:xfrm>
              <a:prstGeom prst="rect">
                <a:avLst/>
              </a:prstGeom>
              <a:solidFill>
                <a:srgbClr val="F2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0" name="Rectangle 219"/>
              <p:cNvSpPr>
                <a:spLocks noChangeArrowheads="1"/>
              </p:cNvSpPr>
              <p:nvPr/>
            </p:nvSpPr>
            <p:spPr bwMode="auto">
              <a:xfrm>
                <a:off x="2873862" y="5004062"/>
                <a:ext cx="8722" cy="603545"/>
              </a:xfrm>
              <a:prstGeom prst="rect">
                <a:avLst/>
              </a:prstGeom>
              <a:solidFill>
                <a:srgbClr val="F1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1" name="Rectangle 220"/>
              <p:cNvSpPr>
                <a:spLocks noChangeArrowheads="1"/>
              </p:cNvSpPr>
              <p:nvPr/>
            </p:nvSpPr>
            <p:spPr bwMode="auto">
              <a:xfrm>
                <a:off x="2882583" y="5004062"/>
                <a:ext cx="10466" cy="603545"/>
              </a:xfrm>
              <a:prstGeom prst="rect">
                <a:avLst/>
              </a:prstGeom>
              <a:solidFill>
                <a:srgbClr val="F1BF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2" name="Rectangle 221"/>
              <p:cNvSpPr>
                <a:spLocks noChangeArrowheads="1"/>
              </p:cNvSpPr>
              <p:nvPr/>
            </p:nvSpPr>
            <p:spPr bwMode="auto">
              <a:xfrm>
                <a:off x="2893049" y="5004062"/>
                <a:ext cx="10466" cy="603545"/>
              </a:xfrm>
              <a:prstGeom prst="rect">
                <a:avLst/>
              </a:prstGeom>
              <a:solidFill>
                <a:srgbClr val="F1BE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3" name="Rectangle 222"/>
              <p:cNvSpPr>
                <a:spLocks noChangeArrowheads="1"/>
              </p:cNvSpPr>
              <p:nvPr/>
            </p:nvSpPr>
            <p:spPr bwMode="auto">
              <a:xfrm>
                <a:off x="2903516" y="5004062"/>
                <a:ext cx="10466" cy="603545"/>
              </a:xfrm>
              <a:prstGeom prst="rect">
                <a:avLst/>
              </a:prstGeom>
              <a:solidFill>
                <a:srgbClr val="F1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4" name="Rectangle 223"/>
              <p:cNvSpPr>
                <a:spLocks noChangeArrowheads="1"/>
              </p:cNvSpPr>
              <p:nvPr/>
            </p:nvSpPr>
            <p:spPr bwMode="auto">
              <a:xfrm>
                <a:off x="2913982" y="5004062"/>
                <a:ext cx="10466" cy="603545"/>
              </a:xfrm>
              <a:prstGeom prst="rect">
                <a:avLst/>
              </a:prstGeom>
              <a:solidFill>
                <a:srgbClr val="F0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5" name="Rectangle 224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6" name="Rectangle 225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7" name="Rectangle 226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8" name="Rectangle 227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29" name="Rectangle 228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30" name="Rectangle 229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31" name="Rectangle 230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532" name="Rectangle 231"/>
              <p:cNvSpPr>
                <a:spLocks noChangeArrowheads="1"/>
              </p:cNvSpPr>
              <p:nvPr/>
            </p:nvSpPr>
            <p:spPr bwMode="auto">
              <a:xfrm>
                <a:off x="2102858" y="5293624"/>
                <a:ext cx="596568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3" name="Rectangle 65"/>
              <p:cNvSpPr>
                <a:spLocks noChangeArrowheads="1"/>
              </p:cNvSpPr>
              <p:nvPr/>
            </p:nvSpPr>
            <p:spPr bwMode="auto">
              <a:xfrm>
                <a:off x="1941159" y="5133115"/>
                <a:ext cx="702115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&lt;&lt;Variability&gt;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534" name="직선 연결선 533"/>
            <p:cNvCxnSpPr>
              <a:stCxn id="474" idx="4"/>
              <a:endCxn id="525" idx="0"/>
            </p:cNvCxnSpPr>
            <p:nvPr/>
          </p:nvCxnSpPr>
          <p:spPr>
            <a:xfrm>
              <a:off x="4173036" y="5231172"/>
              <a:ext cx="3645" cy="142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직선 연결선 534"/>
            <p:cNvCxnSpPr>
              <a:stCxn id="418" idx="2"/>
              <a:endCxn id="474" idx="0"/>
            </p:cNvCxnSpPr>
            <p:nvPr/>
          </p:nvCxnSpPr>
          <p:spPr>
            <a:xfrm>
              <a:off x="4169391" y="4930750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Oval 347"/>
            <p:cNvSpPr>
              <a:spLocks noChangeArrowheads="1"/>
            </p:cNvSpPr>
            <p:nvPr/>
          </p:nvSpPr>
          <p:spPr bwMode="auto">
            <a:xfrm>
              <a:off x="4101361" y="4041374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7" name="Freeform 367"/>
            <p:cNvSpPr>
              <a:spLocks/>
            </p:cNvSpPr>
            <p:nvPr/>
          </p:nvSpPr>
          <p:spPr bwMode="auto">
            <a:xfrm rot="16200000">
              <a:off x="4117060" y="3955495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538" name="직선 연결선 537"/>
            <p:cNvCxnSpPr>
              <a:stCxn id="536" idx="4"/>
              <a:endCxn id="417" idx="0"/>
            </p:cNvCxnSpPr>
            <p:nvPr/>
          </p:nvCxnSpPr>
          <p:spPr>
            <a:xfrm>
              <a:off x="4168519" y="4173944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직선 연결선 538"/>
            <p:cNvCxnSpPr>
              <a:endCxn id="536" idx="0"/>
            </p:cNvCxnSpPr>
            <p:nvPr/>
          </p:nvCxnSpPr>
          <p:spPr>
            <a:xfrm>
              <a:off x="4164874" y="3873522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" name="Rectangle 350"/>
            <p:cNvSpPr>
              <a:spLocks noChangeArrowheads="1"/>
            </p:cNvSpPr>
            <p:nvPr/>
          </p:nvSpPr>
          <p:spPr bwMode="auto">
            <a:xfrm>
              <a:off x="723335" y="4991637"/>
              <a:ext cx="14688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400" b="1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j-lt"/>
                </a:rPr>
                <a:t>Variability Interface</a:t>
              </a:r>
              <a:endPara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3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자유형 364"/>
          <p:cNvSpPr/>
          <p:nvPr/>
        </p:nvSpPr>
        <p:spPr>
          <a:xfrm>
            <a:off x="5741955" y="3509581"/>
            <a:ext cx="3592946" cy="2004291"/>
          </a:xfrm>
          <a:custGeom>
            <a:avLst/>
            <a:gdLst>
              <a:gd name="connsiteX0" fmla="*/ 1080655 w 3592946"/>
              <a:gd name="connsiteY0" fmla="*/ 2004291 h 2004291"/>
              <a:gd name="connsiteX1" fmla="*/ 979055 w 3592946"/>
              <a:gd name="connsiteY1" fmla="*/ 1958109 h 2004291"/>
              <a:gd name="connsiteX2" fmla="*/ 942109 w 3592946"/>
              <a:gd name="connsiteY2" fmla="*/ 1921164 h 2004291"/>
              <a:gd name="connsiteX3" fmla="*/ 868219 w 3592946"/>
              <a:gd name="connsiteY3" fmla="*/ 1865746 h 2004291"/>
              <a:gd name="connsiteX4" fmla="*/ 794328 w 3592946"/>
              <a:gd name="connsiteY4" fmla="*/ 1791855 h 2004291"/>
              <a:gd name="connsiteX5" fmla="*/ 711200 w 3592946"/>
              <a:gd name="connsiteY5" fmla="*/ 1736437 h 2004291"/>
              <a:gd name="connsiteX6" fmla="*/ 683491 w 3592946"/>
              <a:gd name="connsiteY6" fmla="*/ 1699491 h 2004291"/>
              <a:gd name="connsiteX7" fmla="*/ 646546 w 3592946"/>
              <a:gd name="connsiteY7" fmla="*/ 1662546 h 2004291"/>
              <a:gd name="connsiteX8" fmla="*/ 609600 w 3592946"/>
              <a:gd name="connsiteY8" fmla="*/ 1597891 h 2004291"/>
              <a:gd name="connsiteX9" fmla="*/ 572655 w 3592946"/>
              <a:gd name="connsiteY9" fmla="*/ 1560946 h 2004291"/>
              <a:gd name="connsiteX10" fmla="*/ 535709 w 3592946"/>
              <a:gd name="connsiteY10" fmla="*/ 1487055 h 2004291"/>
              <a:gd name="connsiteX11" fmla="*/ 517237 w 3592946"/>
              <a:gd name="connsiteY11" fmla="*/ 1459346 h 2004291"/>
              <a:gd name="connsiteX12" fmla="*/ 498764 w 3592946"/>
              <a:gd name="connsiteY12" fmla="*/ 1413164 h 2004291"/>
              <a:gd name="connsiteX13" fmla="*/ 461819 w 3592946"/>
              <a:gd name="connsiteY13" fmla="*/ 1403928 h 2004291"/>
              <a:gd name="connsiteX14" fmla="*/ 443346 w 3592946"/>
              <a:gd name="connsiteY14" fmla="*/ 1357746 h 2004291"/>
              <a:gd name="connsiteX15" fmla="*/ 406400 w 3592946"/>
              <a:gd name="connsiteY15" fmla="*/ 1320800 h 2004291"/>
              <a:gd name="connsiteX16" fmla="*/ 378691 w 3592946"/>
              <a:gd name="connsiteY16" fmla="*/ 1283855 h 2004291"/>
              <a:gd name="connsiteX17" fmla="*/ 341746 w 3592946"/>
              <a:gd name="connsiteY17" fmla="*/ 1246909 h 2004291"/>
              <a:gd name="connsiteX18" fmla="*/ 304800 w 3592946"/>
              <a:gd name="connsiteY18" fmla="*/ 1182255 h 2004291"/>
              <a:gd name="connsiteX19" fmla="*/ 267855 w 3592946"/>
              <a:gd name="connsiteY19" fmla="*/ 1145309 h 2004291"/>
              <a:gd name="connsiteX20" fmla="*/ 212437 w 3592946"/>
              <a:gd name="connsiteY20" fmla="*/ 1089891 h 2004291"/>
              <a:gd name="connsiteX21" fmla="*/ 184728 w 3592946"/>
              <a:gd name="connsiteY21" fmla="*/ 1043709 h 2004291"/>
              <a:gd name="connsiteX22" fmla="*/ 157019 w 3592946"/>
              <a:gd name="connsiteY22" fmla="*/ 979055 h 2004291"/>
              <a:gd name="connsiteX23" fmla="*/ 138546 w 3592946"/>
              <a:gd name="connsiteY23" fmla="*/ 951346 h 2004291"/>
              <a:gd name="connsiteX24" fmla="*/ 101600 w 3592946"/>
              <a:gd name="connsiteY24" fmla="*/ 858982 h 2004291"/>
              <a:gd name="connsiteX25" fmla="*/ 64655 w 3592946"/>
              <a:gd name="connsiteY25" fmla="*/ 822037 h 2004291"/>
              <a:gd name="connsiteX26" fmla="*/ 46182 w 3592946"/>
              <a:gd name="connsiteY26" fmla="*/ 794328 h 2004291"/>
              <a:gd name="connsiteX27" fmla="*/ 27709 w 3592946"/>
              <a:gd name="connsiteY27" fmla="*/ 757382 h 2004291"/>
              <a:gd name="connsiteX28" fmla="*/ 0 w 3592946"/>
              <a:gd name="connsiteY28" fmla="*/ 637309 h 2004291"/>
              <a:gd name="connsiteX29" fmla="*/ 18473 w 3592946"/>
              <a:gd name="connsiteY29" fmla="*/ 332509 h 2004291"/>
              <a:gd name="connsiteX30" fmla="*/ 73891 w 3592946"/>
              <a:gd name="connsiteY30" fmla="*/ 240146 h 2004291"/>
              <a:gd name="connsiteX31" fmla="*/ 129309 w 3592946"/>
              <a:gd name="connsiteY31" fmla="*/ 193964 h 2004291"/>
              <a:gd name="connsiteX32" fmla="*/ 166255 w 3592946"/>
              <a:gd name="connsiteY32" fmla="*/ 157018 h 2004291"/>
              <a:gd name="connsiteX33" fmla="*/ 193964 w 3592946"/>
              <a:gd name="connsiteY33" fmla="*/ 138546 h 2004291"/>
              <a:gd name="connsiteX34" fmla="*/ 230909 w 3592946"/>
              <a:gd name="connsiteY34" fmla="*/ 120073 h 2004291"/>
              <a:gd name="connsiteX35" fmla="*/ 323273 w 3592946"/>
              <a:gd name="connsiteY35" fmla="*/ 92364 h 2004291"/>
              <a:gd name="connsiteX36" fmla="*/ 360219 w 3592946"/>
              <a:gd name="connsiteY36" fmla="*/ 64655 h 2004291"/>
              <a:gd name="connsiteX37" fmla="*/ 544946 w 3592946"/>
              <a:gd name="connsiteY37" fmla="*/ 27709 h 2004291"/>
              <a:gd name="connsiteX38" fmla="*/ 738909 w 3592946"/>
              <a:gd name="connsiteY38" fmla="*/ 36946 h 2004291"/>
              <a:gd name="connsiteX39" fmla="*/ 877455 w 3592946"/>
              <a:gd name="connsiteY39" fmla="*/ 64655 h 2004291"/>
              <a:gd name="connsiteX40" fmla="*/ 951346 w 3592946"/>
              <a:gd name="connsiteY40" fmla="*/ 73891 h 2004291"/>
              <a:gd name="connsiteX41" fmla="*/ 979055 w 3592946"/>
              <a:gd name="connsiteY41" fmla="*/ 83128 h 2004291"/>
              <a:gd name="connsiteX42" fmla="*/ 1043709 w 3592946"/>
              <a:gd name="connsiteY42" fmla="*/ 120073 h 2004291"/>
              <a:gd name="connsiteX43" fmla="*/ 1182255 w 3592946"/>
              <a:gd name="connsiteY43" fmla="*/ 147782 h 2004291"/>
              <a:gd name="connsiteX44" fmla="*/ 1219200 w 3592946"/>
              <a:gd name="connsiteY44" fmla="*/ 157018 h 2004291"/>
              <a:gd name="connsiteX45" fmla="*/ 1274619 w 3592946"/>
              <a:gd name="connsiteY45" fmla="*/ 175491 h 2004291"/>
              <a:gd name="connsiteX46" fmla="*/ 1681019 w 3592946"/>
              <a:gd name="connsiteY46" fmla="*/ 166255 h 2004291"/>
              <a:gd name="connsiteX47" fmla="*/ 1801091 w 3592946"/>
              <a:gd name="connsiteY47" fmla="*/ 147782 h 2004291"/>
              <a:gd name="connsiteX48" fmla="*/ 1847273 w 3592946"/>
              <a:gd name="connsiteY48" fmla="*/ 129309 h 2004291"/>
              <a:gd name="connsiteX49" fmla="*/ 1902691 w 3592946"/>
              <a:gd name="connsiteY49" fmla="*/ 110837 h 2004291"/>
              <a:gd name="connsiteX50" fmla="*/ 2087419 w 3592946"/>
              <a:gd name="connsiteY50" fmla="*/ 73891 h 2004291"/>
              <a:gd name="connsiteX51" fmla="*/ 2179782 w 3592946"/>
              <a:gd name="connsiteY51" fmla="*/ 36946 h 2004291"/>
              <a:gd name="connsiteX52" fmla="*/ 2318328 w 3592946"/>
              <a:gd name="connsiteY52" fmla="*/ 0 h 2004291"/>
              <a:gd name="connsiteX53" fmla="*/ 2798619 w 3592946"/>
              <a:gd name="connsiteY53" fmla="*/ 9237 h 2004291"/>
              <a:gd name="connsiteX54" fmla="*/ 2881746 w 3592946"/>
              <a:gd name="connsiteY54" fmla="*/ 46182 h 2004291"/>
              <a:gd name="connsiteX55" fmla="*/ 2918691 w 3592946"/>
              <a:gd name="connsiteY55" fmla="*/ 55418 h 2004291"/>
              <a:gd name="connsiteX56" fmla="*/ 2955637 w 3592946"/>
              <a:gd name="connsiteY56" fmla="*/ 83128 h 2004291"/>
              <a:gd name="connsiteX57" fmla="*/ 3048000 w 3592946"/>
              <a:gd name="connsiteY57" fmla="*/ 120073 h 2004291"/>
              <a:gd name="connsiteX58" fmla="*/ 3121891 w 3592946"/>
              <a:gd name="connsiteY58" fmla="*/ 157018 h 2004291"/>
              <a:gd name="connsiteX59" fmla="*/ 3205019 w 3592946"/>
              <a:gd name="connsiteY59" fmla="*/ 203200 h 2004291"/>
              <a:gd name="connsiteX60" fmla="*/ 3241964 w 3592946"/>
              <a:gd name="connsiteY60" fmla="*/ 240146 h 2004291"/>
              <a:gd name="connsiteX61" fmla="*/ 3297382 w 3592946"/>
              <a:gd name="connsiteY61" fmla="*/ 258618 h 2004291"/>
              <a:gd name="connsiteX62" fmla="*/ 3362037 w 3592946"/>
              <a:gd name="connsiteY62" fmla="*/ 286328 h 2004291"/>
              <a:gd name="connsiteX63" fmla="*/ 3389746 w 3592946"/>
              <a:gd name="connsiteY63" fmla="*/ 314037 h 2004291"/>
              <a:gd name="connsiteX64" fmla="*/ 3445164 w 3592946"/>
              <a:gd name="connsiteY64" fmla="*/ 332509 h 2004291"/>
              <a:gd name="connsiteX65" fmla="*/ 3500582 w 3592946"/>
              <a:gd name="connsiteY65" fmla="*/ 360218 h 2004291"/>
              <a:gd name="connsiteX66" fmla="*/ 3528291 w 3592946"/>
              <a:gd name="connsiteY66" fmla="*/ 387928 h 2004291"/>
              <a:gd name="connsiteX67" fmla="*/ 3574473 w 3592946"/>
              <a:gd name="connsiteY67" fmla="*/ 489528 h 2004291"/>
              <a:gd name="connsiteX68" fmla="*/ 3592946 w 3592946"/>
              <a:gd name="connsiteY68" fmla="*/ 526473 h 2004291"/>
              <a:gd name="connsiteX69" fmla="*/ 3565237 w 3592946"/>
              <a:gd name="connsiteY69" fmla="*/ 831273 h 2004291"/>
              <a:gd name="connsiteX70" fmla="*/ 3509819 w 3592946"/>
              <a:gd name="connsiteY70" fmla="*/ 858982 h 2004291"/>
              <a:gd name="connsiteX71" fmla="*/ 3398982 w 3592946"/>
              <a:gd name="connsiteY71" fmla="*/ 886691 h 2004291"/>
              <a:gd name="connsiteX72" fmla="*/ 3260437 w 3592946"/>
              <a:gd name="connsiteY72" fmla="*/ 914400 h 2004291"/>
              <a:gd name="connsiteX73" fmla="*/ 3205019 w 3592946"/>
              <a:gd name="connsiteY73" fmla="*/ 960582 h 2004291"/>
              <a:gd name="connsiteX74" fmla="*/ 3186546 w 3592946"/>
              <a:gd name="connsiteY74" fmla="*/ 988291 h 2004291"/>
              <a:gd name="connsiteX75" fmla="*/ 3084946 w 3592946"/>
              <a:gd name="connsiteY75" fmla="*/ 1062182 h 2004291"/>
              <a:gd name="connsiteX76" fmla="*/ 3020291 w 3592946"/>
              <a:gd name="connsiteY76" fmla="*/ 1080655 h 2004291"/>
              <a:gd name="connsiteX77" fmla="*/ 2927928 w 3592946"/>
              <a:gd name="connsiteY77" fmla="*/ 1126837 h 2004291"/>
              <a:gd name="connsiteX78" fmla="*/ 2909455 w 3592946"/>
              <a:gd name="connsiteY78" fmla="*/ 1182255 h 2004291"/>
              <a:gd name="connsiteX79" fmla="*/ 2881746 w 3592946"/>
              <a:gd name="connsiteY79" fmla="*/ 1219200 h 2004291"/>
              <a:gd name="connsiteX80" fmla="*/ 2844800 w 3592946"/>
              <a:gd name="connsiteY80" fmla="*/ 1302328 h 2004291"/>
              <a:gd name="connsiteX81" fmla="*/ 2789382 w 3592946"/>
              <a:gd name="connsiteY81" fmla="*/ 1440873 h 2004291"/>
              <a:gd name="connsiteX82" fmla="*/ 2770909 w 3592946"/>
              <a:gd name="connsiteY82" fmla="*/ 1468582 h 2004291"/>
              <a:gd name="connsiteX83" fmla="*/ 2743200 w 3592946"/>
              <a:gd name="connsiteY83" fmla="*/ 1597891 h 2004291"/>
              <a:gd name="connsiteX84" fmla="*/ 2669309 w 3592946"/>
              <a:gd name="connsiteY84" fmla="*/ 1634837 h 2004291"/>
              <a:gd name="connsiteX85" fmla="*/ 2558473 w 3592946"/>
              <a:gd name="connsiteY85" fmla="*/ 1690255 h 2004291"/>
              <a:gd name="connsiteX86" fmla="*/ 2484582 w 3592946"/>
              <a:gd name="connsiteY86" fmla="*/ 1727200 h 2004291"/>
              <a:gd name="connsiteX87" fmla="*/ 2410691 w 3592946"/>
              <a:gd name="connsiteY87" fmla="*/ 1745673 h 2004291"/>
              <a:gd name="connsiteX88" fmla="*/ 2364509 w 3592946"/>
              <a:gd name="connsiteY88" fmla="*/ 1764146 h 2004291"/>
              <a:gd name="connsiteX89" fmla="*/ 2299855 w 3592946"/>
              <a:gd name="connsiteY89" fmla="*/ 1782618 h 2004291"/>
              <a:gd name="connsiteX90" fmla="*/ 2161309 w 3592946"/>
              <a:gd name="connsiteY90" fmla="*/ 1838037 h 2004291"/>
              <a:gd name="connsiteX91" fmla="*/ 2105891 w 3592946"/>
              <a:gd name="connsiteY91" fmla="*/ 1856509 h 2004291"/>
              <a:gd name="connsiteX92" fmla="*/ 1533237 w 3592946"/>
              <a:gd name="connsiteY92" fmla="*/ 1874982 h 2004291"/>
              <a:gd name="connsiteX93" fmla="*/ 1366982 w 3592946"/>
              <a:gd name="connsiteY93" fmla="*/ 1893455 h 2004291"/>
              <a:gd name="connsiteX94" fmla="*/ 1302328 w 3592946"/>
              <a:gd name="connsiteY94" fmla="*/ 1939637 h 2004291"/>
              <a:gd name="connsiteX95" fmla="*/ 979055 w 3592946"/>
              <a:gd name="connsiteY95" fmla="*/ 1939637 h 200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3592946" h="2004291">
                <a:moveTo>
                  <a:pt x="1080655" y="2004291"/>
                </a:moveTo>
                <a:cubicBezTo>
                  <a:pt x="1052893" y="1993186"/>
                  <a:pt x="1002471" y="1974500"/>
                  <a:pt x="979055" y="1958109"/>
                </a:cubicBezTo>
                <a:cubicBezTo>
                  <a:pt x="964787" y="1948122"/>
                  <a:pt x="955489" y="1932314"/>
                  <a:pt x="942109" y="1921164"/>
                </a:cubicBezTo>
                <a:cubicBezTo>
                  <a:pt x="918457" y="1901454"/>
                  <a:pt x="891389" y="1886020"/>
                  <a:pt x="868219" y="1865746"/>
                </a:cubicBezTo>
                <a:cubicBezTo>
                  <a:pt x="842005" y="1842809"/>
                  <a:pt x="823311" y="1811176"/>
                  <a:pt x="794328" y="1791855"/>
                </a:cubicBezTo>
                <a:lnTo>
                  <a:pt x="711200" y="1736437"/>
                </a:lnTo>
                <a:cubicBezTo>
                  <a:pt x="701964" y="1724122"/>
                  <a:pt x="693628" y="1711076"/>
                  <a:pt x="683491" y="1699491"/>
                </a:cubicBezTo>
                <a:cubicBezTo>
                  <a:pt x="672023" y="1686384"/>
                  <a:pt x="656790" y="1676631"/>
                  <a:pt x="646546" y="1662546"/>
                </a:cubicBezTo>
                <a:cubicBezTo>
                  <a:pt x="631946" y="1642471"/>
                  <a:pt x="624200" y="1617966"/>
                  <a:pt x="609600" y="1597891"/>
                </a:cubicBezTo>
                <a:cubicBezTo>
                  <a:pt x="599356" y="1583806"/>
                  <a:pt x="582316" y="1575437"/>
                  <a:pt x="572655" y="1560946"/>
                </a:cubicBezTo>
                <a:cubicBezTo>
                  <a:pt x="557380" y="1538033"/>
                  <a:pt x="550984" y="1509968"/>
                  <a:pt x="535709" y="1487055"/>
                </a:cubicBezTo>
                <a:cubicBezTo>
                  <a:pt x="529552" y="1477819"/>
                  <a:pt x="522201" y="1469275"/>
                  <a:pt x="517237" y="1459346"/>
                </a:cubicBezTo>
                <a:cubicBezTo>
                  <a:pt x="509822" y="1444516"/>
                  <a:pt x="510488" y="1424888"/>
                  <a:pt x="498764" y="1413164"/>
                </a:cubicBezTo>
                <a:cubicBezTo>
                  <a:pt x="489788" y="1404188"/>
                  <a:pt x="474134" y="1407007"/>
                  <a:pt x="461819" y="1403928"/>
                </a:cubicBezTo>
                <a:cubicBezTo>
                  <a:pt x="455661" y="1388534"/>
                  <a:pt x="452543" y="1371541"/>
                  <a:pt x="443346" y="1357746"/>
                </a:cubicBezTo>
                <a:cubicBezTo>
                  <a:pt x="433685" y="1343255"/>
                  <a:pt x="417869" y="1333907"/>
                  <a:pt x="406400" y="1320800"/>
                </a:cubicBezTo>
                <a:cubicBezTo>
                  <a:pt x="396263" y="1309215"/>
                  <a:pt x="388828" y="1295440"/>
                  <a:pt x="378691" y="1283855"/>
                </a:cubicBezTo>
                <a:cubicBezTo>
                  <a:pt x="367222" y="1270748"/>
                  <a:pt x="353080" y="1260132"/>
                  <a:pt x="341746" y="1246909"/>
                </a:cubicBezTo>
                <a:cubicBezTo>
                  <a:pt x="292272" y="1189189"/>
                  <a:pt x="357216" y="1252143"/>
                  <a:pt x="304800" y="1182255"/>
                </a:cubicBezTo>
                <a:cubicBezTo>
                  <a:pt x="294350" y="1168322"/>
                  <a:pt x="279189" y="1158532"/>
                  <a:pt x="267855" y="1145309"/>
                </a:cubicBezTo>
                <a:cubicBezTo>
                  <a:pt x="219236" y="1088586"/>
                  <a:pt x="288226" y="1146733"/>
                  <a:pt x="212437" y="1089891"/>
                </a:cubicBezTo>
                <a:cubicBezTo>
                  <a:pt x="203201" y="1074497"/>
                  <a:pt x="192757" y="1059766"/>
                  <a:pt x="184728" y="1043709"/>
                </a:cubicBezTo>
                <a:cubicBezTo>
                  <a:pt x="132921" y="940096"/>
                  <a:pt x="233890" y="1113579"/>
                  <a:pt x="157019" y="979055"/>
                </a:cubicBezTo>
                <a:cubicBezTo>
                  <a:pt x="151512" y="969417"/>
                  <a:pt x="143055" y="961490"/>
                  <a:pt x="138546" y="951346"/>
                </a:cubicBezTo>
                <a:cubicBezTo>
                  <a:pt x="124998" y="920864"/>
                  <a:pt x="122219" y="886475"/>
                  <a:pt x="101600" y="858982"/>
                </a:cubicBezTo>
                <a:cubicBezTo>
                  <a:pt x="91150" y="845049"/>
                  <a:pt x="75989" y="835260"/>
                  <a:pt x="64655" y="822037"/>
                </a:cubicBezTo>
                <a:cubicBezTo>
                  <a:pt x="57431" y="813609"/>
                  <a:pt x="51690" y="803966"/>
                  <a:pt x="46182" y="794328"/>
                </a:cubicBezTo>
                <a:cubicBezTo>
                  <a:pt x="39351" y="782373"/>
                  <a:pt x="32414" y="770322"/>
                  <a:pt x="27709" y="757382"/>
                </a:cubicBezTo>
                <a:cubicBezTo>
                  <a:pt x="9543" y="707426"/>
                  <a:pt x="8367" y="687510"/>
                  <a:pt x="0" y="637309"/>
                </a:cubicBezTo>
                <a:cubicBezTo>
                  <a:pt x="6158" y="535709"/>
                  <a:pt x="7533" y="433706"/>
                  <a:pt x="18473" y="332509"/>
                </a:cubicBezTo>
                <a:cubicBezTo>
                  <a:pt x="20305" y="315562"/>
                  <a:pt x="72151" y="242756"/>
                  <a:pt x="73891" y="240146"/>
                </a:cubicBezTo>
                <a:cubicBezTo>
                  <a:pt x="112598" y="182086"/>
                  <a:pt x="66812" y="240838"/>
                  <a:pt x="129309" y="193964"/>
                </a:cubicBezTo>
                <a:cubicBezTo>
                  <a:pt x="143242" y="183514"/>
                  <a:pt x="153031" y="168352"/>
                  <a:pt x="166255" y="157018"/>
                </a:cubicBezTo>
                <a:cubicBezTo>
                  <a:pt x="174683" y="149794"/>
                  <a:pt x="184326" y="144053"/>
                  <a:pt x="193964" y="138546"/>
                </a:cubicBezTo>
                <a:cubicBezTo>
                  <a:pt x="205919" y="131715"/>
                  <a:pt x="218125" y="125187"/>
                  <a:pt x="230909" y="120073"/>
                </a:cubicBezTo>
                <a:cubicBezTo>
                  <a:pt x="268388" y="105081"/>
                  <a:pt x="286983" y="101436"/>
                  <a:pt x="323273" y="92364"/>
                </a:cubicBezTo>
                <a:cubicBezTo>
                  <a:pt x="335588" y="83128"/>
                  <a:pt x="346762" y="72131"/>
                  <a:pt x="360219" y="64655"/>
                </a:cubicBezTo>
                <a:cubicBezTo>
                  <a:pt x="416709" y="33271"/>
                  <a:pt x="482557" y="36028"/>
                  <a:pt x="544946" y="27709"/>
                </a:cubicBezTo>
                <a:cubicBezTo>
                  <a:pt x="609600" y="30788"/>
                  <a:pt x="674577" y="29798"/>
                  <a:pt x="738909" y="36946"/>
                </a:cubicBezTo>
                <a:cubicBezTo>
                  <a:pt x="785718" y="42147"/>
                  <a:pt x="830722" y="58814"/>
                  <a:pt x="877455" y="64655"/>
                </a:cubicBezTo>
                <a:lnTo>
                  <a:pt x="951346" y="73891"/>
                </a:lnTo>
                <a:cubicBezTo>
                  <a:pt x="960582" y="76970"/>
                  <a:pt x="970347" y="78774"/>
                  <a:pt x="979055" y="83128"/>
                </a:cubicBezTo>
                <a:cubicBezTo>
                  <a:pt x="1045694" y="116447"/>
                  <a:pt x="962759" y="87692"/>
                  <a:pt x="1043709" y="120073"/>
                </a:cubicBezTo>
                <a:cubicBezTo>
                  <a:pt x="1106684" y="145263"/>
                  <a:pt x="1106825" y="139401"/>
                  <a:pt x="1182255" y="147782"/>
                </a:cubicBezTo>
                <a:cubicBezTo>
                  <a:pt x="1194570" y="150861"/>
                  <a:pt x="1207041" y="153370"/>
                  <a:pt x="1219200" y="157018"/>
                </a:cubicBezTo>
                <a:cubicBezTo>
                  <a:pt x="1237851" y="162613"/>
                  <a:pt x="1255151" y="175102"/>
                  <a:pt x="1274619" y="175491"/>
                </a:cubicBezTo>
                <a:lnTo>
                  <a:pt x="1681019" y="166255"/>
                </a:lnTo>
                <a:cubicBezTo>
                  <a:pt x="1721043" y="160097"/>
                  <a:pt x="1761560" y="156567"/>
                  <a:pt x="1801091" y="147782"/>
                </a:cubicBezTo>
                <a:cubicBezTo>
                  <a:pt x="1817276" y="144185"/>
                  <a:pt x="1831691" y="134975"/>
                  <a:pt x="1847273" y="129309"/>
                </a:cubicBezTo>
                <a:cubicBezTo>
                  <a:pt x="1865573" y="122655"/>
                  <a:pt x="1883718" y="115215"/>
                  <a:pt x="1902691" y="110837"/>
                </a:cubicBezTo>
                <a:cubicBezTo>
                  <a:pt x="1963878" y="96717"/>
                  <a:pt x="2087419" y="73891"/>
                  <a:pt x="2087419" y="73891"/>
                </a:cubicBezTo>
                <a:cubicBezTo>
                  <a:pt x="2118207" y="61576"/>
                  <a:pt x="2147412" y="44139"/>
                  <a:pt x="2179782" y="36946"/>
                </a:cubicBezTo>
                <a:cubicBezTo>
                  <a:pt x="2281918" y="14249"/>
                  <a:pt x="2235981" y="27449"/>
                  <a:pt x="2318328" y="0"/>
                </a:cubicBezTo>
                <a:cubicBezTo>
                  <a:pt x="2478425" y="3079"/>
                  <a:pt x="2638706" y="966"/>
                  <a:pt x="2798619" y="9237"/>
                </a:cubicBezTo>
                <a:cubicBezTo>
                  <a:pt x="2863954" y="12616"/>
                  <a:pt x="2838186" y="27513"/>
                  <a:pt x="2881746" y="46182"/>
                </a:cubicBezTo>
                <a:cubicBezTo>
                  <a:pt x="2893414" y="51182"/>
                  <a:pt x="2906376" y="52339"/>
                  <a:pt x="2918691" y="55418"/>
                </a:cubicBezTo>
                <a:cubicBezTo>
                  <a:pt x="2931006" y="64655"/>
                  <a:pt x="2942583" y="74969"/>
                  <a:pt x="2955637" y="83128"/>
                </a:cubicBezTo>
                <a:cubicBezTo>
                  <a:pt x="2998876" y="110153"/>
                  <a:pt x="2995249" y="97466"/>
                  <a:pt x="3048000" y="120073"/>
                </a:cubicBezTo>
                <a:cubicBezTo>
                  <a:pt x="3073311" y="130921"/>
                  <a:pt x="3097554" y="144134"/>
                  <a:pt x="3121891" y="157018"/>
                </a:cubicBezTo>
                <a:cubicBezTo>
                  <a:pt x="3149906" y="171849"/>
                  <a:pt x="3178957" y="185157"/>
                  <a:pt x="3205019" y="203200"/>
                </a:cubicBezTo>
                <a:cubicBezTo>
                  <a:pt x="3219338" y="213114"/>
                  <a:pt x="3227030" y="231185"/>
                  <a:pt x="3241964" y="240146"/>
                </a:cubicBezTo>
                <a:cubicBezTo>
                  <a:pt x="3258661" y="250164"/>
                  <a:pt x="3279208" y="251628"/>
                  <a:pt x="3297382" y="258618"/>
                </a:cubicBezTo>
                <a:cubicBezTo>
                  <a:pt x="3319267" y="267035"/>
                  <a:pt x="3340485" y="277091"/>
                  <a:pt x="3362037" y="286328"/>
                </a:cubicBezTo>
                <a:cubicBezTo>
                  <a:pt x="3371273" y="295564"/>
                  <a:pt x="3378328" y="307694"/>
                  <a:pt x="3389746" y="314037"/>
                </a:cubicBezTo>
                <a:cubicBezTo>
                  <a:pt x="3406767" y="323493"/>
                  <a:pt x="3427190" y="325020"/>
                  <a:pt x="3445164" y="332509"/>
                </a:cubicBezTo>
                <a:cubicBezTo>
                  <a:pt x="3464228" y="340452"/>
                  <a:pt x="3482109" y="350982"/>
                  <a:pt x="3500582" y="360218"/>
                </a:cubicBezTo>
                <a:cubicBezTo>
                  <a:pt x="3509818" y="369455"/>
                  <a:pt x="3521278" y="376908"/>
                  <a:pt x="3528291" y="387928"/>
                </a:cubicBezTo>
                <a:cubicBezTo>
                  <a:pt x="3590781" y="486125"/>
                  <a:pt x="3549038" y="430178"/>
                  <a:pt x="3574473" y="489528"/>
                </a:cubicBezTo>
                <a:cubicBezTo>
                  <a:pt x="3579897" y="502183"/>
                  <a:pt x="3586788" y="514158"/>
                  <a:pt x="3592946" y="526473"/>
                </a:cubicBezTo>
                <a:cubicBezTo>
                  <a:pt x="3583710" y="628073"/>
                  <a:pt x="3589980" y="732300"/>
                  <a:pt x="3565237" y="831273"/>
                </a:cubicBezTo>
                <a:cubicBezTo>
                  <a:pt x="3560228" y="851309"/>
                  <a:pt x="3529412" y="852451"/>
                  <a:pt x="3509819" y="858982"/>
                </a:cubicBezTo>
                <a:cubicBezTo>
                  <a:pt x="3473691" y="871025"/>
                  <a:pt x="3436158" y="878430"/>
                  <a:pt x="3398982" y="886691"/>
                </a:cubicBezTo>
                <a:cubicBezTo>
                  <a:pt x="3353007" y="896908"/>
                  <a:pt x="3260437" y="914400"/>
                  <a:pt x="3260437" y="914400"/>
                </a:cubicBezTo>
                <a:cubicBezTo>
                  <a:pt x="3241964" y="929794"/>
                  <a:pt x="3222022" y="943579"/>
                  <a:pt x="3205019" y="960582"/>
                </a:cubicBezTo>
                <a:cubicBezTo>
                  <a:pt x="3197170" y="968431"/>
                  <a:pt x="3193770" y="979863"/>
                  <a:pt x="3186546" y="988291"/>
                </a:cubicBezTo>
                <a:cubicBezTo>
                  <a:pt x="3155188" y="1024875"/>
                  <a:pt x="3131744" y="1042126"/>
                  <a:pt x="3084946" y="1062182"/>
                </a:cubicBezTo>
                <a:cubicBezTo>
                  <a:pt x="3064344" y="1071011"/>
                  <a:pt x="3041017" y="1072121"/>
                  <a:pt x="3020291" y="1080655"/>
                </a:cubicBezTo>
                <a:cubicBezTo>
                  <a:pt x="2988462" y="1093761"/>
                  <a:pt x="2927928" y="1126837"/>
                  <a:pt x="2927928" y="1126837"/>
                </a:cubicBezTo>
                <a:cubicBezTo>
                  <a:pt x="2921770" y="1145310"/>
                  <a:pt x="2918163" y="1164839"/>
                  <a:pt x="2909455" y="1182255"/>
                </a:cubicBezTo>
                <a:cubicBezTo>
                  <a:pt x="2902571" y="1196024"/>
                  <a:pt x="2887463" y="1204907"/>
                  <a:pt x="2881746" y="1219200"/>
                </a:cubicBezTo>
                <a:cubicBezTo>
                  <a:pt x="2843799" y="1314066"/>
                  <a:pt x="2904279" y="1242847"/>
                  <a:pt x="2844800" y="1302328"/>
                </a:cubicBezTo>
                <a:cubicBezTo>
                  <a:pt x="2823939" y="1364913"/>
                  <a:pt x="2823025" y="1373589"/>
                  <a:pt x="2789382" y="1440873"/>
                </a:cubicBezTo>
                <a:cubicBezTo>
                  <a:pt x="2784418" y="1450802"/>
                  <a:pt x="2777067" y="1459346"/>
                  <a:pt x="2770909" y="1468582"/>
                </a:cubicBezTo>
                <a:cubicBezTo>
                  <a:pt x="2761673" y="1511685"/>
                  <a:pt x="2758678" y="1556616"/>
                  <a:pt x="2743200" y="1597891"/>
                </a:cubicBezTo>
                <a:cubicBezTo>
                  <a:pt x="2738278" y="1611015"/>
                  <a:pt x="2671159" y="1633967"/>
                  <a:pt x="2669309" y="1634837"/>
                </a:cubicBezTo>
                <a:cubicBezTo>
                  <a:pt x="2631934" y="1652425"/>
                  <a:pt x="2592842" y="1667342"/>
                  <a:pt x="2558473" y="1690255"/>
                </a:cubicBezTo>
                <a:cubicBezTo>
                  <a:pt x="2526693" y="1711442"/>
                  <a:pt x="2526548" y="1714288"/>
                  <a:pt x="2484582" y="1727200"/>
                </a:cubicBezTo>
                <a:cubicBezTo>
                  <a:pt x="2460316" y="1734666"/>
                  <a:pt x="2434957" y="1738207"/>
                  <a:pt x="2410691" y="1745673"/>
                </a:cubicBezTo>
                <a:cubicBezTo>
                  <a:pt x="2394844" y="1750549"/>
                  <a:pt x="2380238" y="1758903"/>
                  <a:pt x="2364509" y="1764146"/>
                </a:cubicBezTo>
                <a:cubicBezTo>
                  <a:pt x="2343246" y="1771234"/>
                  <a:pt x="2320666" y="1774294"/>
                  <a:pt x="2299855" y="1782618"/>
                </a:cubicBezTo>
                <a:cubicBezTo>
                  <a:pt x="2077499" y="1871561"/>
                  <a:pt x="2356967" y="1777835"/>
                  <a:pt x="2161309" y="1838037"/>
                </a:cubicBezTo>
                <a:cubicBezTo>
                  <a:pt x="2142698" y="1843763"/>
                  <a:pt x="2125329" y="1855366"/>
                  <a:pt x="2105891" y="1856509"/>
                </a:cubicBezTo>
                <a:cubicBezTo>
                  <a:pt x="1915237" y="1867724"/>
                  <a:pt x="1724122" y="1868824"/>
                  <a:pt x="1533237" y="1874982"/>
                </a:cubicBezTo>
                <a:cubicBezTo>
                  <a:pt x="1477819" y="1881140"/>
                  <a:pt x="1421225" y="1880540"/>
                  <a:pt x="1366982" y="1893455"/>
                </a:cubicBezTo>
                <a:cubicBezTo>
                  <a:pt x="1287633" y="1912348"/>
                  <a:pt x="1395127" y="1934878"/>
                  <a:pt x="1302328" y="1939637"/>
                </a:cubicBezTo>
                <a:cubicBezTo>
                  <a:pt x="1194712" y="1945156"/>
                  <a:pt x="1086813" y="1939637"/>
                  <a:pt x="979055" y="1939637"/>
                </a:cubicBez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표준 컴포넌트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설계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적용 원칙</a:t>
            </a:r>
            <a:endParaRPr lang="en-US" altLang="ko-KR" dirty="0"/>
          </a:p>
          <a:p>
            <a:pPr lvl="1"/>
            <a:r>
              <a:rPr lang="en-US" altLang="ko-KR" dirty="0"/>
              <a:t>Encapsulated</a:t>
            </a:r>
          </a:p>
          <a:p>
            <a:pPr lvl="1"/>
            <a:r>
              <a:rPr lang="en-US" altLang="ko-KR" dirty="0"/>
              <a:t>Event-Driven</a:t>
            </a:r>
          </a:p>
          <a:p>
            <a:pPr lvl="1"/>
            <a:r>
              <a:rPr lang="en-US" altLang="ko-KR" dirty="0"/>
              <a:t>Separation of Concern</a:t>
            </a:r>
          </a:p>
          <a:p>
            <a:pPr lvl="2"/>
            <a:r>
              <a:rPr lang="en-US" altLang="ko-KR" dirty="0"/>
              <a:t>Technical vs. Domain</a:t>
            </a:r>
          </a:p>
          <a:p>
            <a:pPr lvl="2"/>
            <a:r>
              <a:rPr lang="en-US" altLang="ko-KR" dirty="0"/>
              <a:t>Device Abstraction</a:t>
            </a:r>
          </a:p>
          <a:p>
            <a:pPr lvl="2"/>
            <a:r>
              <a:rPr lang="en-US" altLang="ko-KR" dirty="0"/>
              <a:t>Data Abstraction</a:t>
            </a:r>
          </a:p>
          <a:p>
            <a:r>
              <a:rPr lang="ko-KR" altLang="en-US" dirty="0"/>
              <a:t>표준 컴포넌트 인터페이스</a:t>
            </a:r>
            <a:endParaRPr lang="en-US" altLang="ko-KR" dirty="0"/>
          </a:p>
          <a:p>
            <a:pPr lvl="1"/>
            <a:r>
              <a:rPr lang="en-US" altLang="ko-KR" dirty="0"/>
              <a:t>Unique Identification</a:t>
            </a:r>
          </a:p>
          <a:p>
            <a:pPr lvl="1"/>
            <a:r>
              <a:rPr lang="en-US" altLang="ko-KR" dirty="0"/>
              <a:t>Event Generation</a:t>
            </a:r>
          </a:p>
          <a:p>
            <a:pPr lvl="2"/>
            <a:r>
              <a:rPr lang="en-US" altLang="ko-KR" dirty="0"/>
              <a:t>Event Source</a:t>
            </a:r>
          </a:p>
          <a:p>
            <a:pPr lvl="1"/>
            <a:r>
              <a:rPr lang="en-US" altLang="ko-KR" dirty="0"/>
              <a:t>Event Processing</a:t>
            </a:r>
          </a:p>
          <a:p>
            <a:pPr lvl="2"/>
            <a:r>
              <a:rPr lang="en-US" altLang="ko-KR" dirty="0"/>
              <a:t>Event Target</a:t>
            </a:r>
          </a:p>
          <a:p>
            <a:pPr lvl="1"/>
            <a:r>
              <a:rPr lang="en-US" altLang="ko-KR" dirty="0"/>
              <a:t>Device Interface</a:t>
            </a:r>
          </a:p>
          <a:p>
            <a:pPr lvl="2"/>
            <a:r>
              <a:rPr lang="en-US" altLang="ko-KR" dirty="0"/>
              <a:t>Sensor</a:t>
            </a:r>
          </a:p>
          <a:p>
            <a:pPr lvl="2"/>
            <a:r>
              <a:rPr lang="en-US" altLang="ko-KR" dirty="0"/>
              <a:t>Actuator</a:t>
            </a:r>
          </a:p>
          <a:p>
            <a:pPr lvl="1"/>
            <a:r>
              <a:rPr lang="en-US" altLang="ko-KR" dirty="0"/>
              <a:t>Data Interface</a:t>
            </a:r>
          </a:p>
          <a:p>
            <a:pPr lvl="2"/>
            <a:r>
              <a:rPr lang="en-US" altLang="ko-KR" dirty="0"/>
              <a:t>Storage Interface</a:t>
            </a:r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5248274" y="1429331"/>
            <a:ext cx="4147127" cy="2466110"/>
          </a:xfrm>
          <a:custGeom>
            <a:avLst/>
            <a:gdLst>
              <a:gd name="connsiteX0" fmla="*/ 101600 w 4147127"/>
              <a:gd name="connsiteY0" fmla="*/ 886691 h 2466110"/>
              <a:gd name="connsiteX1" fmla="*/ 157018 w 4147127"/>
              <a:gd name="connsiteY1" fmla="*/ 812800 h 2466110"/>
              <a:gd name="connsiteX2" fmla="*/ 175491 w 4147127"/>
              <a:gd name="connsiteY2" fmla="*/ 775855 h 2466110"/>
              <a:gd name="connsiteX3" fmla="*/ 240146 w 4147127"/>
              <a:gd name="connsiteY3" fmla="*/ 748146 h 2466110"/>
              <a:gd name="connsiteX4" fmla="*/ 249382 w 4147127"/>
              <a:gd name="connsiteY4" fmla="*/ 711200 h 2466110"/>
              <a:gd name="connsiteX5" fmla="*/ 286327 w 4147127"/>
              <a:gd name="connsiteY5" fmla="*/ 692728 h 2466110"/>
              <a:gd name="connsiteX6" fmla="*/ 314037 w 4147127"/>
              <a:gd name="connsiteY6" fmla="*/ 665019 h 2466110"/>
              <a:gd name="connsiteX7" fmla="*/ 387927 w 4147127"/>
              <a:gd name="connsiteY7" fmla="*/ 609600 h 2466110"/>
              <a:gd name="connsiteX8" fmla="*/ 452582 w 4147127"/>
              <a:gd name="connsiteY8" fmla="*/ 544946 h 2466110"/>
              <a:gd name="connsiteX9" fmla="*/ 489527 w 4147127"/>
              <a:gd name="connsiteY9" fmla="*/ 526473 h 2466110"/>
              <a:gd name="connsiteX10" fmla="*/ 526473 w 4147127"/>
              <a:gd name="connsiteY10" fmla="*/ 489528 h 2466110"/>
              <a:gd name="connsiteX11" fmla="*/ 609600 w 4147127"/>
              <a:gd name="connsiteY11" fmla="*/ 443346 h 2466110"/>
              <a:gd name="connsiteX12" fmla="*/ 711200 w 4147127"/>
              <a:gd name="connsiteY12" fmla="*/ 387928 h 2466110"/>
              <a:gd name="connsiteX13" fmla="*/ 775855 w 4147127"/>
              <a:gd name="connsiteY13" fmla="*/ 350982 h 2466110"/>
              <a:gd name="connsiteX14" fmla="*/ 840509 w 4147127"/>
              <a:gd name="connsiteY14" fmla="*/ 332510 h 2466110"/>
              <a:gd name="connsiteX15" fmla="*/ 877455 w 4147127"/>
              <a:gd name="connsiteY15" fmla="*/ 314037 h 2466110"/>
              <a:gd name="connsiteX16" fmla="*/ 960582 w 4147127"/>
              <a:gd name="connsiteY16" fmla="*/ 286328 h 2466110"/>
              <a:gd name="connsiteX17" fmla="*/ 1043709 w 4147127"/>
              <a:gd name="connsiteY17" fmla="*/ 249382 h 2466110"/>
              <a:gd name="connsiteX18" fmla="*/ 1145309 w 4147127"/>
              <a:gd name="connsiteY18" fmla="*/ 212437 h 2466110"/>
              <a:gd name="connsiteX19" fmla="*/ 1173018 w 4147127"/>
              <a:gd name="connsiteY19" fmla="*/ 175491 h 2466110"/>
              <a:gd name="connsiteX20" fmla="*/ 1200727 w 4147127"/>
              <a:gd name="connsiteY20" fmla="*/ 166255 h 2466110"/>
              <a:gd name="connsiteX21" fmla="*/ 1209964 w 4147127"/>
              <a:gd name="connsiteY21" fmla="*/ 138546 h 2466110"/>
              <a:gd name="connsiteX22" fmla="*/ 1283855 w 4147127"/>
              <a:gd name="connsiteY22" fmla="*/ 129310 h 2466110"/>
              <a:gd name="connsiteX23" fmla="*/ 1385455 w 4147127"/>
              <a:gd name="connsiteY23" fmla="*/ 101600 h 2466110"/>
              <a:gd name="connsiteX24" fmla="*/ 1422400 w 4147127"/>
              <a:gd name="connsiteY24" fmla="*/ 83128 h 2466110"/>
              <a:gd name="connsiteX25" fmla="*/ 1459346 w 4147127"/>
              <a:gd name="connsiteY25" fmla="*/ 73891 h 2466110"/>
              <a:gd name="connsiteX26" fmla="*/ 1505527 w 4147127"/>
              <a:gd name="connsiteY26" fmla="*/ 55419 h 2466110"/>
              <a:gd name="connsiteX27" fmla="*/ 1542473 w 4147127"/>
              <a:gd name="connsiteY27" fmla="*/ 36946 h 2466110"/>
              <a:gd name="connsiteX28" fmla="*/ 1791855 w 4147127"/>
              <a:gd name="connsiteY28" fmla="*/ 0 h 2466110"/>
              <a:gd name="connsiteX29" fmla="*/ 2382982 w 4147127"/>
              <a:gd name="connsiteY29" fmla="*/ 9237 h 2466110"/>
              <a:gd name="connsiteX30" fmla="*/ 2530764 w 4147127"/>
              <a:gd name="connsiteY30" fmla="*/ 46182 h 2466110"/>
              <a:gd name="connsiteX31" fmla="*/ 2558473 w 4147127"/>
              <a:gd name="connsiteY31" fmla="*/ 55419 h 2466110"/>
              <a:gd name="connsiteX32" fmla="*/ 2632364 w 4147127"/>
              <a:gd name="connsiteY32" fmla="*/ 92364 h 2466110"/>
              <a:gd name="connsiteX33" fmla="*/ 2669309 w 4147127"/>
              <a:gd name="connsiteY33" fmla="*/ 129310 h 2466110"/>
              <a:gd name="connsiteX34" fmla="*/ 2743200 w 4147127"/>
              <a:gd name="connsiteY34" fmla="*/ 166255 h 2466110"/>
              <a:gd name="connsiteX35" fmla="*/ 2798618 w 4147127"/>
              <a:gd name="connsiteY35" fmla="*/ 221673 h 2466110"/>
              <a:gd name="connsiteX36" fmla="*/ 2835564 w 4147127"/>
              <a:gd name="connsiteY36" fmla="*/ 258619 h 2466110"/>
              <a:gd name="connsiteX37" fmla="*/ 2872509 w 4147127"/>
              <a:gd name="connsiteY37" fmla="*/ 286328 h 2466110"/>
              <a:gd name="connsiteX38" fmla="*/ 2900218 w 4147127"/>
              <a:gd name="connsiteY38" fmla="*/ 304800 h 2466110"/>
              <a:gd name="connsiteX39" fmla="*/ 3011055 w 4147127"/>
              <a:gd name="connsiteY39" fmla="*/ 397164 h 2466110"/>
              <a:gd name="connsiteX40" fmla="*/ 3048000 w 4147127"/>
              <a:gd name="connsiteY40" fmla="*/ 434110 h 2466110"/>
              <a:gd name="connsiteX41" fmla="*/ 3075709 w 4147127"/>
              <a:gd name="connsiteY41" fmla="*/ 443346 h 2466110"/>
              <a:gd name="connsiteX42" fmla="*/ 3112655 w 4147127"/>
              <a:gd name="connsiteY42" fmla="*/ 480291 h 2466110"/>
              <a:gd name="connsiteX43" fmla="*/ 3140364 w 4147127"/>
              <a:gd name="connsiteY43" fmla="*/ 498764 h 2466110"/>
              <a:gd name="connsiteX44" fmla="*/ 3168073 w 4147127"/>
              <a:gd name="connsiteY44" fmla="*/ 535710 h 2466110"/>
              <a:gd name="connsiteX45" fmla="*/ 3205018 w 4147127"/>
              <a:gd name="connsiteY45" fmla="*/ 554182 h 2466110"/>
              <a:gd name="connsiteX46" fmla="*/ 3232727 w 4147127"/>
              <a:gd name="connsiteY46" fmla="*/ 692728 h 2466110"/>
              <a:gd name="connsiteX47" fmla="*/ 3251200 w 4147127"/>
              <a:gd name="connsiteY47" fmla="*/ 803564 h 2466110"/>
              <a:gd name="connsiteX48" fmla="*/ 3288146 w 4147127"/>
              <a:gd name="connsiteY48" fmla="*/ 877455 h 2466110"/>
              <a:gd name="connsiteX49" fmla="*/ 3362037 w 4147127"/>
              <a:gd name="connsiteY49" fmla="*/ 942110 h 2466110"/>
              <a:gd name="connsiteX50" fmla="*/ 3380509 w 4147127"/>
              <a:gd name="connsiteY50" fmla="*/ 969819 h 2466110"/>
              <a:gd name="connsiteX51" fmla="*/ 3389746 w 4147127"/>
              <a:gd name="connsiteY51" fmla="*/ 997528 h 2466110"/>
              <a:gd name="connsiteX52" fmla="*/ 3426691 w 4147127"/>
              <a:gd name="connsiteY52" fmla="*/ 1016000 h 2466110"/>
              <a:gd name="connsiteX53" fmla="*/ 3482109 w 4147127"/>
              <a:gd name="connsiteY53" fmla="*/ 1043710 h 2466110"/>
              <a:gd name="connsiteX54" fmla="*/ 3500582 w 4147127"/>
              <a:gd name="connsiteY54" fmla="*/ 1071419 h 2466110"/>
              <a:gd name="connsiteX55" fmla="*/ 3509818 w 4147127"/>
              <a:gd name="connsiteY55" fmla="*/ 1099128 h 2466110"/>
              <a:gd name="connsiteX56" fmla="*/ 3574473 w 4147127"/>
              <a:gd name="connsiteY56" fmla="*/ 1126837 h 2466110"/>
              <a:gd name="connsiteX57" fmla="*/ 3592946 w 4147127"/>
              <a:gd name="connsiteY57" fmla="*/ 1163782 h 2466110"/>
              <a:gd name="connsiteX58" fmla="*/ 3620655 w 4147127"/>
              <a:gd name="connsiteY58" fmla="*/ 1182255 h 2466110"/>
              <a:gd name="connsiteX59" fmla="*/ 3629891 w 4147127"/>
              <a:gd name="connsiteY59" fmla="*/ 1209964 h 2466110"/>
              <a:gd name="connsiteX60" fmla="*/ 3666837 w 4147127"/>
              <a:gd name="connsiteY60" fmla="*/ 1246910 h 2466110"/>
              <a:gd name="connsiteX61" fmla="*/ 3713018 w 4147127"/>
              <a:gd name="connsiteY61" fmla="*/ 1320800 h 2466110"/>
              <a:gd name="connsiteX62" fmla="*/ 3749964 w 4147127"/>
              <a:gd name="connsiteY62" fmla="*/ 1357746 h 2466110"/>
              <a:gd name="connsiteX63" fmla="*/ 3768437 w 4147127"/>
              <a:gd name="connsiteY63" fmla="*/ 1394691 h 2466110"/>
              <a:gd name="connsiteX64" fmla="*/ 3786909 w 4147127"/>
              <a:gd name="connsiteY64" fmla="*/ 1422400 h 2466110"/>
              <a:gd name="connsiteX65" fmla="*/ 3823855 w 4147127"/>
              <a:gd name="connsiteY65" fmla="*/ 1496291 h 2466110"/>
              <a:gd name="connsiteX66" fmla="*/ 3860800 w 4147127"/>
              <a:gd name="connsiteY66" fmla="*/ 1524000 h 2466110"/>
              <a:gd name="connsiteX67" fmla="*/ 3925455 w 4147127"/>
              <a:gd name="connsiteY67" fmla="*/ 1579419 h 2466110"/>
              <a:gd name="connsiteX68" fmla="*/ 3943927 w 4147127"/>
              <a:gd name="connsiteY68" fmla="*/ 1616364 h 2466110"/>
              <a:gd name="connsiteX69" fmla="*/ 3980873 w 4147127"/>
              <a:gd name="connsiteY69" fmla="*/ 1625600 h 2466110"/>
              <a:gd name="connsiteX70" fmla="*/ 4008582 w 4147127"/>
              <a:gd name="connsiteY70" fmla="*/ 1644073 h 2466110"/>
              <a:gd name="connsiteX71" fmla="*/ 4027055 w 4147127"/>
              <a:gd name="connsiteY71" fmla="*/ 1681019 h 2466110"/>
              <a:gd name="connsiteX72" fmla="*/ 4045527 w 4147127"/>
              <a:gd name="connsiteY72" fmla="*/ 1708728 h 2466110"/>
              <a:gd name="connsiteX73" fmla="*/ 4054764 w 4147127"/>
              <a:gd name="connsiteY73" fmla="*/ 1773382 h 2466110"/>
              <a:gd name="connsiteX74" fmla="*/ 4091709 w 4147127"/>
              <a:gd name="connsiteY74" fmla="*/ 1856510 h 2466110"/>
              <a:gd name="connsiteX75" fmla="*/ 4110182 w 4147127"/>
              <a:gd name="connsiteY75" fmla="*/ 1995055 h 2466110"/>
              <a:gd name="connsiteX76" fmla="*/ 4128655 w 4147127"/>
              <a:gd name="connsiteY76" fmla="*/ 2078182 h 2466110"/>
              <a:gd name="connsiteX77" fmla="*/ 4147127 w 4147127"/>
              <a:gd name="connsiteY77" fmla="*/ 2225964 h 2466110"/>
              <a:gd name="connsiteX78" fmla="*/ 4137891 w 4147127"/>
              <a:gd name="connsiteY78" fmla="*/ 2290619 h 2466110"/>
              <a:gd name="connsiteX79" fmla="*/ 4045527 w 4147127"/>
              <a:gd name="connsiteY79" fmla="*/ 2327564 h 2466110"/>
              <a:gd name="connsiteX80" fmla="*/ 4017818 w 4147127"/>
              <a:gd name="connsiteY80" fmla="*/ 2336800 h 2466110"/>
              <a:gd name="connsiteX81" fmla="*/ 3934691 w 4147127"/>
              <a:gd name="connsiteY81" fmla="*/ 2355273 h 2466110"/>
              <a:gd name="connsiteX82" fmla="*/ 2946400 w 4147127"/>
              <a:gd name="connsiteY82" fmla="*/ 2410691 h 2466110"/>
              <a:gd name="connsiteX83" fmla="*/ 2854037 w 4147127"/>
              <a:gd name="connsiteY83" fmla="*/ 2429164 h 2466110"/>
              <a:gd name="connsiteX84" fmla="*/ 2817091 w 4147127"/>
              <a:gd name="connsiteY84" fmla="*/ 2447637 h 2466110"/>
              <a:gd name="connsiteX85" fmla="*/ 2743200 w 4147127"/>
              <a:gd name="connsiteY85" fmla="*/ 2466110 h 2466110"/>
              <a:gd name="connsiteX86" fmla="*/ 2004291 w 4147127"/>
              <a:gd name="connsiteY86" fmla="*/ 2456873 h 2466110"/>
              <a:gd name="connsiteX87" fmla="*/ 1930400 w 4147127"/>
              <a:gd name="connsiteY87" fmla="*/ 2438400 h 2466110"/>
              <a:gd name="connsiteX88" fmla="*/ 1782618 w 4147127"/>
              <a:gd name="connsiteY88" fmla="*/ 2419928 h 2466110"/>
              <a:gd name="connsiteX89" fmla="*/ 1681018 w 4147127"/>
              <a:gd name="connsiteY89" fmla="*/ 2401455 h 2466110"/>
              <a:gd name="connsiteX90" fmla="*/ 1459346 w 4147127"/>
              <a:gd name="connsiteY90" fmla="*/ 2364510 h 2466110"/>
              <a:gd name="connsiteX91" fmla="*/ 1413164 w 4147127"/>
              <a:gd name="connsiteY91" fmla="*/ 2318328 h 2466110"/>
              <a:gd name="connsiteX92" fmla="*/ 1376218 w 4147127"/>
              <a:gd name="connsiteY92" fmla="*/ 2290619 h 2466110"/>
              <a:gd name="connsiteX93" fmla="*/ 1357746 w 4147127"/>
              <a:gd name="connsiteY93" fmla="*/ 2244437 h 2466110"/>
              <a:gd name="connsiteX94" fmla="*/ 1339273 w 4147127"/>
              <a:gd name="connsiteY94" fmla="*/ 2216728 h 2466110"/>
              <a:gd name="connsiteX95" fmla="*/ 1320800 w 4147127"/>
              <a:gd name="connsiteY95" fmla="*/ 2170546 h 2466110"/>
              <a:gd name="connsiteX96" fmla="*/ 1311564 w 4147127"/>
              <a:gd name="connsiteY96" fmla="*/ 2124364 h 2466110"/>
              <a:gd name="connsiteX97" fmla="*/ 1256146 w 4147127"/>
              <a:gd name="connsiteY97" fmla="*/ 2068946 h 2466110"/>
              <a:gd name="connsiteX98" fmla="*/ 1246909 w 4147127"/>
              <a:gd name="connsiteY98" fmla="*/ 2041237 h 2466110"/>
              <a:gd name="connsiteX99" fmla="*/ 1209964 w 4147127"/>
              <a:gd name="connsiteY99" fmla="*/ 2013528 h 2466110"/>
              <a:gd name="connsiteX100" fmla="*/ 1145309 w 4147127"/>
              <a:gd name="connsiteY100" fmla="*/ 1976582 h 2466110"/>
              <a:gd name="connsiteX101" fmla="*/ 1099127 w 4147127"/>
              <a:gd name="connsiteY101" fmla="*/ 1958110 h 2466110"/>
              <a:gd name="connsiteX102" fmla="*/ 1006764 w 4147127"/>
              <a:gd name="connsiteY102" fmla="*/ 1911928 h 2466110"/>
              <a:gd name="connsiteX103" fmla="*/ 905164 w 4147127"/>
              <a:gd name="connsiteY103" fmla="*/ 1865746 h 2466110"/>
              <a:gd name="connsiteX104" fmla="*/ 849746 w 4147127"/>
              <a:gd name="connsiteY104" fmla="*/ 1838037 h 2466110"/>
              <a:gd name="connsiteX105" fmla="*/ 794327 w 4147127"/>
              <a:gd name="connsiteY105" fmla="*/ 1828800 h 2466110"/>
              <a:gd name="connsiteX106" fmla="*/ 766618 w 4147127"/>
              <a:gd name="connsiteY106" fmla="*/ 1810328 h 2466110"/>
              <a:gd name="connsiteX107" fmla="*/ 729673 w 4147127"/>
              <a:gd name="connsiteY107" fmla="*/ 1801091 h 2466110"/>
              <a:gd name="connsiteX108" fmla="*/ 683491 w 4147127"/>
              <a:gd name="connsiteY108" fmla="*/ 1782619 h 2466110"/>
              <a:gd name="connsiteX109" fmla="*/ 600364 w 4147127"/>
              <a:gd name="connsiteY109" fmla="*/ 1754910 h 2466110"/>
              <a:gd name="connsiteX110" fmla="*/ 572655 w 4147127"/>
              <a:gd name="connsiteY110" fmla="*/ 1727200 h 2466110"/>
              <a:gd name="connsiteX111" fmla="*/ 498764 w 4147127"/>
              <a:gd name="connsiteY111" fmla="*/ 1690255 h 2466110"/>
              <a:gd name="connsiteX112" fmla="*/ 452582 w 4147127"/>
              <a:gd name="connsiteY112" fmla="*/ 1653310 h 2466110"/>
              <a:gd name="connsiteX113" fmla="*/ 323273 w 4147127"/>
              <a:gd name="connsiteY113" fmla="*/ 1579419 h 2466110"/>
              <a:gd name="connsiteX114" fmla="*/ 267855 w 4147127"/>
              <a:gd name="connsiteY114" fmla="*/ 1560946 h 2466110"/>
              <a:gd name="connsiteX115" fmla="*/ 212437 w 4147127"/>
              <a:gd name="connsiteY115" fmla="*/ 1542473 h 2466110"/>
              <a:gd name="connsiteX116" fmla="*/ 175491 w 4147127"/>
              <a:gd name="connsiteY116" fmla="*/ 1505528 h 2466110"/>
              <a:gd name="connsiteX117" fmla="*/ 138546 w 4147127"/>
              <a:gd name="connsiteY117" fmla="*/ 1496291 h 2466110"/>
              <a:gd name="connsiteX118" fmla="*/ 92364 w 4147127"/>
              <a:gd name="connsiteY118" fmla="*/ 1422400 h 2466110"/>
              <a:gd name="connsiteX119" fmla="*/ 55418 w 4147127"/>
              <a:gd name="connsiteY119" fmla="*/ 1385455 h 2466110"/>
              <a:gd name="connsiteX120" fmla="*/ 36946 w 4147127"/>
              <a:gd name="connsiteY120" fmla="*/ 1339273 h 2466110"/>
              <a:gd name="connsiteX121" fmla="*/ 0 w 4147127"/>
              <a:gd name="connsiteY121" fmla="*/ 1265382 h 2466110"/>
              <a:gd name="connsiteX122" fmla="*/ 27709 w 4147127"/>
              <a:gd name="connsiteY122" fmla="*/ 1089891 h 2466110"/>
              <a:gd name="connsiteX123" fmla="*/ 64655 w 4147127"/>
              <a:gd name="connsiteY123" fmla="*/ 988291 h 2466110"/>
              <a:gd name="connsiteX124" fmla="*/ 92364 w 4147127"/>
              <a:gd name="connsiteY124" fmla="*/ 969819 h 2466110"/>
              <a:gd name="connsiteX125" fmla="*/ 110837 w 4147127"/>
              <a:gd name="connsiteY125" fmla="*/ 932873 h 2466110"/>
              <a:gd name="connsiteX126" fmla="*/ 184727 w 4147127"/>
              <a:gd name="connsiteY126" fmla="*/ 858982 h 2466110"/>
              <a:gd name="connsiteX127" fmla="*/ 203200 w 4147127"/>
              <a:gd name="connsiteY127" fmla="*/ 831273 h 2466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4147127" h="2466110">
                <a:moveTo>
                  <a:pt x="101600" y="886691"/>
                </a:moveTo>
                <a:cubicBezTo>
                  <a:pt x="119381" y="864465"/>
                  <a:pt x="142308" y="838543"/>
                  <a:pt x="157018" y="812800"/>
                </a:cubicBezTo>
                <a:cubicBezTo>
                  <a:pt x="163849" y="800845"/>
                  <a:pt x="166676" y="786432"/>
                  <a:pt x="175491" y="775855"/>
                </a:cubicBezTo>
                <a:cubicBezTo>
                  <a:pt x="192278" y="755711"/>
                  <a:pt x="217000" y="753932"/>
                  <a:pt x="240146" y="748146"/>
                </a:cubicBezTo>
                <a:cubicBezTo>
                  <a:pt x="243225" y="735831"/>
                  <a:pt x="241255" y="720952"/>
                  <a:pt x="249382" y="711200"/>
                </a:cubicBezTo>
                <a:cubicBezTo>
                  <a:pt x="258196" y="700623"/>
                  <a:pt x="275123" y="700731"/>
                  <a:pt x="286327" y="692728"/>
                </a:cubicBezTo>
                <a:cubicBezTo>
                  <a:pt x="296956" y="685136"/>
                  <a:pt x="303927" y="673291"/>
                  <a:pt x="314037" y="665019"/>
                </a:cubicBezTo>
                <a:cubicBezTo>
                  <a:pt x="337865" y="645523"/>
                  <a:pt x="366157" y="631370"/>
                  <a:pt x="387927" y="609600"/>
                </a:cubicBezTo>
                <a:cubicBezTo>
                  <a:pt x="409479" y="588049"/>
                  <a:pt x="425321" y="558577"/>
                  <a:pt x="452582" y="544946"/>
                </a:cubicBezTo>
                <a:cubicBezTo>
                  <a:pt x="464897" y="538788"/>
                  <a:pt x="478512" y="534734"/>
                  <a:pt x="489527" y="526473"/>
                </a:cubicBezTo>
                <a:cubicBezTo>
                  <a:pt x="503460" y="516023"/>
                  <a:pt x="512873" y="500408"/>
                  <a:pt x="526473" y="489528"/>
                </a:cubicBezTo>
                <a:cubicBezTo>
                  <a:pt x="571846" y="453230"/>
                  <a:pt x="568786" y="456950"/>
                  <a:pt x="609600" y="443346"/>
                </a:cubicBezTo>
                <a:cubicBezTo>
                  <a:pt x="732479" y="361425"/>
                  <a:pt x="604327" y="441364"/>
                  <a:pt x="711200" y="387928"/>
                </a:cubicBezTo>
                <a:cubicBezTo>
                  <a:pt x="760447" y="363305"/>
                  <a:pt x="716475" y="372574"/>
                  <a:pt x="775855" y="350982"/>
                </a:cubicBezTo>
                <a:cubicBezTo>
                  <a:pt x="796919" y="343322"/>
                  <a:pt x="819445" y="340170"/>
                  <a:pt x="840509" y="332510"/>
                </a:cubicBezTo>
                <a:cubicBezTo>
                  <a:pt x="853449" y="327805"/>
                  <a:pt x="864604" y="318980"/>
                  <a:pt x="877455" y="314037"/>
                </a:cubicBezTo>
                <a:cubicBezTo>
                  <a:pt x="904716" y="303552"/>
                  <a:pt x="934458" y="299390"/>
                  <a:pt x="960582" y="286328"/>
                </a:cubicBezTo>
                <a:cubicBezTo>
                  <a:pt x="992769" y="270234"/>
                  <a:pt x="1008330" y="261175"/>
                  <a:pt x="1043709" y="249382"/>
                </a:cubicBezTo>
                <a:cubicBezTo>
                  <a:pt x="1143859" y="215999"/>
                  <a:pt x="1074645" y="247770"/>
                  <a:pt x="1145309" y="212437"/>
                </a:cubicBezTo>
                <a:cubicBezTo>
                  <a:pt x="1154545" y="200122"/>
                  <a:pt x="1161192" y="185346"/>
                  <a:pt x="1173018" y="175491"/>
                </a:cubicBezTo>
                <a:cubicBezTo>
                  <a:pt x="1180497" y="169258"/>
                  <a:pt x="1193843" y="173139"/>
                  <a:pt x="1200727" y="166255"/>
                </a:cubicBezTo>
                <a:cubicBezTo>
                  <a:pt x="1207611" y="159371"/>
                  <a:pt x="1201067" y="142500"/>
                  <a:pt x="1209964" y="138546"/>
                </a:cubicBezTo>
                <a:cubicBezTo>
                  <a:pt x="1232647" y="128465"/>
                  <a:pt x="1259225" y="132389"/>
                  <a:pt x="1283855" y="129310"/>
                </a:cubicBezTo>
                <a:cubicBezTo>
                  <a:pt x="1295174" y="126480"/>
                  <a:pt x="1361278" y="111962"/>
                  <a:pt x="1385455" y="101600"/>
                </a:cubicBezTo>
                <a:cubicBezTo>
                  <a:pt x="1398110" y="96176"/>
                  <a:pt x="1409508" y="87962"/>
                  <a:pt x="1422400" y="83128"/>
                </a:cubicBezTo>
                <a:cubicBezTo>
                  <a:pt x="1434286" y="78671"/>
                  <a:pt x="1447303" y="77905"/>
                  <a:pt x="1459346" y="73891"/>
                </a:cubicBezTo>
                <a:cubicBezTo>
                  <a:pt x="1475075" y="68648"/>
                  <a:pt x="1490376" y="62152"/>
                  <a:pt x="1505527" y="55419"/>
                </a:cubicBezTo>
                <a:cubicBezTo>
                  <a:pt x="1518109" y="49827"/>
                  <a:pt x="1528955" y="39562"/>
                  <a:pt x="1542473" y="36946"/>
                </a:cubicBezTo>
                <a:cubicBezTo>
                  <a:pt x="1624976" y="20977"/>
                  <a:pt x="1791855" y="0"/>
                  <a:pt x="1791855" y="0"/>
                </a:cubicBezTo>
                <a:cubicBezTo>
                  <a:pt x="1988897" y="3079"/>
                  <a:pt x="2186069" y="1464"/>
                  <a:pt x="2382982" y="9237"/>
                </a:cubicBezTo>
                <a:cubicBezTo>
                  <a:pt x="2501896" y="13931"/>
                  <a:pt x="2462340" y="16858"/>
                  <a:pt x="2530764" y="46182"/>
                </a:cubicBezTo>
                <a:cubicBezTo>
                  <a:pt x="2539713" y="50017"/>
                  <a:pt x="2549610" y="51390"/>
                  <a:pt x="2558473" y="55419"/>
                </a:cubicBezTo>
                <a:cubicBezTo>
                  <a:pt x="2583542" y="66814"/>
                  <a:pt x="2632364" y="92364"/>
                  <a:pt x="2632364" y="92364"/>
                </a:cubicBezTo>
                <a:cubicBezTo>
                  <a:pt x="2644679" y="104679"/>
                  <a:pt x="2654818" y="119649"/>
                  <a:pt x="2669309" y="129310"/>
                </a:cubicBezTo>
                <a:cubicBezTo>
                  <a:pt x="2692222" y="144585"/>
                  <a:pt x="2743200" y="166255"/>
                  <a:pt x="2743200" y="166255"/>
                </a:cubicBezTo>
                <a:cubicBezTo>
                  <a:pt x="2777683" y="235219"/>
                  <a:pt x="2739506" y="177338"/>
                  <a:pt x="2798618" y="221673"/>
                </a:cubicBezTo>
                <a:cubicBezTo>
                  <a:pt x="2812551" y="232123"/>
                  <a:pt x="2822457" y="247150"/>
                  <a:pt x="2835564" y="258619"/>
                </a:cubicBezTo>
                <a:cubicBezTo>
                  <a:pt x="2847149" y="268756"/>
                  <a:pt x="2859983" y="277381"/>
                  <a:pt x="2872509" y="286328"/>
                </a:cubicBezTo>
                <a:cubicBezTo>
                  <a:pt x="2881542" y="292780"/>
                  <a:pt x="2892004" y="297333"/>
                  <a:pt x="2900218" y="304800"/>
                </a:cubicBezTo>
                <a:cubicBezTo>
                  <a:pt x="3002430" y="397720"/>
                  <a:pt x="2935607" y="359440"/>
                  <a:pt x="3011055" y="397164"/>
                </a:cubicBezTo>
                <a:cubicBezTo>
                  <a:pt x="3023370" y="409479"/>
                  <a:pt x="3033828" y="423987"/>
                  <a:pt x="3048000" y="434110"/>
                </a:cubicBezTo>
                <a:cubicBezTo>
                  <a:pt x="3055922" y="439769"/>
                  <a:pt x="3067786" y="437687"/>
                  <a:pt x="3075709" y="443346"/>
                </a:cubicBezTo>
                <a:cubicBezTo>
                  <a:pt x="3089881" y="453469"/>
                  <a:pt x="3099432" y="468957"/>
                  <a:pt x="3112655" y="480291"/>
                </a:cubicBezTo>
                <a:cubicBezTo>
                  <a:pt x="3121083" y="487515"/>
                  <a:pt x="3132515" y="490915"/>
                  <a:pt x="3140364" y="498764"/>
                </a:cubicBezTo>
                <a:cubicBezTo>
                  <a:pt x="3151249" y="509649"/>
                  <a:pt x="3156385" y="525692"/>
                  <a:pt x="3168073" y="535710"/>
                </a:cubicBezTo>
                <a:cubicBezTo>
                  <a:pt x="3178527" y="544670"/>
                  <a:pt x="3192703" y="548025"/>
                  <a:pt x="3205018" y="554182"/>
                </a:cubicBezTo>
                <a:cubicBezTo>
                  <a:pt x="3245928" y="615546"/>
                  <a:pt x="3216317" y="561451"/>
                  <a:pt x="3232727" y="692728"/>
                </a:cubicBezTo>
                <a:cubicBezTo>
                  <a:pt x="3237373" y="729894"/>
                  <a:pt x="3240437" y="767689"/>
                  <a:pt x="3251200" y="803564"/>
                </a:cubicBezTo>
                <a:cubicBezTo>
                  <a:pt x="3259113" y="829940"/>
                  <a:pt x="3266116" y="860932"/>
                  <a:pt x="3288146" y="877455"/>
                </a:cubicBezTo>
                <a:cubicBezTo>
                  <a:pt x="3322113" y="902930"/>
                  <a:pt x="3333340" y="908629"/>
                  <a:pt x="3362037" y="942110"/>
                </a:cubicBezTo>
                <a:cubicBezTo>
                  <a:pt x="3369261" y="950538"/>
                  <a:pt x="3375545" y="959890"/>
                  <a:pt x="3380509" y="969819"/>
                </a:cubicBezTo>
                <a:cubicBezTo>
                  <a:pt x="3384863" y="978527"/>
                  <a:pt x="3382862" y="990644"/>
                  <a:pt x="3389746" y="997528"/>
                </a:cubicBezTo>
                <a:cubicBezTo>
                  <a:pt x="3399482" y="1007264"/>
                  <a:pt x="3414737" y="1009169"/>
                  <a:pt x="3426691" y="1016000"/>
                </a:cubicBezTo>
                <a:cubicBezTo>
                  <a:pt x="3476828" y="1044650"/>
                  <a:pt x="3431303" y="1026773"/>
                  <a:pt x="3482109" y="1043710"/>
                </a:cubicBezTo>
                <a:cubicBezTo>
                  <a:pt x="3488267" y="1052946"/>
                  <a:pt x="3495618" y="1061490"/>
                  <a:pt x="3500582" y="1071419"/>
                </a:cubicBezTo>
                <a:cubicBezTo>
                  <a:pt x="3504936" y="1080127"/>
                  <a:pt x="3502934" y="1092244"/>
                  <a:pt x="3509818" y="1099128"/>
                </a:cubicBezTo>
                <a:cubicBezTo>
                  <a:pt x="3521229" y="1110539"/>
                  <a:pt x="3557916" y="1121317"/>
                  <a:pt x="3574473" y="1126837"/>
                </a:cubicBezTo>
                <a:cubicBezTo>
                  <a:pt x="3580631" y="1139152"/>
                  <a:pt x="3584131" y="1153205"/>
                  <a:pt x="3592946" y="1163782"/>
                </a:cubicBezTo>
                <a:cubicBezTo>
                  <a:pt x="3600053" y="1172310"/>
                  <a:pt x="3613720" y="1173587"/>
                  <a:pt x="3620655" y="1182255"/>
                </a:cubicBezTo>
                <a:cubicBezTo>
                  <a:pt x="3626737" y="1189858"/>
                  <a:pt x="3624232" y="1202042"/>
                  <a:pt x="3629891" y="1209964"/>
                </a:cubicBezTo>
                <a:cubicBezTo>
                  <a:pt x="3640014" y="1224136"/>
                  <a:pt x="3654522" y="1234595"/>
                  <a:pt x="3666837" y="1246910"/>
                </a:cubicBezTo>
                <a:cubicBezTo>
                  <a:pt x="3685044" y="1283326"/>
                  <a:pt x="3685040" y="1288826"/>
                  <a:pt x="3713018" y="1320800"/>
                </a:cubicBezTo>
                <a:cubicBezTo>
                  <a:pt x="3724487" y="1333907"/>
                  <a:pt x="3739514" y="1343813"/>
                  <a:pt x="3749964" y="1357746"/>
                </a:cubicBezTo>
                <a:cubicBezTo>
                  <a:pt x="3758225" y="1368761"/>
                  <a:pt x="3761606" y="1382736"/>
                  <a:pt x="3768437" y="1394691"/>
                </a:cubicBezTo>
                <a:cubicBezTo>
                  <a:pt x="3773944" y="1404329"/>
                  <a:pt x="3781593" y="1412655"/>
                  <a:pt x="3786909" y="1422400"/>
                </a:cubicBezTo>
                <a:cubicBezTo>
                  <a:pt x="3800095" y="1446575"/>
                  <a:pt x="3801825" y="1479768"/>
                  <a:pt x="3823855" y="1496291"/>
                </a:cubicBezTo>
                <a:cubicBezTo>
                  <a:pt x="3836170" y="1505527"/>
                  <a:pt x="3849215" y="1513863"/>
                  <a:pt x="3860800" y="1524000"/>
                </a:cubicBezTo>
                <a:cubicBezTo>
                  <a:pt x="3932472" y="1586714"/>
                  <a:pt x="3866124" y="1539864"/>
                  <a:pt x="3925455" y="1579419"/>
                </a:cubicBezTo>
                <a:cubicBezTo>
                  <a:pt x="3931612" y="1591734"/>
                  <a:pt x="3933350" y="1607550"/>
                  <a:pt x="3943927" y="1616364"/>
                </a:cubicBezTo>
                <a:cubicBezTo>
                  <a:pt x="3953679" y="1624491"/>
                  <a:pt x="3969205" y="1620600"/>
                  <a:pt x="3980873" y="1625600"/>
                </a:cubicBezTo>
                <a:cubicBezTo>
                  <a:pt x="3991076" y="1629973"/>
                  <a:pt x="3999346" y="1637915"/>
                  <a:pt x="4008582" y="1644073"/>
                </a:cubicBezTo>
                <a:cubicBezTo>
                  <a:pt x="4014740" y="1656388"/>
                  <a:pt x="4020224" y="1669064"/>
                  <a:pt x="4027055" y="1681019"/>
                </a:cubicBezTo>
                <a:cubicBezTo>
                  <a:pt x="4032562" y="1690657"/>
                  <a:pt x="4042337" y="1698096"/>
                  <a:pt x="4045527" y="1708728"/>
                </a:cubicBezTo>
                <a:cubicBezTo>
                  <a:pt x="4051783" y="1729580"/>
                  <a:pt x="4049869" y="1752169"/>
                  <a:pt x="4054764" y="1773382"/>
                </a:cubicBezTo>
                <a:cubicBezTo>
                  <a:pt x="4066402" y="1823812"/>
                  <a:pt x="4068334" y="1821445"/>
                  <a:pt x="4091709" y="1856510"/>
                </a:cubicBezTo>
                <a:cubicBezTo>
                  <a:pt x="4115494" y="1951641"/>
                  <a:pt x="4082921" y="1813317"/>
                  <a:pt x="4110182" y="1995055"/>
                </a:cubicBezTo>
                <a:cubicBezTo>
                  <a:pt x="4114393" y="2023126"/>
                  <a:pt x="4124170" y="2050154"/>
                  <a:pt x="4128655" y="2078182"/>
                </a:cubicBezTo>
                <a:cubicBezTo>
                  <a:pt x="4136498" y="2127203"/>
                  <a:pt x="4140970" y="2176703"/>
                  <a:pt x="4147127" y="2225964"/>
                </a:cubicBezTo>
                <a:cubicBezTo>
                  <a:pt x="4144048" y="2247516"/>
                  <a:pt x="4147627" y="2271147"/>
                  <a:pt x="4137891" y="2290619"/>
                </a:cubicBezTo>
                <a:cubicBezTo>
                  <a:pt x="4121369" y="2323664"/>
                  <a:pt x="4073057" y="2322976"/>
                  <a:pt x="4045527" y="2327564"/>
                </a:cubicBezTo>
                <a:cubicBezTo>
                  <a:pt x="4036291" y="2330643"/>
                  <a:pt x="4027179" y="2334125"/>
                  <a:pt x="4017818" y="2336800"/>
                </a:cubicBezTo>
                <a:cubicBezTo>
                  <a:pt x="3994559" y="2343446"/>
                  <a:pt x="3957561" y="2351461"/>
                  <a:pt x="3934691" y="2355273"/>
                </a:cubicBezTo>
                <a:cubicBezTo>
                  <a:pt x="3476916" y="2431569"/>
                  <a:pt x="3708820" y="2392096"/>
                  <a:pt x="2946400" y="2410691"/>
                </a:cubicBezTo>
                <a:cubicBezTo>
                  <a:pt x="2915612" y="2416849"/>
                  <a:pt x="2884226" y="2420538"/>
                  <a:pt x="2854037" y="2429164"/>
                </a:cubicBezTo>
                <a:cubicBezTo>
                  <a:pt x="2840798" y="2432947"/>
                  <a:pt x="2830153" y="2443283"/>
                  <a:pt x="2817091" y="2447637"/>
                </a:cubicBezTo>
                <a:cubicBezTo>
                  <a:pt x="2793005" y="2455666"/>
                  <a:pt x="2767830" y="2459952"/>
                  <a:pt x="2743200" y="2466110"/>
                </a:cubicBezTo>
                <a:cubicBezTo>
                  <a:pt x="2496897" y="2463031"/>
                  <a:pt x="2250470" y="2465266"/>
                  <a:pt x="2004291" y="2456873"/>
                </a:cubicBezTo>
                <a:cubicBezTo>
                  <a:pt x="1978917" y="2456008"/>
                  <a:pt x="1955443" y="2442574"/>
                  <a:pt x="1930400" y="2438400"/>
                </a:cubicBezTo>
                <a:cubicBezTo>
                  <a:pt x="1881431" y="2430239"/>
                  <a:pt x="1831726" y="2427203"/>
                  <a:pt x="1782618" y="2419928"/>
                </a:cubicBezTo>
                <a:cubicBezTo>
                  <a:pt x="1748568" y="2414884"/>
                  <a:pt x="1715040" y="2406689"/>
                  <a:pt x="1681018" y="2401455"/>
                </a:cubicBezTo>
                <a:cubicBezTo>
                  <a:pt x="1464325" y="2368117"/>
                  <a:pt x="1618424" y="2399859"/>
                  <a:pt x="1459346" y="2364510"/>
                </a:cubicBezTo>
                <a:cubicBezTo>
                  <a:pt x="1385452" y="2315246"/>
                  <a:pt x="1474743" y="2379906"/>
                  <a:pt x="1413164" y="2318328"/>
                </a:cubicBezTo>
                <a:cubicBezTo>
                  <a:pt x="1402279" y="2307443"/>
                  <a:pt x="1388533" y="2299855"/>
                  <a:pt x="1376218" y="2290619"/>
                </a:cubicBezTo>
                <a:cubicBezTo>
                  <a:pt x="1370061" y="2275225"/>
                  <a:pt x="1365161" y="2259266"/>
                  <a:pt x="1357746" y="2244437"/>
                </a:cubicBezTo>
                <a:cubicBezTo>
                  <a:pt x="1352782" y="2234508"/>
                  <a:pt x="1344237" y="2226657"/>
                  <a:pt x="1339273" y="2216728"/>
                </a:cubicBezTo>
                <a:cubicBezTo>
                  <a:pt x="1331858" y="2201899"/>
                  <a:pt x="1326958" y="2185940"/>
                  <a:pt x="1320800" y="2170546"/>
                </a:cubicBezTo>
                <a:cubicBezTo>
                  <a:pt x="1317721" y="2155152"/>
                  <a:pt x="1317940" y="2138710"/>
                  <a:pt x="1311564" y="2124364"/>
                </a:cubicBezTo>
                <a:cubicBezTo>
                  <a:pt x="1297093" y="2091804"/>
                  <a:pt x="1282314" y="2086392"/>
                  <a:pt x="1256146" y="2068946"/>
                </a:cubicBezTo>
                <a:cubicBezTo>
                  <a:pt x="1253067" y="2059710"/>
                  <a:pt x="1253142" y="2048716"/>
                  <a:pt x="1246909" y="2041237"/>
                </a:cubicBezTo>
                <a:cubicBezTo>
                  <a:pt x="1237054" y="2029411"/>
                  <a:pt x="1222490" y="2022476"/>
                  <a:pt x="1209964" y="2013528"/>
                </a:cubicBezTo>
                <a:cubicBezTo>
                  <a:pt x="1185491" y="1996047"/>
                  <a:pt x="1173960" y="1989316"/>
                  <a:pt x="1145309" y="1976582"/>
                </a:cubicBezTo>
                <a:cubicBezTo>
                  <a:pt x="1130158" y="1969848"/>
                  <a:pt x="1113682" y="1966049"/>
                  <a:pt x="1099127" y="1958110"/>
                </a:cubicBezTo>
                <a:cubicBezTo>
                  <a:pt x="1006076" y="1907355"/>
                  <a:pt x="1080726" y="1930418"/>
                  <a:pt x="1006764" y="1911928"/>
                </a:cubicBezTo>
                <a:cubicBezTo>
                  <a:pt x="909933" y="1863512"/>
                  <a:pt x="1048739" y="1932012"/>
                  <a:pt x="905164" y="1865746"/>
                </a:cubicBezTo>
                <a:cubicBezTo>
                  <a:pt x="886412" y="1857091"/>
                  <a:pt x="869339" y="1844568"/>
                  <a:pt x="849746" y="1838037"/>
                </a:cubicBezTo>
                <a:cubicBezTo>
                  <a:pt x="831979" y="1832115"/>
                  <a:pt x="812800" y="1831879"/>
                  <a:pt x="794327" y="1828800"/>
                </a:cubicBezTo>
                <a:cubicBezTo>
                  <a:pt x="785091" y="1822643"/>
                  <a:pt x="776821" y="1814701"/>
                  <a:pt x="766618" y="1810328"/>
                </a:cubicBezTo>
                <a:cubicBezTo>
                  <a:pt x="754950" y="1805328"/>
                  <a:pt x="741716" y="1805105"/>
                  <a:pt x="729673" y="1801091"/>
                </a:cubicBezTo>
                <a:cubicBezTo>
                  <a:pt x="713944" y="1795848"/>
                  <a:pt x="699105" y="1788195"/>
                  <a:pt x="683491" y="1782619"/>
                </a:cubicBezTo>
                <a:cubicBezTo>
                  <a:pt x="655985" y="1772795"/>
                  <a:pt x="600364" y="1754910"/>
                  <a:pt x="600364" y="1754910"/>
                </a:cubicBezTo>
                <a:cubicBezTo>
                  <a:pt x="591128" y="1745673"/>
                  <a:pt x="583732" y="1734123"/>
                  <a:pt x="572655" y="1727200"/>
                </a:cubicBezTo>
                <a:cubicBezTo>
                  <a:pt x="455794" y="1654161"/>
                  <a:pt x="580690" y="1751699"/>
                  <a:pt x="498764" y="1690255"/>
                </a:cubicBezTo>
                <a:cubicBezTo>
                  <a:pt x="482993" y="1678427"/>
                  <a:pt x="468525" y="1664905"/>
                  <a:pt x="452582" y="1653310"/>
                </a:cubicBezTo>
                <a:cubicBezTo>
                  <a:pt x="418276" y="1628360"/>
                  <a:pt x="362417" y="1592467"/>
                  <a:pt x="323273" y="1579419"/>
                </a:cubicBezTo>
                <a:lnTo>
                  <a:pt x="267855" y="1560946"/>
                </a:lnTo>
                <a:lnTo>
                  <a:pt x="212437" y="1542473"/>
                </a:lnTo>
                <a:cubicBezTo>
                  <a:pt x="200122" y="1530158"/>
                  <a:pt x="190260" y="1514759"/>
                  <a:pt x="175491" y="1505528"/>
                </a:cubicBezTo>
                <a:cubicBezTo>
                  <a:pt x="164726" y="1498800"/>
                  <a:pt x="148876" y="1503669"/>
                  <a:pt x="138546" y="1496291"/>
                </a:cubicBezTo>
                <a:cubicBezTo>
                  <a:pt x="108014" y="1474482"/>
                  <a:pt x="112857" y="1449724"/>
                  <a:pt x="92364" y="1422400"/>
                </a:cubicBezTo>
                <a:cubicBezTo>
                  <a:pt x="81914" y="1408467"/>
                  <a:pt x="67733" y="1397770"/>
                  <a:pt x="55418" y="1385455"/>
                </a:cubicBezTo>
                <a:cubicBezTo>
                  <a:pt x="49261" y="1370061"/>
                  <a:pt x="43894" y="1354327"/>
                  <a:pt x="36946" y="1339273"/>
                </a:cubicBezTo>
                <a:cubicBezTo>
                  <a:pt x="25406" y="1314270"/>
                  <a:pt x="0" y="1265382"/>
                  <a:pt x="0" y="1265382"/>
                </a:cubicBezTo>
                <a:cubicBezTo>
                  <a:pt x="10301" y="1152081"/>
                  <a:pt x="1911" y="1186632"/>
                  <a:pt x="27709" y="1089891"/>
                </a:cubicBezTo>
                <a:cubicBezTo>
                  <a:pt x="33229" y="1069192"/>
                  <a:pt x="46439" y="1010150"/>
                  <a:pt x="64655" y="988291"/>
                </a:cubicBezTo>
                <a:cubicBezTo>
                  <a:pt x="71761" y="979763"/>
                  <a:pt x="83128" y="975976"/>
                  <a:pt x="92364" y="969819"/>
                </a:cubicBezTo>
                <a:cubicBezTo>
                  <a:pt x="98522" y="957504"/>
                  <a:pt x="102022" y="943451"/>
                  <a:pt x="110837" y="932873"/>
                </a:cubicBezTo>
                <a:cubicBezTo>
                  <a:pt x="133136" y="906114"/>
                  <a:pt x="165405" y="887964"/>
                  <a:pt x="184727" y="858982"/>
                </a:cubicBezTo>
                <a:lnTo>
                  <a:pt x="203200" y="831273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36"/>
          <p:cNvSpPr>
            <a:spLocks noChangeArrowheads="1"/>
          </p:cNvSpPr>
          <p:nvPr/>
        </p:nvSpPr>
        <p:spPr bwMode="auto">
          <a:xfrm>
            <a:off x="7014007" y="1506499"/>
            <a:ext cx="7445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" name="Rectangle 937"/>
          <p:cNvSpPr>
            <a:spLocks noChangeArrowheads="1"/>
          </p:cNvSpPr>
          <p:nvPr/>
        </p:nvSpPr>
        <p:spPr bwMode="auto">
          <a:xfrm>
            <a:off x="7014007" y="1506499"/>
            <a:ext cx="7445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" name="Rectangle 938"/>
          <p:cNvSpPr>
            <a:spLocks noChangeArrowheads="1"/>
          </p:cNvSpPr>
          <p:nvPr/>
        </p:nvSpPr>
        <p:spPr bwMode="auto">
          <a:xfrm>
            <a:off x="6988607" y="1481099"/>
            <a:ext cx="384175" cy="574675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" name="Rectangle 939"/>
          <p:cNvSpPr>
            <a:spLocks noChangeArrowheads="1"/>
          </p:cNvSpPr>
          <p:nvPr/>
        </p:nvSpPr>
        <p:spPr bwMode="auto">
          <a:xfrm>
            <a:off x="7372782" y="1481099"/>
            <a:ext cx="9525" cy="574675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" name="Rectangle 940"/>
          <p:cNvSpPr>
            <a:spLocks noChangeArrowheads="1"/>
          </p:cNvSpPr>
          <p:nvPr/>
        </p:nvSpPr>
        <p:spPr bwMode="auto">
          <a:xfrm>
            <a:off x="7382307" y="1481099"/>
            <a:ext cx="7938" cy="574675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" name="Rectangle 941"/>
          <p:cNvSpPr>
            <a:spLocks noChangeArrowheads="1"/>
          </p:cNvSpPr>
          <p:nvPr/>
        </p:nvSpPr>
        <p:spPr bwMode="auto">
          <a:xfrm>
            <a:off x="7390244" y="1481099"/>
            <a:ext cx="7938" cy="574675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" name="Rectangle 942"/>
          <p:cNvSpPr>
            <a:spLocks noChangeArrowheads="1"/>
          </p:cNvSpPr>
          <p:nvPr/>
        </p:nvSpPr>
        <p:spPr bwMode="auto">
          <a:xfrm>
            <a:off x="7398182" y="1481099"/>
            <a:ext cx="7938" cy="574675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" name="Rectangle 943"/>
          <p:cNvSpPr>
            <a:spLocks noChangeArrowheads="1"/>
          </p:cNvSpPr>
          <p:nvPr/>
        </p:nvSpPr>
        <p:spPr bwMode="auto">
          <a:xfrm>
            <a:off x="7406119" y="1481099"/>
            <a:ext cx="9525" cy="574675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" name="Rectangle 944"/>
          <p:cNvSpPr>
            <a:spLocks noChangeArrowheads="1"/>
          </p:cNvSpPr>
          <p:nvPr/>
        </p:nvSpPr>
        <p:spPr bwMode="auto">
          <a:xfrm>
            <a:off x="7415644" y="1481099"/>
            <a:ext cx="15875" cy="574675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" name="Rectangle 945"/>
          <p:cNvSpPr>
            <a:spLocks noChangeArrowheads="1"/>
          </p:cNvSpPr>
          <p:nvPr/>
        </p:nvSpPr>
        <p:spPr bwMode="auto">
          <a:xfrm>
            <a:off x="7431519" y="1481099"/>
            <a:ext cx="9525" cy="574675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" name="Rectangle 946"/>
          <p:cNvSpPr>
            <a:spLocks noChangeArrowheads="1"/>
          </p:cNvSpPr>
          <p:nvPr/>
        </p:nvSpPr>
        <p:spPr bwMode="auto">
          <a:xfrm>
            <a:off x="7441044" y="1481099"/>
            <a:ext cx="7938" cy="574675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" name="Rectangle 947"/>
          <p:cNvSpPr>
            <a:spLocks noChangeArrowheads="1"/>
          </p:cNvSpPr>
          <p:nvPr/>
        </p:nvSpPr>
        <p:spPr bwMode="auto">
          <a:xfrm>
            <a:off x="7448982" y="1481099"/>
            <a:ext cx="15875" cy="574675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2" name="Rectangle 948"/>
          <p:cNvSpPr>
            <a:spLocks noChangeArrowheads="1"/>
          </p:cNvSpPr>
          <p:nvPr/>
        </p:nvSpPr>
        <p:spPr bwMode="auto">
          <a:xfrm>
            <a:off x="7464857" y="1481099"/>
            <a:ext cx="9525" cy="574675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3" name="Rectangle 949"/>
          <p:cNvSpPr>
            <a:spLocks noChangeArrowheads="1"/>
          </p:cNvSpPr>
          <p:nvPr/>
        </p:nvSpPr>
        <p:spPr bwMode="auto">
          <a:xfrm>
            <a:off x="7474382" y="1481099"/>
            <a:ext cx="7938" cy="574675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4" name="Rectangle 950"/>
          <p:cNvSpPr>
            <a:spLocks noChangeArrowheads="1"/>
          </p:cNvSpPr>
          <p:nvPr/>
        </p:nvSpPr>
        <p:spPr bwMode="auto">
          <a:xfrm>
            <a:off x="7482319" y="1481099"/>
            <a:ext cx="7938" cy="574675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5" name="Rectangle 951"/>
          <p:cNvSpPr>
            <a:spLocks noChangeArrowheads="1"/>
          </p:cNvSpPr>
          <p:nvPr/>
        </p:nvSpPr>
        <p:spPr bwMode="auto">
          <a:xfrm>
            <a:off x="7490257" y="1481099"/>
            <a:ext cx="7938" cy="574675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6" name="Rectangle 952"/>
          <p:cNvSpPr>
            <a:spLocks noChangeArrowheads="1"/>
          </p:cNvSpPr>
          <p:nvPr/>
        </p:nvSpPr>
        <p:spPr bwMode="auto">
          <a:xfrm>
            <a:off x="7498194" y="1481099"/>
            <a:ext cx="9525" cy="574675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7" name="Rectangle 953"/>
          <p:cNvSpPr>
            <a:spLocks noChangeArrowheads="1"/>
          </p:cNvSpPr>
          <p:nvPr/>
        </p:nvSpPr>
        <p:spPr bwMode="auto">
          <a:xfrm>
            <a:off x="7507719" y="1481099"/>
            <a:ext cx="7938" cy="574675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8" name="Rectangle 954"/>
          <p:cNvSpPr>
            <a:spLocks noChangeArrowheads="1"/>
          </p:cNvSpPr>
          <p:nvPr/>
        </p:nvSpPr>
        <p:spPr bwMode="auto">
          <a:xfrm>
            <a:off x="7515657" y="1481099"/>
            <a:ext cx="7938" cy="574675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9" name="Rectangle 955"/>
          <p:cNvSpPr>
            <a:spLocks noChangeArrowheads="1"/>
          </p:cNvSpPr>
          <p:nvPr/>
        </p:nvSpPr>
        <p:spPr bwMode="auto">
          <a:xfrm>
            <a:off x="7523594" y="1481099"/>
            <a:ext cx="7938" cy="574675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0" name="Rectangle 956"/>
          <p:cNvSpPr>
            <a:spLocks noChangeArrowheads="1"/>
          </p:cNvSpPr>
          <p:nvPr/>
        </p:nvSpPr>
        <p:spPr bwMode="auto">
          <a:xfrm>
            <a:off x="7531532" y="1481099"/>
            <a:ext cx="9525" cy="574675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1" name="Rectangle 957"/>
          <p:cNvSpPr>
            <a:spLocks noChangeArrowheads="1"/>
          </p:cNvSpPr>
          <p:nvPr/>
        </p:nvSpPr>
        <p:spPr bwMode="auto">
          <a:xfrm>
            <a:off x="7541057" y="1481099"/>
            <a:ext cx="7938" cy="574675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2" name="Rectangle 958"/>
          <p:cNvSpPr>
            <a:spLocks noChangeArrowheads="1"/>
          </p:cNvSpPr>
          <p:nvPr/>
        </p:nvSpPr>
        <p:spPr bwMode="auto">
          <a:xfrm>
            <a:off x="7548994" y="1481099"/>
            <a:ext cx="7938" cy="574675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3" name="Rectangle 959"/>
          <p:cNvSpPr>
            <a:spLocks noChangeArrowheads="1"/>
          </p:cNvSpPr>
          <p:nvPr/>
        </p:nvSpPr>
        <p:spPr bwMode="auto">
          <a:xfrm>
            <a:off x="7556932" y="1481099"/>
            <a:ext cx="7938" cy="574675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4" name="Rectangle 960"/>
          <p:cNvSpPr>
            <a:spLocks noChangeArrowheads="1"/>
          </p:cNvSpPr>
          <p:nvPr/>
        </p:nvSpPr>
        <p:spPr bwMode="auto">
          <a:xfrm>
            <a:off x="7564869" y="1481099"/>
            <a:ext cx="9525" cy="574675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5" name="Rectangle 961"/>
          <p:cNvSpPr>
            <a:spLocks noChangeArrowheads="1"/>
          </p:cNvSpPr>
          <p:nvPr/>
        </p:nvSpPr>
        <p:spPr bwMode="auto">
          <a:xfrm>
            <a:off x="7574394" y="1481099"/>
            <a:ext cx="7938" cy="574675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6" name="Rectangle 962"/>
          <p:cNvSpPr>
            <a:spLocks noChangeArrowheads="1"/>
          </p:cNvSpPr>
          <p:nvPr/>
        </p:nvSpPr>
        <p:spPr bwMode="auto">
          <a:xfrm>
            <a:off x="7582332" y="1481099"/>
            <a:ext cx="7938" cy="574675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7" name="Rectangle 963"/>
          <p:cNvSpPr>
            <a:spLocks noChangeArrowheads="1"/>
          </p:cNvSpPr>
          <p:nvPr/>
        </p:nvSpPr>
        <p:spPr bwMode="auto">
          <a:xfrm>
            <a:off x="7590269" y="1481099"/>
            <a:ext cx="9525" cy="574675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8" name="Rectangle 964"/>
          <p:cNvSpPr>
            <a:spLocks noChangeArrowheads="1"/>
          </p:cNvSpPr>
          <p:nvPr/>
        </p:nvSpPr>
        <p:spPr bwMode="auto">
          <a:xfrm>
            <a:off x="7599794" y="1481099"/>
            <a:ext cx="7938" cy="574675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9" name="Rectangle 965"/>
          <p:cNvSpPr>
            <a:spLocks noChangeArrowheads="1"/>
          </p:cNvSpPr>
          <p:nvPr/>
        </p:nvSpPr>
        <p:spPr bwMode="auto">
          <a:xfrm>
            <a:off x="7607732" y="1481099"/>
            <a:ext cx="15875" cy="574675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0" name="Rectangle 966"/>
          <p:cNvSpPr>
            <a:spLocks noChangeArrowheads="1"/>
          </p:cNvSpPr>
          <p:nvPr/>
        </p:nvSpPr>
        <p:spPr bwMode="auto">
          <a:xfrm>
            <a:off x="7623607" y="1481099"/>
            <a:ext cx="9525" cy="574675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1" name="Rectangle 967"/>
          <p:cNvSpPr>
            <a:spLocks noChangeArrowheads="1"/>
          </p:cNvSpPr>
          <p:nvPr/>
        </p:nvSpPr>
        <p:spPr bwMode="auto">
          <a:xfrm>
            <a:off x="7633132" y="1481099"/>
            <a:ext cx="7938" cy="574675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2" name="Rectangle 968"/>
          <p:cNvSpPr>
            <a:spLocks noChangeArrowheads="1"/>
          </p:cNvSpPr>
          <p:nvPr/>
        </p:nvSpPr>
        <p:spPr bwMode="auto">
          <a:xfrm>
            <a:off x="7641069" y="1481099"/>
            <a:ext cx="7938" cy="574675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3" name="Rectangle 969"/>
          <p:cNvSpPr>
            <a:spLocks noChangeArrowheads="1"/>
          </p:cNvSpPr>
          <p:nvPr/>
        </p:nvSpPr>
        <p:spPr bwMode="auto">
          <a:xfrm>
            <a:off x="7649007" y="1481099"/>
            <a:ext cx="7938" cy="574675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4" name="Rectangle 970"/>
          <p:cNvSpPr>
            <a:spLocks noChangeArrowheads="1"/>
          </p:cNvSpPr>
          <p:nvPr/>
        </p:nvSpPr>
        <p:spPr bwMode="auto">
          <a:xfrm>
            <a:off x="7656944" y="1481099"/>
            <a:ext cx="17463" cy="574675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5" name="Rectangle 971"/>
          <p:cNvSpPr>
            <a:spLocks noChangeArrowheads="1"/>
          </p:cNvSpPr>
          <p:nvPr/>
        </p:nvSpPr>
        <p:spPr bwMode="auto">
          <a:xfrm>
            <a:off x="7674407" y="1481099"/>
            <a:ext cx="7938" cy="574675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6" name="Rectangle 972"/>
          <p:cNvSpPr>
            <a:spLocks noChangeArrowheads="1"/>
          </p:cNvSpPr>
          <p:nvPr/>
        </p:nvSpPr>
        <p:spPr bwMode="auto">
          <a:xfrm>
            <a:off x="7682344" y="1481099"/>
            <a:ext cx="17463" cy="574675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7" name="Rectangle 973"/>
          <p:cNvSpPr>
            <a:spLocks noChangeArrowheads="1"/>
          </p:cNvSpPr>
          <p:nvPr/>
        </p:nvSpPr>
        <p:spPr bwMode="auto">
          <a:xfrm>
            <a:off x="7699807" y="1481099"/>
            <a:ext cx="7938" cy="574675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8" name="Rectangle 974"/>
          <p:cNvSpPr>
            <a:spLocks noChangeArrowheads="1"/>
          </p:cNvSpPr>
          <p:nvPr/>
        </p:nvSpPr>
        <p:spPr bwMode="auto">
          <a:xfrm>
            <a:off x="7707744" y="1481099"/>
            <a:ext cx="7938" cy="574675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9" name="Rectangle 975"/>
          <p:cNvSpPr>
            <a:spLocks noChangeArrowheads="1"/>
          </p:cNvSpPr>
          <p:nvPr/>
        </p:nvSpPr>
        <p:spPr bwMode="auto">
          <a:xfrm>
            <a:off x="7715682" y="1481099"/>
            <a:ext cx="7938" cy="574675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0" name="Rectangle 976"/>
          <p:cNvSpPr>
            <a:spLocks noChangeArrowheads="1"/>
          </p:cNvSpPr>
          <p:nvPr/>
        </p:nvSpPr>
        <p:spPr bwMode="auto">
          <a:xfrm>
            <a:off x="7723619" y="1481099"/>
            <a:ext cx="9525" cy="574675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1" name="Rectangle 977"/>
          <p:cNvSpPr>
            <a:spLocks noChangeArrowheads="1"/>
          </p:cNvSpPr>
          <p:nvPr/>
        </p:nvSpPr>
        <p:spPr bwMode="auto">
          <a:xfrm>
            <a:off x="6988607" y="1481099"/>
            <a:ext cx="744538" cy="574675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2" name="Rectangle 978"/>
          <p:cNvSpPr>
            <a:spLocks noChangeArrowheads="1"/>
          </p:cNvSpPr>
          <p:nvPr/>
        </p:nvSpPr>
        <p:spPr bwMode="auto">
          <a:xfrm>
            <a:off x="7031469" y="1555712"/>
            <a:ext cx="6413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Component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Line 979"/>
          <p:cNvSpPr>
            <a:spLocks noChangeShapeType="1"/>
          </p:cNvSpPr>
          <p:nvPr/>
        </p:nvSpPr>
        <p:spPr bwMode="auto">
          <a:xfrm>
            <a:off x="6988607" y="1706524"/>
            <a:ext cx="74453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4" name="Rectangle 980"/>
          <p:cNvSpPr>
            <a:spLocks noChangeArrowheads="1"/>
          </p:cNvSpPr>
          <p:nvPr/>
        </p:nvSpPr>
        <p:spPr bwMode="auto">
          <a:xfrm>
            <a:off x="7031469" y="1739862"/>
            <a:ext cx="698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8B0000"/>
                </a:solidFill>
                <a:effectLst/>
                <a:latin typeface="Arial" panose="020B0604020202020204" pitchFamily="34" charset="0"/>
              </a:rPr>
              <a:t>-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981"/>
          <p:cNvSpPr>
            <a:spLocks noChangeArrowheads="1"/>
          </p:cNvSpPr>
          <p:nvPr/>
        </p:nvSpPr>
        <p:spPr bwMode="auto">
          <a:xfrm>
            <a:off x="7172757" y="1739862"/>
            <a:ext cx="3333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8B0000"/>
                </a:solidFill>
                <a:effectLst/>
                <a:latin typeface="Arial" panose="020B0604020202020204" pitchFamily="34" charset="0"/>
              </a:rPr>
              <a:t>ID  :int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982"/>
          <p:cNvSpPr>
            <a:spLocks noChangeArrowheads="1"/>
          </p:cNvSpPr>
          <p:nvPr/>
        </p:nvSpPr>
        <p:spPr bwMode="auto">
          <a:xfrm>
            <a:off x="6604432" y="2306599"/>
            <a:ext cx="1571625" cy="576263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7" name="Rectangle 983"/>
          <p:cNvSpPr>
            <a:spLocks noChangeArrowheads="1"/>
          </p:cNvSpPr>
          <p:nvPr/>
        </p:nvSpPr>
        <p:spPr bwMode="auto">
          <a:xfrm>
            <a:off x="6604432" y="2306599"/>
            <a:ext cx="1571625" cy="576263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8" name="Rectangle 984"/>
          <p:cNvSpPr>
            <a:spLocks noChangeArrowheads="1"/>
          </p:cNvSpPr>
          <p:nvPr/>
        </p:nvSpPr>
        <p:spPr bwMode="auto">
          <a:xfrm>
            <a:off x="6579032" y="2281199"/>
            <a:ext cx="819150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9" name="Rectangle 985"/>
          <p:cNvSpPr>
            <a:spLocks noChangeArrowheads="1"/>
          </p:cNvSpPr>
          <p:nvPr/>
        </p:nvSpPr>
        <p:spPr bwMode="auto">
          <a:xfrm>
            <a:off x="7398182" y="2281199"/>
            <a:ext cx="42863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0" name="Rectangle 986"/>
          <p:cNvSpPr>
            <a:spLocks noChangeArrowheads="1"/>
          </p:cNvSpPr>
          <p:nvPr/>
        </p:nvSpPr>
        <p:spPr bwMode="auto">
          <a:xfrm>
            <a:off x="7441044" y="2281199"/>
            <a:ext cx="41275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1" name="Rectangle 987"/>
          <p:cNvSpPr>
            <a:spLocks noChangeArrowheads="1"/>
          </p:cNvSpPr>
          <p:nvPr/>
        </p:nvSpPr>
        <p:spPr bwMode="auto">
          <a:xfrm>
            <a:off x="7482319" y="2281199"/>
            <a:ext cx="4921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2" name="Rectangle 988"/>
          <p:cNvSpPr>
            <a:spLocks noChangeArrowheads="1"/>
          </p:cNvSpPr>
          <p:nvPr/>
        </p:nvSpPr>
        <p:spPr bwMode="auto">
          <a:xfrm>
            <a:off x="7531532" y="2281199"/>
            <a:ext cx="42863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3" name="Rectangle 989"/>
          <p:cNvSpPr>
            <a:spLocks noChangeArrowheads="1"/>
          </p:cNvSpPr>
          <p:nvPr/>
        </p:nvSpPr>
        <p:spPr bwMode="auto">
          <a:xfrm>
            <a:off x="7574394" y="2281199"/>
            <a:ext cx="41275" cy="576263"/>
          </a:xfrm>
          <a:prstGeom prst="rect">
            <a:avLst/>
          </a:prstGeom>
          <a:solidFill>
            <a:srgbClr val="F7EB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4" name="Rectangle 990"/>
          <p:cNvSpPr>
            <a:spLocks noChangeArrowheads="1"/>
          </p:cNvSpPr>
          <p:nvPr/>
        </p:nvSpPr>
        <p:spPr bwMode="auto">
          <a:xfrm>
            <a:off x="7615669" y="2281199"/>
            <a:ext cx="41275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5" name="Rectangle 991"/>
          <p:cNvSpPr>
            <a:spLocks noChangeArrowheads="1"/>
          </p:cNvSpPr>
          <p:nvPr/>
        </p:nvSpPr>
        <p:spPr bwMode="auto">
          <a:xfrm>
            <a:off x="7656944" y="2281199"/>
            <a:ext cx="42863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6" name="Rectangle 992"/>
          <p:cNvSpPr>
            <a:spLocks noChangeArrowheads="1"/>
          </p:cNvSpPr>
          <p:nvPr/>
        </p:nvSpPr>
        <p:spPr bwMode="auto">
          <a:xfrm>
            <a:off x="7699807" y="2281199"/>
            <a:ext cx="49213" cy="576263"/>
          </a:xfrm>
          <a:prstGeom prst="rect">
            <a:avLst/>
          </a:prstGeom>
          <a:solidFill>
            <a:srgbClr val="F4E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7" name="Rectangle 993"/>
          <p:cNvSpPr>
            <a:spLocks noChangeArrowheads="1"/>
          </p:cNvSpPr>
          <p:nvPr/>
        </p:nvSpPr>
        <p:spPr bwMode="auto">
          <a:xfrm>
            <a:off x="7749019" y="2281199"/>
            <a:ext cx="42863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8" name="Rectangle 994"/>
          <p:cNvSpPr>
            <a:spLocks noChangeArrowheads="1"/>
          </p:cNvSpPr>
          <p:nvPr/>
        </p:nvSpPr>
        <p:spPr bwMode="auto">
          <a:xfrm>
            <a:off x="7791882" y="2281199"/>
            <a:ext cx="33338" cy="576263"/>
          </a:xfrm>
          <a:prstGeom prst="rect">
            <a:avLst/>
          </a:prstGeom>
          <a:solidFill>
            <a:srgbClr val="F1E4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9" name="Rectangle 995"/>
          <p:cNvSpPr>
            <a:spLocks noChangeArrowheads="1"/>
          </p:cNvSpPr>
          <p:nvPr/>
        </p:nvSpPr>
        <p:spPr bwMode="auto">
          <a:xfrm>
            <a:off x="7825219" y="2281199"/>
            <a:ext cx="23813" cy="576263"/>
          </a:xfrm>
          <a:prstGeom prst="rect">
            <a:avLst/>
          </a:prstGeom>
          <a:solidFill>
            <a:srgbClr val="F1E2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0" name="Rectangle 996"/>
          <p:cNvSpPr>
            <a:spLocks noChangeArrowheads="1"/>
          </p:cNvSpPr>
          <p:nvPr/>
        </p:nvSpPr>
        <p:spPr bwMode="auto">
          <a:xfrm>
            <a:off x="7849032" y="2281199"/>
            <a:ext cx="42863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1" name="Rectangle 997"/>
          <p:cNvSpPr>
            <a:spLocks noChangeArrowheads="1"/>
          </p:cNvSpPr>
          <p:nvPr/>
        </p:nvSpPr>
        <p:spPr bwMode="auto">
          <a:xfrm>
            <a:off x="7891894" y="2281199"/>
            <a:ext cx="33338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2" name="Rectangle 998"/>
          <p:cNvSpPr>
            <a:spLocks noChangeArrowheads="1"/>
          </p:cNvSpPr>
          <p:nvPr/>
        </p:nvSpPr>
        <p:spPr bwMode="auto">
          <a:xfrm>
            <a:off x="7925232" y="2281199"/>
            <a:ext cx="49213" cy="576263"/>
          </a:xfrm>
          <a:prstGeom prst="rect">
            <a:avLst/>
          </a:prstGeom>
          <a:solidFill>
            <a:srgbClr val="EEDF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" name="Rectangle 999"/>
          <p:cNvSpPr>
            <a:spLocks noChangeArrowheads="1"/>
          </p:cNvSpPr>
          <p:nvPr/>
        </p:nvSpPr>
        <p:spPr bwMode="auto">
          <a:xfrm>
            <a:off x="7974444" y="2281199"/>
            <a:ext cx="42863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" name="Rectangle 1000"/>
          <p:cNvSpPr>
            <a:spLocks noChangeArrowheads="1"/>
          </p:cNvSpPr>
          <p:nvPr/>
        </p:nvSpPr>
        <p:spPr bwMode="auto">
          <a:xfrm>
            <a:off x="8017307" y="2281199"/>
            <a:ext cx="49213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" name="Rectangle 1001"/>
          <p:cNvSpPr>
            <a:spLocks noChangeArrowheads="1"/>
          </p:cNvSpPr>
          <p:nvPr/>
        </p:nvSpPr>
        <p:spPr bwMode="auto">
          <a:xfrm>
            <a:off x="8066519" y="2281199"/>
            <a:ext cx="42863" cy="576263"/>
          </a:xfrm>
          <a:prstGeom prst="rect">
            <a:avLst/>
          </a:prstGeom>
          <a:solidFill>
            <a:srgbClr val="EBDA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" name="Rectangle 1002"/>
          <p:cNvSpPr>
            <a:spLocks noChangeArrowheads="1"/>
          </p:cNvSpPr>
          <p:nvPr/>
        </p:nvSpPr>
        <p:spPr bwMode="auto">
          <a:xfrm>
            <a:off x="8109382" y="2281199"/>
            <a:ext cx="333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" name="Rectangle 1003"/>
          <p:cNvSpPr>
            <a:spLocks noChangeArrowheads="1"/>
          </p:cNvSpPr>
          <p:nvPr/>
        </p:nvSpPr>
        <p:spPr bwMode="auto">
          <a:xfrm>
            <a:off x="8142719" y="2281199"/>
            <a:ext cx="7938" cy="576263"/>
          </a:xfrm>
          <a:prstGeom prst="rect">
            <a:avLst/>
          </a:prstGeom>
          <a:solidFill>
            <a:srgbClr val="E8D7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" name="Rectangle 1004"/>
          <p:cNvSpPr>
            <a:spLocks noChangeArrowheads="1"/>
          </p:cNvSpPr>
          <p:nvPr/>
        </p:nvSpPr>
        <p:spPr bwMode="auto">
          <a:xfrm>
            <a:off x="6579032" y="2281199"/>
            <a:ext cx="1571625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9" name="Rectangle 1005"/>
          <p:cNvSpPr>
            <a:spLocks noChangeArrowheads="1"/>
          </p:cNvSpPr>
          <p:nvPr/>
        </p:nvSpPr>
        <p:spPr bwMode="auto">
          <a:xfrm>
            <a:off x="6998132" y="2357399"/>
            <a:ext cx="7048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EventSource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Line 1006"/>
          <p:cNvSpPr>
            <a:spLocks noChangeShapeType="1"/>
          </p:cNvSpPr>
          <p:nvPr/>
        </p:nvSpPr>
        <p:spPr bwMode="auto">
          <a:xfrm>
            <a:off x="6579032" y="2506624"/>
            <a:ext cx="1571625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1" name="Rectangle 1007"/>
          <p:cNvSpPr>
            <a:spLocks noChangeArrowheads="1"/>
          </p:cNvSpPr>
          <p:nvPr/>
        </p:nvSpPr>
        <p:spPr bwMode="auto">
          <a:xfrm>
            <a:off x="6621894" y="2573299"/>
            <a:ext cx="1000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+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Rectangle 1008"/>
          <p:cNvSpPr>
            <a:spLocks noChangeArrowheads="1"/>
          </p:cNvSpPr>
          <p:nvPr/>
        </p:nvSpPr>
        <p:spPr bwMode="auto">
          <a:xfrm>
            <a:off x="6763182" y="2573299"/>
            <a:ext cx="18018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generateEvents()  :vector&lt;Event *&gt;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3" name="Rectangle 1009"/>
          <p:cNvSpPr>
            <a:spLocks noChangeArrowheads="1"/>
          </p:cNvSpPr>
          <p:nvPr/>
        </p:nvSpPr>
        <p:spPr bwMode="auto">
          <a:xfrm>
            <a:off x="6737782" y="3124162"/>
            <a:ext cx="13033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4" name="Rectangle 1010"/>
          <p:cNvSpPr>
            <a:spLocks noChangeArrowheads="1"/>
          </p:cNvSpPr>
          <p:nvPr/>
        </p:nvSpPr>
        <p:spPr bwMode="auto">
          <a:xfrm>
            <a:off x="6737782" y="3124162"/>
            <a:ext cx="13033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5" name="Rectangle 1011"/>
          <p:cNvSpPr>
            <a:spLocks noChangeArrowheads="1"/>
          </p:cNvSpPr>
          <p:nvPr/>
        </p:nvSpPr>
        <p:spPr bwMode="auto">
          <a:xfrm>
            <a:off x="6713969" y="3098762"/>
            <a:ext cx="6762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6" name="Rectangle 1012"/>
          <p:cNvSpPr>
            <a:spLocks noChangeArrowheads="1"/>
          </p:cNvSpPr>
          <p:nvPr/>
        </p:nvSpPr>
        <p:spPr bwMode="auto">
          <a:xfrm>
            <a:off x="7390244" y="3098762"/>
            <a:ext cx="33338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7" name="Rectangle 1013"/>
          <p:cNvSpPr>
            <a:spLocks noChangeArrowheads="1"/>
          </p:cNvSpPr>
          <p:nvPr/>
        </p:nvSpPr>
        <p:spPr bwMode="auto">
          <a:xfrm>
            <a:off x="7423582" y="3098762"/>
            <a:ext cx="41275" cy="576263"/>
          </a:xfrm>
          <a:prstGeom prst="rect">
            <a:avLst/>
          </a:prstGeom>
          <a:solidFill>
            <a:srgbClr val="FB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8" name="Rectangle 1014"/>
          <p:cNvSpPr>
            <a:spLocks noChangeArrowheads="1"/>
          </p:cNvSpPr>
          <p:nvPr/>
        </p:nvSpPr>
        <p:spPr bwMode="auto">
          <a:xfrm>
            <a:off x="7464857" y="3098762"/>
            <a:ext cx="33338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9" name="Rectangle 1015"/>
          <p:cNvSpPr>
            <a:spLocks noChangeArrowheads="1"/>
          </p:cNvSpPr>
          <p:nvPr/>
        </p:nvSpPr>
        <p:spPr bwMode="auto">
          <a:xfrm>
            <a:off x="7498194" y="3098762"/>
            <a:ext cx="42863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0" name="Rectangle 1016"/>
          <p:cNvSpPr>
            <a:spLocks noChangeArrowheads="1"/>
          </p:cNvSpPr>
          <p:nvPr/>
        </p:nvSpPr>
        <p:spPr bwMode="auto">
          <a:xfrm>
            <a:off x="7541057" y="3098762"/>
            <a:ext cx="33338" cy="576263"/>
          </a:xfrm>
          <a:prstGeom prst="rect">
            <a:avLst/>
          </a:prstGeom>
          <a:solidFill>
            <a:srgbClr val="F7EB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1" name="Rectangle 1017"/>
          <p:cNvSpPr>
            <a:spLocks noChangeArrowheads="1"/>
          </p:cNvSpPr>
          <p:nvPr/>
        </p:nvSpPr>
        <p:spPr bwMode="auto">
          <a:xfrm>
            <a:off x="7574394" y="3098762"/>
            <a:ext cx="33338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2" name="Rectangle 1018"/>
          <p:cNvSpPr>
            <a:spLocks noChangeArrowheads="1"/>
          </p:cNvSpPr>
          <p:nvPr/>
        </p:nvSpPr>
        <p:spPr bwMode="auto">
          <a:xfrm>
            <a:off x="7607732" y="3098762"/>
            <a:ext cx="333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3" name="Rectangle 1019"/>
          <p:cNvSpPr>
            <a:spLocks noChangeArrowheads="1"/>
          </p:cNvSpPr>
          <p:nvPr/>
        </p:nvSpPr>
        <p:spPr bwMode="auto">
          <a:xfrm>
            <a:off x="7641069" y="3098762"/>
            <a:ext cx="41275" cy="576263"/>
          </a:xfrm>
          <a:prstGeom prst="rect">
            <a:avLst/>
          </a:prstGeom>
          <a:solidFill>
            <a:srgbClr val="F4E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4" name="Rectangle 1020"/>
          <p:cNvSpPr>
            <a:spLocks noChangeArrowheads="1"/>
          </p:cNvSpPr>
          <p:nvPr/>
        </p:nvSpPr>
        <p:spPr bwMode="auto">
          <a:xfrm>
            <a:off x="7682344" y="3098762"/>
            <a:ext cx="33338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5" name="Rectangle 1021"/>
          <p:cNvSpPr>
            <a:spLocks noChangeArrowheads="1"/>
          </p:cNvSpPr>
          <p:nvPr/>
        </p:nvSpPr>
        <p:spPr bwMode="auto">
          <a:xfrm>
            <a:off x="7715682" y="3098762"/>
            <a:ext cx="33338" cy="576263"/>
          </a:xfrm>
          <a:prstGeom prst="rect">
            <a:avLst/>
          </a:prstGeom>
          <a:solidFill>
            <a:srgbClr val="F1E4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6" name="Rectangle 1022"/>
          <p:cNvSpPr>
            <a:spLocks noChangeArrowheads="1"/>
          </p:cNvSpPr>
          <p:nvPr/>
        </p:nvSpPr>
        <p:spPr bwMode="auto">
          <a:xfrm>
            <a:off x="7749019" y="3098762"/>
            <a:ext cx="33338" cy="576263"/>
          </a:xfrm>
          <a:prstGeom prst="rect">
            <a:avLst/>
          </a:prstGeom>
          <a:solidFill>
            <a:srgbClr val="F1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7" name="Rectangle 1023"/>
          <p:cNvSpPr>
            <a:spLocks noChangeArrowheads="1"/>
          </p:cNvSpPr>
          <p:nvPr/>
        </p:nvSpPr>
        <p:spPr bwMode="auto">
          <a:xfrm>
            <a:off x="7782357" y="3098762"/>
            <a:ext cx="333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" name="Rectangle 1024"/>
          <p:cNvSpPr>
            <a:spLocks noChangeArrowheads="1"/>
          </p:cNvSpPr>
          <p:nvPr/>
        </p:nvSpPr>
        <p:spPr bwMode="auto">
          <a:xfrm>
            <a:off x="7815694" y="3098762"/>
            <a:ext cx="333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" name="Rectangle 1025"/>
          <p:cNvSpPr>
            <a:spLocks noChangeArrowheads="1"/>
          </p:cNvSpPr>
          <p:nvPr/>
        </p:nvSpPr>
        <p:spPr bwMode="auto">
          <a:xfrm>
            <a:off x="7849032" y="3098762"/>
            <a:ext cx="42863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" name="Rectangle 1026"/>
          <p:cNvSpPr>
            <a:spLocks noChangeArrowheads="1"/>
          </p:cNvSpPr>
          <p:nvPr/>
        </p:nvSpPr>
        <p:spPr bwMode="auto">
          <a:xfrm>
            <a:off x="7891894" y="3098762"/>
            <a:ext cx="412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" name="Rectangle 1027"/>
          <p:cNvSpPr>
            <a:spLocks noChangeArrowheads="1"/>
          </p:cNvSpPr>
          <p:nvPr/>
        </p:nvSpPr>
        <p:spPr bwMode="auto">
          <a:xfrm>
            <a:off x="7933169" y="3098762"/>
            <a:ext cx="33338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" name="Rectangle 1028"/>
          <p:cNvSpPr>
            <a:spLocks noChangeArrowheads="1"/>
          </p:cNvSpPr>
          <p:nvPr/>
        </p:nvSpPr>
        <p:spPr bwMode="auto">
          <a:xfrm>
            <a:off x="7966507" y="3098762"/>
            <a:ext cx="33338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3" name="Rectangle 1029"/>
          <p:cNvSpPr>
            <a:spLocks noChangeArrowheads="1"/>
          </p:cNvSpPr>
          <p:nvPr/>
        </p:nvSpPr>
        <p:spPr bwMode="auto">
          <a:xfrm>
            <a:off x="7999844" y="3098762"/>
            <a:ext cx="17463" cy="576263"/>
          </a:xfrm>
          <a:prstGeom prst="rect">
            <a:avLst/>
          </a:prstGeom>
          <a:solidFill>
            <a:srgbClr val="E8D7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4" name="Rectangle 1030"/>
          <p:cNvSpPr>
            <a:spLocks noChangeArrowheads="1"/>
          </p:cNvSpPr>
          <p:nvPr/>
        </p:nvSpPr>
        <p:spPr bwMode="auto">
          <a:xfrm>
            <a:off x="6713969" y="3098762"/>
            <a:ext cx="1303338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5" name="Rectangle 1031"/>
          <p:cNvSpPr>
            <a:spLocks noChangeArrowheads="1"/>
          </p:cNvSpPr>
          <p:nvPr/>
        </p:nvSpPr>
        <p:spPr bwMode="auto">
          <a:xfrm>
            <a:off x="7021944" y="3173374"/>
            <a:ext cx="6667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EventTarget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Line 1032"/>
          <p:cNvSpPr>
            <a:spLocks noChangeShapeType="1"/>
          </p:cNvSpPr>
          <p:nvPr/>
        </p:nvSpPr>
        <p:spPr bwMode="auto">
          <a:xfrm>
            <a:off x="6713969" y="3324187"/>
            <a:ext cx="130333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7" name="Rectangle 1033"/>
          <p:cNvSpPr>
            <a:spLocks noChangeArrowheads="1"/>
          </p:cNvSpPr>
          <p:nvPr/>
        </p:nvSpPr>
        <p:spPr bwMode="auto">
          <a:xfrm>
            <a:off x="6755244" y="3390862"/>
            <a:ext cx="1000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+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1034"/>
          <p:cNvSpPr>
            <a:spLocks noChangeArrowheads="1"/>
          </p:cNvSpPr>
          <p:nvPr/>
        </p:nvSpPr>
        <p:spPr bwMode="auto">
          <a:xfrm>
            <a:off x="6896532" y="3390862"/>
            <a:ext cx="1455738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processEvent(Event *)  :void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Rectangle 1035"/>
          <p:cNvSpPr>
            <a:spLocks noChangeArrowheads="1"/>
          </p:cNvSpPr>
          <p:nvPr/>
        </p:nvSpPr>
        <p:spPr bwMode="auto">
          <a:xfrm>
            <a:off x="5534457" y="2298662"/>
            <a:ext cx="7445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0" name="Rectangle 1036"/>
          <p:cNvSpPr>
            <a:spLocks noChangeArrowheads="1"/>
          </p:cNvSpPr>
          <p:nvPr/>
        </p:nvSpPr>
        <p:spPr bwMode="auto">
          <a:xfrm>
            <a:off x="5534457" y="2298662"/>
            <a:ext cx="7445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1" name="Rectangle 1037"/>
          <p:cNvSpPr>
            <a:spLocks noChangeArrowheads="1"/>
          </p:cNvSpPr>
          <p:nvPr/>
        </p:nvSpPr>
        <p:spPr bwMode="auto">
          <a:xfrm>
            <a:off x="5510644" y="2273262"/>
            <a:ext cx="3841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2" name="Rectangle 1038"/>
          <p:cNvSpPr>
            <a:spLocks noChangeArrowheads="1"/>
          </p:cNvSpPr>
          <p:nvPr/>
        </p:nvSpPr>
        <p:spPr bwMode="auto">
          <a:xfrm>
            <a:off x="5894819" y="2273262"/>
            <a:ext cx="7938" cy="576263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3" name="Rectangle 1039"/>
          <p:cNvSpPr>
            <a:spLocks noChangeArrowheads="1"/>
          </p:cNvSpPr>
          <p:nvPr/>
        </p:nvSpPr>
        <p:spPr bwMode="auto">
          <a:xfrm>
            <a:off x="5902757" y="2273262"/>
            <a:ext cx="7938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4" name="Rectangle 1040"/>
          <p:cNvSpPr>
            <a:spLocks noChangeArrowheads="1"/>
          </p:cNvSpPr>
          <p:nvPr/>
        </p:nvSpPr>
        <p:spPr bwMode="auto">
          <a:xfrm>
            <a:off x="5910694" y="2273262"/>
            <a:ext cx="9525" cy="576263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5" name="Rectangle 1041"/>
          <p:cNvSpPr>
            <a:spLocks noChangeArrowheads="1"/>
          </p:cNvSpPr>
          <p:nvPr/>
        </p:nvSpPr>
        <p:spPr bwMode="auto">
          <a:xfrm>
            <a:off x="5920219" y="2273262"/>
            <a:ext cx="7938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6" name="Rectangle 1042"/>
          <p:cNvSpPr>
            <a:spLocks noChangeArrowheads="1"/>
          </p:cNvSpPr>
          <p:nvPr/>
        </p:nvSpPr>
        <p:spPr bwMode="auto">
          <a:xfrm>
            <a:off x="5928157" y="2273262"/>
            <a:ext cx="7938" cy="576263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7" name="Rectangle 1043"/>
          <p:cNvSpPr>
            <a:spLocks noChangeArrowheads="1"/>
          </p:cNvSpPr>
          <p:nvPr/>
        </p:nvSpPr>
        <p:spPr bwMode="auto">
          <a:xfrm>
            <a:off x="5936094" y="2273262"/>
            <a:ext cx="1746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8" name="Rectangle 1044"/>
          <p:cNvSpPr>
            <a:spLocks noChangeArrowheads="1"/>
          </p:cNvSpPr>
          <p:nvPr/>
        </p:nvSpPr>
        <p:spPr bwMode="auto">
          <a:xfrm>
            <a:off x="5953557" y="2273262"/>
            <a:ext cx="7938" cy="576263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9" name="Rectangle 1045"/>
          <p:cNvSpPr>
            <a:spLocks noChangeArrowheads="1"/>
          </p:cNvSpPr>
          <p:nvPr/>
        </p:nvSpPr>
        <p:spPr bwMode="auto">
          <a:xfrm>
            <a:off x="5961494" y="2273262"/>
            <a:ext cx="7938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0" name="Rectangle 1046"/>
          <p:cNvSpPr>
            <a:spLocks noChangeArrowheads="1"/>
          </p:cNvSpPr>
          <p:nvPr/>
        </p:nvSpPr>
        <p:spPr bwMode="auto">
          <a:xfrm>
            <a:off x="5969432" y="2273262"/>
            <a:ext cx="17463" cy="576263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1" name="Rectangle 1047"/>
          <p:cNvSpPr>
            <a:spLocks noChangeArrowheads="1"/>
          </p:cNvSpPr>
          <p:nvPr/>
        </p:nvSpPr>
        <p:spPr bwMode="auto">
          <a:xfrm>
            <a:off x="5986894" y="2273262"/>
            <a:ext cx="7938" cy="576263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2" name="Rectangle 1048"/>
          <p:cNvSpPr>
            <a:spLocks noChangeArrowheads="1"/>
          </p:cNvSpPr>
          <p:nvPr/>
        </p:nvSpPr>
        <p:spPr bwMode="auto">
          <a:xfrm>
            <a:off x="5994832" y="2273262"/>
            <a:ext cx="7938" cy="576263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3" name="Rectangle 1049"/>
          <p:cNvSpPr>
            <a:spLocks noChangeArrowheads="1"/>
          </p:cNvSpPr>
          <p:nvPr/>
        </p:nvSpPr>
        <p:spPr bwMode="auto">
          <a:xfrm>
            <a:off x="6002769" y="2273262"/>
            <a:ext cx="7938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4" name="Rectangle 1050"/>
          <p:cNvSpPr>
            <a:spLocks noChangeArrowheads="1"/>
          </p:cNvSpPr>
          <p:nvPr/>
        </p:nvSpPr>
        <p:spPr bwMode="auto">
          <a:xfrm>
            <a:off x="6010707" y="2273262"/>
            <a:ext cx="9525" cy="576263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5" name="Rectangle 1051"/>
          <p:cNvSpPr>
            <a:spLocks noChangeArrowheads="1"/>
          </p:cNvSpPr>
          <p:nvPr/>
        </p:nvSpPr>
        <p:spPr bwMode="auto">
          <a:xfrm>
            <a:off x="6020232" y="2273262"/>
            <a:ext cx="79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6" name="Rectangle 1052"/>
          <p:cNvSpPr>
            <a:spLocks noChangeArrowheads="1"/>
          </p:cNvSpPr>
          <p:nvPr/>
        </p:nvSpPr>
        <p:spPr bwMode="auto">
          <a:xfrm>
            <a:off x="6028169" y="2273262"/>
            <a:ext cx="7938" cy="576263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7" name="Rectangle 1053"/>
          <p:cNvSpPr>
            <a:spLocks noChangeArrowheads="1"/>
          </p:cNvSpPr>
          <p:nvPr/>
        </p:nvSpPr>
        <p:spPr bwMode="auto">
          <a:xfrm>
            <a:off x="6036107" y="2273262"/>
            <a:ext cx="7938" cy="576263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8" name="Rectangle 1054"/>
          <p:cNvSpPr>
            <a:spLocks noChangeArrowheads="1"/>
          </p:cNvSpPr>
          <p:nvPr/>
        </p:nvSpPr>
        <p:spPr bwMode="auto">
          <a:xfrm>
            <a:off x="6044044" y="2273262"/>
            <a:ext cx="9525" cy="576263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9" name="Rectangle 1055"/>
          <p:cNvSpPr>
            <a:spLocks noChangeArrowheads="1"/>
          </p:cNvSpPr>
          <p:nvPr/>
        </p:nvSpPr>
        <p:spPr bwMode="auto">
          <a:xfrm>
            <a:off x="6053569" y="2273262"/>
            <a:ext cx="7938" cy="576263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0" name="Rectangle 1056"/>
          <p:cNvSpPr>
            <a:spLocks noChangeArrowheads="1"/>
          </p:cNvSpPr>
          <p:nvPr/>
        </p:nvSpPr>
        <p:spPr bwMode="auto">
          <a:xfrm>
            <a:off x="6061507" y="2273262"/>
            <a:ext cx="7938" cy="576263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1" name="Rectangle 1057"/>
          <p:cNvSpPr>
            <a:spLocks noChangeArrowheads="1"/>
          </p:cNvSpPr>
          <p:nvPr/>
        </p:nvSpPr>
        <p:spPr bwMode="auto">
          <a:xfrm>
            <a:off x="6069444" y="2273262"/>
            <a:ext cx="9525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2" name="Rectangle 1058"/>
          <p:cNvSpPr>
            <a:spLocks noChangeArrowheads="1"/>
          </p:cNvSpPr>
          <p:nvPr/>
        </p:nvSpPr>
        <p:spPr bwMode="auto">
          <a:xfrm>
            <a:off x="6078969" y="2273262"/>
            <a:ext cx="7938" cy="576263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3" name="Rectangle 1059"/>
          <p:cNvSpPr>
            <a:spLocks noChangeArrowheads="1"/>
          </p:cNvSpPr>
          <p:nvPr/>
        </p:nvSpPr>
        <p:spPr bwMode="auto">
          <a:xfrm>
            <a:off x="6086907" y="2273262"/>
            <a:ext cx="7938" cy="576263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4" name="Rectangle 1060"/>
          <p:cNvSpPr>
            <a:spLocks noChangeArrowheads="1"/>
          </p:cNvSpPr>
          <p:nvPr/>
        </p:nvSpPr>
        <p:spPr bwMode="auto">
          <a:xfrm>
            <a:off x="6094844" y="2273262"/>
            <a:ext cx="7938" cy="576263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5" name="Rectangle 1061"/>
          <p:cNvSpPr>
            <a:spLocks noChangeArrowheads="1"/>
          </p:cNvSpPr>
          <p:nvPr/>
        </p:nvSpPr>
        <p:spPr bwMode="auto">
          <a:xfrm>
            <a:off x="6102782" y="2273262"/>
            <a:ext cx="9525" cy="576263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6" name="Rectangle 1062"/>
          <p:cNvSpPr>
            <a:spLocks noChangeArrowheads="1"/>
          </p:cNvSpPr>
          <p:nvPr/>
        </p:nvSpPr>
        <p:spPr bwMode="auto">
          <a:xfrm>
            <a:off x="6112307" y="2273262"/>
            <a:ext cx="7938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7" name="Rectangle 1063"/>
          <p:cNvSpPr>
            <a:spLocks noChangeArrowheads="1"/>
          </p:cNvSpPr>
          <p:nvPr/>
        </p:nvSpPr>
        <p:spPr bwMode="auto">
          <a:xfrm>
            <a:off x="6120244" y="2273262"/>
            <a:ext cx="79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8" name="Rectangle 1064"/>
          <p:cNvSpPr>
            <a:spLocks noChangeArrowheads="1"/>
          </p:cNvSpPr>
          <p:nvPr/>
        </p:nvSpPr>
        <p:spPr bwMode="auto">
          <a:xfrm>
            <a:off x="6128182" y="2273262"/>
            <a:ext cx="17463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9" name="Rectangle 1065"/>
          <p:cNvSpPr>
            <a:spLocks noChangeArrowheads="1"/>
          </p:cNvSpPr>
          <p:nvPr/>
        </p:nvSpPr>
        <p:spPr bwMode="auto">
          <a:xfrm>
            <a:off x="6145644" y="2273262"/>
            <a:ext cx="79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0" name="Rectangle 1066"/>
          <p:cNvSpPr>
            <a:spLocks noChangeArrowheads="1"/>
          </p:cNvSpPr>
          <p:nvPr/>
        </p:nvSpPr>
        <p:spPr bwMode="auto">
          <a:xfrm>
            <a:off x="6153582" y="2273262"/>
            <a:ext cx="7938" cy="576263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1" name="Rectangle 1067"/>
          <p:cNvSpPr>
            <a:spLocks noChangeArrowheads="1"/>
          </p:cNvSpPr>
          <p:nvPr/>
        </p:nvSpPr>
        <p:spPr bwMode="auto">
          <a:xfrm>
            <a:off x="6161519" y="2273262"/>
            <a:ext cx="7938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2" name="Rectangle 1068"/>
          <p:cNvSpPr>
            <a:spLocks noChangeArrowheads="1"/>
          </p:cNvSpPr>
          <p:nvPr/>
        </p:nvSpPr>
        <p:spPr bwMode="auto">
          <a:xfrm>
            <a:off x="6169457" y="2273262"/>
            <a:ext cx="9525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3" name="Rectangle 1069"/>
          <p:cNvSpPr>
            <a:spLocks noChangeArrowheads="1"/>
          </p:cNvSpPr>
          <p:nvPr/>
        </p:nvSpPr>
        <p:spPr bwMode="auto">
          <a:xfrm>
            <a:off x="6178982" y="2273262"/>
            <a:ext cx="158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4" name="Rectangle 1070"/>
          <p:cNvSpPr>
            <a:spLocks noChangeArrowheads="1"/>
          </p:cNvSpPr>
          <p:nvPr/>
        </p:nvSpPr>
        <p:spPr bwMode="auto">
          <a:xfrm>
            <a:off x="6194857" y="2273262"/>
            <a:ext cx="7938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5" name="Rectangle 1071"/>
          <p:cNvSpPr>
            <a:spLocks noChangeArrowheads="1"/>
          </p:cNvSpPr>
          <p:nvPr/>
        </p:nvSpPr>
        <p:spPr bwMode="auto">
          <a:xfrm>
            <a:off x="6202794" y="2273262"/>
            <a:ext cx="17463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6" name="Rectangle 1072"/>
          <p:cNvSpPr>
            <a:spLocks noChangeArrowheads="1"/>
          </p:cNvSpPr>
          <p:nvPr/>
        </p:nvSpPr>
        <p:spPr bwMode="auto">
          <a:xfrm>
            <a:off x="6220257" y="2273262"/>
            <a:ext cx="7938" cy="576263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7" name="Rectangle 1073"/>
          <p:cNvSpPr>
            <a:spLocks noChangeArrowheads="1"/>
          </p:cNvSpPr>
          <p:nvPr/>
        </p:nvSpPr>
        <p:spPr bwMode="auto">
          <a:xfrm>
            <a:off x="6228194" y="2273262"/>
            <a:ext cx="9525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8" name="Rectangle 1074"/>
          <p:cNvSpPr>
            <a:spLocks noChangeArrowheads="1"/>
          </p:cNvSpPr>
          <p:nvPr/>
        </p:nvSpPr>
        <p:spPr bwMode="auto">
          <a:xfrm>
            <a:off x="6237719" y="2273262"/>
            <a:ext cx="79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9" name="Rectangle 1075"/>
          <p:cNvSpPr>
            <a:spLocks noChangeArrowheads="1"/>
          </p:cNvSpPr>
          <p:nvPr/>
        </p:nvSpPr>
        <p:spPr bwMode="auto">
          <a:xfrm>
            <a:off x="6245657" y="2273262"/>
            <a:ext cx="7938" cy="576263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0" name="Rectangle 1076"/>
          <p:cNvSpPr>
            <a:spLocks noChangeArrowheads="1"/>
          </p:cNvSpPr>
          <p:nvPr/>
        </p:nvSpPr>
        <p:spPr bwMode="auto">
          <a:xfrm>
            <a:off x="5510644" y="2273262"/>
            <a:ext cx="742950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1" name="Rectangle 1077"/>
          <p:cNvSpPr>
            <a:spLocks noChangeArrowheads="1"/>
          </p:cNvSpPr>
          <p:nvPr/>
        </p:nvSpPr>
        <p:spPr bwMode="auto">
          <a:xfrm>
            <a:off x="5636057" y="2347874"/>
            <a:ext cx="3905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Sensor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Line 1078"/>
          <p:cNvSpPr>
            <a:spLocks noChangeShapeType="1"/>
          </p:cNvSpPr>
          <p:nvPr/>
        </p:nvSpPr>
        <p:spPr bwMode="auto">
          <a:xfrm>
            <a:off x="5510644" y="2498687"/>
            <a:ext cx="742950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3" name="Rectangle 1079"/>
          <p:cNvSpPr>
            <a:spLocks noChangeArrowheads="1"/>
          </p:cNvSpPr>
          <p:nvPr/>
        </p:nvSpPr>
        <p:spPr bwMode="auto">
          <a:xfrm>
            <a:off x="8460219" y="3132099"/>
            <a:ext cx="742950" cy="576263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4" name="Rectangle 1080"/>
          <p:cNvSpPr>
            <a:spLocks noChangeArrowheads="1"/>
          </p:cNvSpPr>
          <p:nvPr/>
        </p:nvSpPr>
        <p:spPr bwMode="auto">
          <a:xfrm>
            <a:off x="8460219" y="3132099"/>
            <a:ext cx="742950" cy="576263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5" name="Rectangle 1081"/>
          <p:cNvSpPr>
            <a:spLocks noChangeArrowheads="1"/>
          </p:cNvSpPr>
          <p:nvPr/>
        </p:nvSpPr>
        <p:spPr bwMode="auto">
          <a:xfrm>
            <a:off x="8434819" y="3106699"/>
            <a:ext cx="3841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6" name="Rectangle 1082"/>
          <p:cNvSpPr>
            <a:spLocks noChangeArrowheads="1"/>
          </p:cNvSpPr>
          <p:nvPr/>
        </p:nvSpPr>
        <p:spPr bwMode="auto">
          <a:xfrm>
            <a:off x="8818994" y="3106699"/>
            <a:ext cx="7938" cy="576263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7" name="Rectangle 1083"/>
          <p:cNvSpPr>
            <a:spLocks noChangeArrowheads="1"/>
          </p:cNvSpPr>
          <p:nvPr/>
        </p:nvSpPr>
        <p:spPr bwMode="auto">
          <a:xfrm>
            <a:off x="8826932" y="3106699"/>
            <a:ext cx="9525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8" name="Rectangle 1084"/>
          <p:cNvSpPr>
            <a:spLocks noChangeArrowheads="1"/>
          </p:cNvSpPr>
          <p:nvPr/>
        </p:nvSpPr>
        <p:spPr bwMode="auto">
          <a:xfrm>
            <a:off x="8836457" y="3106699"/>
            <a:ext cx="7938" cy="576263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9" name="Rectangle 1085"/>
          <p:cNvSpPr>
            <a:spLocks noChangeArrowheads="1"/>
          </p:cNvSpPr>
          <p:nvPr/>
        </p:nvSpPr>
        <p:spPr bwMode="auto">
          <a:xfrm>
            <a:off x="8844394" y="3106699"/>
            <a:ext cx="7938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0" name="Rectangle 1086"/>
          <p:cNvSpPr>
            <a:spLocks noChangeArrowheads="1"/>
          </p:cNvSpPr>
          <p:nvPr/>
        </p:nvSpPr>
        <p:spPr bwMode="auto">
          <a:xfrm>
            <a:off x="8852332" y="3106699"/>
            <a:ext cx="7938" cy="576263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1" name="Rectangle 1087"/>
          <p:cNvSpPr>
            <a:spLocks noChangeArrowheads="1"/>
          </p:cNvSpPr>
          <p:nvPr/>
        </p:nvSpPr>
        <p:spPr bwMode="auto">
          <a:xfrm>
            <a:off x="8860269" y="3106699"/>
            <a:ext cx="1746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2" name="Rectangle 1088"/>
          <p:cNvSpPr>
            <a:spLocks noChangeArrowheads="1"/>
          </p:cNvSpPr>
          <p:nvPr/>
        </p:nvSpPr>
        <p:spPr bwMode="auto">
          <a:xfrm>
            <a:off x="8877732" y="3106699"/>
            <a:ext cx="7938" cy="576263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3" name="Rectangle 1089"/>
          <p:cNvSpPr>
            <a:spLocks noChangeArrowheads="1"/>
          </p:cNvSpPr>
          <p:nvPr/>
        </p:nvSpPr>
        <p:spPr bwMode="auto">
          <a:xfrm>
            <a:off x="8885669" y="3106699"/>
            <a:ext cx="7938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4" name="Rectangle 1090"/>
          <p:cNvSpPr>
            <a:spLocks noChangeArrowheads="1"/>
          </p:cNvSpPr>
          <p:nvPr/>
        </p:nvSpPr>
        <p:spPr bwMode="auto">
          <a:xfrm>
            <a:off x="8893607" y="3106699"/>
            <a:ext cx="17463" cy="576263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5" name="Rectangle 1091"/>
          <p:cNvSpPr>
            <a:spLocks noChangeArrowheads="1"/>
          </p:cNvSpPr>
          <p:nvPr/>
        </p:nvSpPr>
        <p:spPr bwMode="auto">
          <a:xfrm>
            <a:off x="8911069" y="3106699"/>
            <a:ext cx="7938" cy="576263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6" name="Rectangle 1092"/>
          <p:cNvSpPr>
            <a:spLocks noChangeArrowheads="1"/>
          </p:cNvSpPr>
          <p:nvPr/>
        </p:nvSpPr>
        <p:spPr bwMode="auto">
          <a:xfrm>
            <a:off x="8919007" y="3106699"/>
            <a:ext cx="7938" cy="576263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7" name="Rectangle 1093"/>
          <p:cNvSpPr>
            <a:spLocks noChangeArrowheads="1"/>
          </p:cNvSpPr>
          <p:nvPr/>
        </p:nvSpPr>
        <p:spPr bwMode="auto">
          <a:xfrm>
            <a:off x="8926944" y="3106699"/>
            <a:ext cx="9525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8" name="Rectangle 1094"/>
          <p:cNvSpPr>
            <a:spLocks noChangeArrowheads="1"/>
          </p:cNvSpPr>
          <p:nvPr/>
        </p:nvSpPr>
        <p:spPr bwMode="auto">
          <a:xfrm>
            <a:off x="8936469" y="3106699"/>
            <a:ext cx="7938" cy="576263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9" name="Rectangle 1095"/>
          <p:cNvSpPr>
            <a:spLocks noChangeArrowheads="1"/>
          </p:cNvSpPr>
          <p:nvPr/>
        </p:nvSpPr>
        <p:spPr bwMode="auto">
          <a:xfrm>
            <a:off x="8944407" y="3106699"/>
            <a:ext cx="79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0" name="Rectangle 1096"/>
          <p:cNvSpPr>
            <a:spLocks noChangeArrowheads="1"/>
          </p:cNvSpPr>
          <p:nvPr/>
        </p:nvSpPr>
        <p:spPr bwMode="auto">
          <a:xfrm>
            <a:off x="8952344" y="3106699"/>
            <a:ext cx="7938" cy="576263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1" name="Rectangle 1097"/>
          <p:cNvSpPr>
            <a:spLocks noChangeArrowheads="1"/>
          </p:cNvSpPr>
          <p:nvPr/>
        </p:nvSpPr>
        <p:spPr bwMode="auto">
          <a:xfrm>
            <a:off x="8960282" y="3106699"/>
            <a:ext cx="9525" cy="576263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2" name="Rectangle 1098"/>
          <p:cNvSpPr>
            <a:spLocks noChangeArrowheads="1"/>
          </p:cNvSpPr>
          <p:nvPr/>
        </p:nvSpPr>
        <p:spPr bwMode="auto">
          <a:xfrm>
            <a:off x="8969807" y="3106699"/>
            <a:ext cx="7938" cy="576263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3" name="Rectangle 1099"/>
          <p:cNvSpPr>
            <a:spLocks noChangeArrowheads="1"/>
          </p:cNvSpPr>
          <p:nvPr/>
        </p:nvSpPr>
        <p:spPr bwMode="auto">
          <a:xfrm>
            <a:off x="8977744" y="3106699"/>
            <a:ext cx="7938" cy="576263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4" name="Rectangle 1100"/>
          <p:cNvSpPr>
            <a:spLocks noChangeArrowheads="1"/>
          </p:cNvSpPr>
          <p:nvPr/>
        </p:nvSpPr>
        <p:spPr bwMode="auto">
          <a:xfrm>
            <a:off x="8985682" y="3106699"/>
            <a:ext cx="9525" cy="576263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5" name="Rectangle 1101"/>
          <p:cNvSpPr>
            <a:spLocks noChangeArrowheads="1"/>
          </p:cNvSpPr>
          <p:nvPr/>
        </p:nvSpPr>
        <p:spPr bwMode="auto">
          <a:xfrm>
            <a:off x="8995207" y="3106699"/>
            <a:ext cx="7938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6" name="Rectangle 1102"/>
          <p:cNvSpPr>
            <a:spLocks noChangeArrowheads="1"/>
          </p:cNvSpPr>
          <p:nvPr/>
        </p:nvSpPr>
        <p:spPr bwMode="auto">
          <a:xfrm>
            <a:off x="9003144" y="3106699"/>
            <a:ext cx="7938" cy="576263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7" name="Rectangle 1103"/>
          <p:cNvSpPr>
            <a:spLocks noChangeArrowheads="1"/>
          </p:cNvSpPr>
          <p:nvPr/>
        </p:nvSpPr>
        <p:spPr bwMode="auto">
          <a:xfrm>
            <a:off x="9011082" y="3106699"/>
            <a:ext cx="7938" cy="576263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8" name="Rectangle 1104"/>
          <p:cNvSpPr>
            <a:spLocks noChangeArrowheads="1"/>
          </p:cNvSpPr>
          <p:nvPr/>
        </p:nvSpPr>
        <p:spPr bwMode="auto">
          <a:xfrm>
            <a:off x="9019019" y="3106699"/>
            <a:ext cx="9525" cy="576263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9" name="Rectangle 1105"/>
          <p:cNvSpPr>
            <a:spLocks noChangeArrowheads="1"/>
          </p:cNvSpPr>
          <p:nvPr/>
        </p:nvSpPr>
        <p:spPr bwMode="auto">
          <a:xfrm>
            <a:off x="9028544" y="3106699"/>
            <a:ext cx="7938" cy="576263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0" name="Rectangle 1106"/>
          <p:cNvSpPr>
            <a:spLocks noChangeArrowheads="1"/>
          </p:cNvSpPr>
          <p:nvPr/>
        </p:nvSpPr>
        <p:spPr bwMode="auto">
          <a:xfrm>
            <a:off x="9036482" y="3106699"/>
            <a:ext cx="7938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1" name="Rectangle 1107"/>
          <p:cNvSpPr>
            <a:spLocks noChangeArrowheads="1"/>
          </p:cNvSpPr>
          <p:nvPr/>
        </p:nvSpPr>
        <p:spPr bwMode="auto">
          <a:xfrm>
            <a:off x="9044419" y="3106699"/>
            <a:ext cx="79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2" name="Rectangle 1108"/>
          <p:cNvSpPr>
            <a:spLocks noChangeArrowheads="1"/>
          </p:cNvSpPr>
          <p:nvPr/>
        </p:nvSpPr>
        <p:spPr bwMode="auto">
          <a:xfrm>
            <a:off x="9052357" y="3106699"/>
            <a:ext cx="17463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3" name="Rectangle 1109"/>
          <p:cNvSpPr>
            <a:spLocks noChangeArrowheads="1"/>
          </p:cNvSpPr>
          <p:nvPr/>
        </p:nvSpPr>
        <p:spPr bwMode="auto">
          <a:xfrm>
            <a:off x="9069819" y="3106699"/>
            <a:ext cx="79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4" name="Rectangle 1110"/>
          <p:cNvSpPr>
            <a:spLocks noChangeArrowheads="1"/>
          </p:cNvSpPr>
          <p:nvPr/>
        </p:nvSpPr>
        <p:spPr bwMode="auto">
          <a:xfrm>
            <a:off x="9077757" y="3106699"/>
            <a:ext cx="7938" cy="576263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5" name="Rectangle 1111"/>
          <p:cNvSpPr>
            <a:spLocks noChangeArrowheads="1"/>
          </p:cNvSpPr>
          <p:nvPr/>
        </p:nvSpPr>
        <p:spPr bwMode="auto">
          <a:xfrm>
            <a:off x="9085694" y="3106699"/>
            <a:ext cx="9525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6" name="Rectangle 1112"/>
          <p:cNvSpPr>
            <a:spLocks noChangeArrowheads="1"/>
          </p:cNvSpPr>
          <p:nvPr/>
        </p:nvSpPr>
        <p:spPr bwMode="auto">
          <a:xfrm>
            <a:off x="9095219" y="3106699"/>
            <a:ext cx="7938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7" name="Rectangle 1113"/>
          <p:cNvSpPr>
            <a:spLocks noChangeArrowheads="1"/>
          </p:cNvSpPr>
          <p:nvPr/>
        </p:nvSpPr>
        <p:spPr bwMode="auto">
          <a:xfrm>
            <a:off x="9103157" y="3106699"/>
            <a:ext cx="158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8" name="Rectangle 1114"/>
          <p:cNvSpPr>
            <a:spLocks noChangeArrowheads="1"/>
          </p:cNvSpPr>
          <p:nvPr/>
        </p:nvSpPr>
        <p:spPr bwMode="auto">
          <a:xfrm>
            <a:off x="9119032" y="3106699"/>
            <a:ext cx="9525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9" name="Rectangle 1115"/>
          <p:cNvSpPr>
            <a:spLocks noChangeArrowheads="1"/>
          </p:cNvSpPr>
          <p:nvPr/>
        </p:nvSpPr>
        <p:spPr bwMode="auto">
          <a:xfrm>
            <a:off x="9128557" y="3106699"/>
            <a:ext cx="15875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0" name="Rectangle 1116"/>
          <p:cNvSpPr>
            <a:spLocks noChangeArrowheads="1"/>
          </p:cNvSpPr>
          <p:nvPr/>
        </p:nvSpPr>
        <p:spPr bwMode="auto">
          <a:xfrm>
            <a:off x="9144432" y="3106699"/>
            <a:ext cx="9525" cy="576263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1" name="Rectangle 1117"/>
          <p:cNvSpPr>
            <a:spLocks noChangeArrowheads="1"/>
          </p:cNvSpPr>
          <p:nvPr/>
        </p:nvSpPr>
        <p:spPr bwMode="auto">
          <a:xfrm>
            <a:off x="9153957" y="3106699"/>
            <a:ext cx="7938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2" name="Rectangle 1118"/>
          <p:cNvSpPr>
            <a:spLocks noChangeArrowheads="1"/>
          </p:cNvSpPr>
          <p:nvPr/>
        </p:nvSpPr>
        <p:spPr bwMode="auto">
          <a:xfrm>
            <a:off x="9161894" y="3106699"/>
            <a:ext cx="79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3" name="Rectangle 1119"/>
          <p:cNvSpPr>
            <a:spLocks noChangeArrowheads="1"/>
          </p:cNvSpPr>
          <p:nvPr/>
        </p:nvSpPr>
        <p:spPr bwMode="auto">
          <a:xfrm>
            <a:off x="9169832" y="3106699"/>
            <a:ext cx="7938" cy="576263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4" name="Rectangle 1120"/>
          <p:cNvSpPr>
            <a:spLocks noChangeArrowheads="1"/>
          </p:cNvSpPr>
          <p:nvPr/>
        </p:nvSpPr>
        <p:spPr bwMode="auto">
          <a:xfrm>
            <a:off x="8434819" y="3106699"/>
            <a:ext cx="742950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5" name="Rectangle 1121"/>
          <p:cNvSpPr>
            <a:spLocks noChangeArrowheads="1"/>
          </p:cNvSpPr>
          <p:nvPr/>
        </p:nvSpPr>
        <p:spPr bwMode="auto">
          <a:xfrm>
            <a:off x="8534832" y="3182899"/>
            <a:ext cx="47466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Actuator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Line 1122"/>
          <p:cNvSpPr>
            <a:spLocks noChangeShapeType="1"/>
          </p:cNvSpPr>
          <p:nvPr/>
        </p:nvSpPr>
        <p:spPr bwMode="auto">
          <a:xfrm>
            <a:off x="8434819" y="3332124"/>
            <a:ext cx="742950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5" name="Line 1276"/>
          <p:cNvSpPr>
            <a:spLocks noChangeShapeType="1"/>
          </p:cNvSpPr>
          <p:nvPr/>
        </p:nvSpPr>
        <p:spPr bwMode="auto">
          <a:xfrm flipH="1">
            <a:off x="6261532" y="2565362"/>
            <a:ext cx="317500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6" name="Freeform 1277"/>
          <p:cNvSpPr>
            <a:spLocks noEditPoints="1"/>
          </p:cNvSpPr>
          <p:nvPr/>
        </p:nvSpPr>
        <p:spPr bwMode="auto">
          <a:xfrm>
            <a:off x="6261532" y="2514562"/>
            <a:ext cx="125413" cy="100013"/>
          </a:xfrm>
          <a:custGeom>
            <a:avLst/>
            <a:gdLst>
              <a:gd name="T0" fmla="*/ 0 w 79"/>
              <a:gd name="T1" fmla="*/ 32 h 63"/>
              <a:gd name="T2" fmla="*/ 79 w 79"/>
              <a:gd name="T3" fmla="*/ 0 h 63"/>
              <a:gd name="T4" fmla="*/ 0 w 79"/>
              <a:gd name="T5" fmla="*/ 32 h 63"/>
              <a:gd name="T6" fmla="*/ 79 w 79"/>
              <a:gd name="T7" fmla="*/ 63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0" y="32"/>
                </a:moveTo>
                <a:lnTo>
                  <a:pt x="79" y="0"/>
                </a:lnTo>
                <a:moveTo>
                  <a:pt x="0" y="32"/>
                </a:moveTo>
                <a:lnTo>
                  <a:pt x="79" y="63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7" name="Line 1278"/>
          <p:cNvSpPr>
            <a:spLocks noChangeShapeType="1"/>
          </p:cNvSpPr>
          <p:nvPr/>
        </p:nvSpPr>
        <p:spPr bwMode="auto">
          <a:xfrm>
            <a:off x="8025244" y="3390862"/>
            <a:ext cx="409575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8" name="Freeform 1279"/>
          <p:cNvSpPr>
            <a:spLocks noEditPoints="1"/>
          </p:cNvSpPr>
          <p:nvPr/>
        </p:nvSpPr>
        <p:spPr bwMode="auto">
          <a:xfrm>
            <a:off x="8309407" y="3341649"/>
            <a:ext cx="125413" cy="100013"/>
          </a:xfrm>
          <a:custGeom>
            <a:avLst/>
            <a:gdLst>
              <a:gd name="T0" fmla="*/ 79 w 79"/>
              <a:gd name="T1" fmla="*/ 31 h 63"/>
              <a:gd name="T2" fmla="*/ 0 w 79"/>
              <a:gd name="T3" fmla="*/ 63 h 63"/>
              <a:gd name="T4" fmla="*/ 79 w 79"/>
              <a:gd name="T5" fmla="*/ 31 h 63"/>
              <a:gd name="T6" fmla="*/ 0 w 79"/>
              <a:gd name="T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79" y="31"/>
                </a:moveTo>
                <a:lnTo>
                  <a:pt x="0" y="63"/>
                </a:lnTo>
                <a:moveTo>
                  <a:pt x="79" y="31"/>
                </a:moveTo>
                <a:lnTo>
                  <a:pt x="0" y="0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9" name="Line 1280"/>
          <p:cNvSpPr>
            <a:spLocks noChangeShapeType="1"/>
          </p:cNvSpPr>
          <p:nvPr/>
        </p:nvSpPr>
        <p:spPr bwMode="auto">
          <a:xfrm flipV="1">
            <a:off x="7364844" y="2865399"/>
            <a:ext cx="0" cy="233363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0" name="Freeform 1281"/>
          <p:cNvSpPr>
            <a:spLocks/>
          </p:cNvSpPr>
          <p:nvPr/>
        </p:nvSpPr>
        <p:spPr bwMode="auto">
          <a:xfrm>
            <a:off x="7315632" y="28653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1" name="Freeform 1282"/>
          <p:cNvSpPr>
            <a:spLocks/>
          </p:cNvSpPr>
          <p:nvPr/>
        </p:nvSpPr>
        <p:spPr bwMode="auto">
          <a:xfrm>
            <a:off x="7315632" y="28653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2" name="Line 1283"/>
          <p:cNvSpPr>
            <a:spLocks noChangeShapeType="1"/>
          </p:cNvSpPr>
          <p:nvPr/>
        </p:nvSpPr>
        <p:spPr bwMode="auto">
          <a:xfrm flipV="1">
            <a:off x="7364844" y="2065299"/>
            <a:ext cx="0" cy="21590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3" name="Freeform 1284"/>
          <p:cNvSpPr>
            <a:spLocks/>
          </p:cNvSpPr>
          <p:nvPr/>
        </p:nvSpPr>
        <p:spPr bwMode="auto">
          <a:xfrm>
            <a:off x="7315632" y="20652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4" name="Freeform 1285"/>
          <p:cNvSpPr>
            <a:spLocks/>
          </p:cNvSpPr>
          <p:nvPr/>
        </p:nvSpPr>
        <p:spPr bwMode="auto">
          <a:xfrm>
            <a:off x="7315632" y="20652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grpSp>
        <p:nvGrpSpPr>
          <p:cNvPr id="261" name="그룹 260"/>
          <p:cNvGrpSpPr/>
          <p:nvPr/>
        </p:nvGrpSpPr>
        <p:grpSpPr>
          <a:xfrm>
            <a:off x="6769112" y="3766756"/>
            <a:ext cx="1155889" cy="842963"/>
            <a:chOff x="6995103" y="3942255"/>
            <a:chExt cx="779174" cy="842963"/>
          </a:xfrm>
        </p:grpSpPr>
        <p:sp>
          <p:nvSpPr>
            <p:cNvPr id="197" name="Rectangle 1123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98" name="Rectangle 1124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99" name="Rectangle 1125"/>
            <p:cNvSpPr>
              <a:spLocks noChangeArrowheads="1"/>
            </p:cNvSpPr>
            <p:nvPr/>
          </p:nvSpPr>
          <p:spPr bwMode="auto">
            <a:xfrm>
              <a:off x="7004339" y="4183555"/>
              <a:ext cx="384175" cy="5762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0" name="Rectangle 1126"/>
            <p:cNvSpPr>
              <a:spLocks noChangeArrowheads="1"/>
            </p:cNvSpPr>
            <p:nvPr/>
          </p:nvSpPr>
          <p:spPr bwMode="auto">
            <a:xfrm>
              <a:off x="7388514" y="4183555"/>
              <a:ext cx="9525" cy="576263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1" name="Rectangle 1127"/>
            <p:cNvSpPr>
              <a:spLocks noChangeArrowheads="1"/>
            </p:cNvSpPr>
            <p:nvPr/>
          </p:nvSpPr>
          <p:spPr bwMode="auto">
            <a:xfrm>
              <a:off x="7398039" y="4183555"/>
              <a:ext cx="7938" cy="5762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2" name="Rectangle 1128"/>
            <p:cNvSpPr>
              <a:spLocks noChangeArrowheads="1"/>
            </p:cNvSpPr>
            <p:nvPr/>
          </p:nvSpPr>
          <p:spPr bwMode="auto">
            <a:xfrm>
              <a:off x="7405976" y="4183555"/>
              <a:ext cx="7938" cy="5762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3" name="Rectangle 1129"/>
            <p:cNvSpPr>
              <a:spLocks noChangeArrowheads="1"/>
            </p:cNvSpPr>
            <p:nvPr/>
          </p:nvSpPr>
          <p:spPr bwMode="auto">
            <a:xfrm>
              <a:off x="7413914" y="4183555"/>
              <a:ext cx="7938" cy="5762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4" name="Rectangle 1130"/>
            <p:cNvSpPr>
              <a:spLocks noChangeArrowheads="1"/>
            </p:cNvSpPr>
            <p:nvPr/>
          </p:nvSpPr>
          <p:spPr bwMode="auto">
            <a:xfrm>
              <a:off x="7421851" y="4183555"/>
              <a:ext cx="9525" cy="5762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6" name="Rectangle 1132"/>
            <p:cNvSpPr>
              <a:spLocks noChangeArrowheads="1"/>
            </p:cNvSpPr>
            <p:nvPr/>
          </p:nvSpPr>
          <p:spPr bwMode="auto">
            <a:xfrm>
              <a:off x="7422140" y="4183555"/>
              <a:ext cx="7938" cy="576263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7" name="Rectangle 1133"/>
            <p:cNvSpPr>
              <a:spLocks noChangeArrowheads="1"/>
            </p:cNvSpPr>
            <p:nvPr/>
          </p:nvSpPr>
          <p:spPr bwMode="auto">
            <a:xfrm>
              <a:off x="7430078" y="4183555"/>
              <a:ext cx="7938" cy="576263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8" name="Rectangle 1134"/>
            <p:cNvSpPr>
              <a:spLocks noChangeArrowheads="1"/>
            </p:cNvSpPr>
            <p:nvPr/>
          </p:nvSpPr>
          <p:spPr bwMode="auto">
            <a:xfrm>
              <a:off x="7438015" y="4183555"/>
              <a:ext cx="9525" cy="576263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9" name="Rectangle 1135"/>
            <p:cNvSpPr>
              <a:spLocks noChangeArrowheads="1"/>
            </p:cNvSpPr>
            <p:nvPr/>
          </p:nvSpPr>
          <p:spPr bwMode="auto">
            <a:xfrm>
              <a:off x="7447540" y="4183555"/>
              <a:ext cx="7938" cy="576263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0" name="Rectangle 1136"/>
            <p:cNvSpPr>
              <a:spLocks noChangeArrowheads="1"/>
            </p:cNvSpPr>
            <p:nvPr/>
          </p:nvSpPr>
          <p:spPr bwMode="auto">
            <a:xfrm>
              <a:off x="7455478" y="4183555"/>
              <a:ext cx="7938" cy="576263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1" name="Rectangle 1137"/>
            <p:cNvSpPr>
              <a:spLocks noChangeArrowheads="1"/>
            </p:cNvSpPr>
            <p:nvPr/>
          </p:nvSpPr>
          <p:spPr bwMode="auto">
            <a:xfrm>
              <a:off x="7463415" y="4183555"/>
              <a:ext cx="7938" cy="576263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2" name="Rectangle 1138"/>
            <p:cNvSpPr>
              <a:spLocks noChangeArrowheads="1"/>
            </p:cNvSpPr>
            <p:nvPr/>
          </p:nvSpPr>
          <p:spPr bwMode="auto">
            <a:xfrm>
              <a:off x="7471353" y="4183555"/>
              <a:ext cx="9525" cy="576263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3" name="Rectangle 1139"/>
            <p:cNvSpPr>
              <a:spLocks noChangeArrowheads="1"/>
            </p:cNvSpPr>
            <p:nvPr/>
          </p:nvSpPr>
          <p:spPr bwMode="auto">
            <a:xfrm>
              <a:off x="7480878" y="4183555"/>
              <a:ext cx="7938" cy="576263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4" name="Rectangle 1140"/>
            <p:cNvSpPr>
              <a:spLocks noChangeArrowheads="1"/>
            </p:cNvSpPr>
            <p:nvPr/>
          </p:nvSpPr>
          <p:spPr bwMode="auto">
            <a:xfrm>
              <a:off x="7488815" y="4183555"/>
              <a:ext cx="7938" cy="576263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5" name="Rectangle 1141"/>
            <p:cNvSpPr>
              <a:spLocks noChangeArrowheads="1"/>
            </p:cNvSpPr>
            <p:nvPr/>
          </p:nvSpPr>
          <p:spPr bwMode="auto">
            <a:xfrm>
              <a:off x="7496753" y="4183555"/>
              <a:ext cx="7938" cy="576263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6" name="Rectangle 1142"/>
            <p:cNvSpPr>
              <a:spLocks noChangeArrowheads="1"/>
            </p:cNvSpPr>
            <p:nvPr/>
          </p:nvSpPr>
          <p:spPr bwMode="auto">
            <a:xfrm>
              <a:off x="7504690" y="4183555"/>
              <a:ext cx="9525" cy="576263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7" name="Rectangle 1143"/>
            <p:cNvSpPr>
              <a:spLocks noChangeArrowheads="1"/>
            </p:cNvSpPr>
            <p:nvPr/>
          </p:nvSpPr>
          <p:spPr bwMode="auto">
            <a:xfrm>
              <a:off x="7514215" y="4183555"/>
              <a:ext cx="7938" cy="576263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8" name="Rectangle 1144"/>
            <p:cNvSpPr>
              <a:spLocks noChangeArrowheads="1"/>
            </p:cNvSpPr>
            <p:nvPr/>
          </p:nvSpPr>
          <p:spPr bwMode="auto">
            <a:xfrm>
              <a:off x="7522153" y="4183555"/>
              <a:ext cx="7938" cy="576263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9" name="Rectangle 1145"/>
            <p:cNvSpPr>
              <a:spLocks noChangeArrowheads="1"/>
            </p:cNvSpPr>
            <p:nvPr/>
          </p:nvSpPr>
          <p:spPr bwMode="auto">
            <a:xfrm>
              <a:off x="7530090" y="4183555"/>
              <a:ext cx="7938" cy="576263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0" name="Rectangle 1146"/>
            <p:cNvSpPr>
              <a:spLocks noChangeArrowheads="1"/>
            </p:cNvSpPr>
            <p:nvPr/>
          </p:nvSpPr>
          <p:spPr bwMode="auto">
            <a:xfrm>
              <a:off x="7538028" y="4183555"/>
              <a:ext cx="9525" cy="576263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1" name="Rectangle 1147"/>
            <p:cNvSpPr>
              <a:spLocks noChangeArrowheads="1"/>
            </p:cNvSpPr>
            <p:nvPr/>
          </p:nvSpPr>
          <p:spPr bwMode="auto">
            <a:xfrm>
              <a:off x="7547553" y="4183555"/>
              <a:ext cx="7938" cy="576263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2" name="Rectangle 1148"/>
            <p:cNvSpPr>
              <a:spLocks noChangeArrowheads="1"/>
            </p:cNvSpPr>
            <p:nvPr/>
          </p:nvSpPr>
          <p:spPr bwMode="auto">
            <a:xfrm>
              <a:off x="7555490" y="4183555"/>
              <a:ext cx="7938" cy="576263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3" name="Rectangle 1149"/>
            <p:cNvSpPr>
              <a:spLocks noChangeArrowheads="1"/>
            </p:cNvSpPr>
            <p:nvPr/>
          </p:nvSpPr>
          <p:spPr bwMode="auto">
            <a:xfrm>
              <a:off x="7563428" y="4183555"/>
              <a:ext cx="7938" cy="576263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4" name="Rectangle 1150"/>
            <p:cNvSpPr>
              <a:spLocks noChangeArrowheads="1"/>
            </p:cNvSpPr>
            <p:nvPr/>
          </p:nvSpPr>
          <p:spPr bwMode="auto">
            <a:xfrm>
              <a:off x="7571365" y="4183555"/>
              <a:ext cx="9525" cy="576263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5" name="Rectangle 1151"/>
            <p:cNvSpPr>
              <a:spLocks noChangeArrowheads="1"/>
            </p:cNvSpPr>
            <p:nvPr/>
          </p:nvSpPr>
          <p:spPr bwMode="auto">
            <a:xfrm>
              <a:off x="7580890" y="4183555"/>
              <a:ext cx="7938" cy="576263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6" name="Rectangle 1152"/>
            <p:cNvSpPr>
              <a:spLocks noChangeArrowheads="1"/>
            </p:cNvSpPr>
            <p:nvPr/>
          </p:nvSpPr>
          <p:spPr bwMode="auto">
            <a:xfrm>
              <a:off x="7588828" y="4183555"/>
              <a:ext cx="7938" cy="576263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7" name="Rectangle 1153"/>
            <p:cNvSpPr>
              <a:spLocks noChangeArrowheads="1"/>
            </p:cNvSpPr>
            <p:nvPr/>
          </p:nvSpPr>
          <p:spPr bwMode="auto">
            <a:xfrm>
              <a:off x="7596765" y="4183555"/>
              <a:ext cx="9525" cy="576263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8" name="Rectangle 1154"/>
            <p:cNvSpPr>
              <a:spLocks noChangeArrowheads="1"/>
            </p:cNvSpPr>
            <p:nvPr/>
          </p:nvSpPr>
          <p:spPr bwMode="auto">
            <a:xfrm>
              <a:off x="7606290" y="4183555"/>
              <a:ext cx="7938" cy="576263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9" name="Rectangle 1155"/>
            <p:cNvSpPr>
              <a:spLocks noChangeArrowheads="1"/>
            </p:cNvSpPr>
            <p:nvPr/>
          </p:nvSpPr>
          <p:spPr bwMode="auto">
            <a:xfrm>
              <a:off x="7614228" y="4183555"/>
              <a:ext cx="15875" cy="576263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0" name="Rectangle 1156"/>
            <p:cNvSpPr>
              <a:spLocks noChangeArrowheads="1"/>
            </p:cNvSpPr>
            <p:nvPr/>
          </p:nvSpPr>
          <p:spPr bwMode="auto">
            <a:xfrm>
              <a:off x="7630103" y="4183555"/>
              <a:ext cx="9525" cy="576263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1" name="Rectangle 1157"/>
            <p:cNvSpPr>
              <a:spLocks noChangeArrowheads="1"/>
            </p:cNvSpPr>
            <p:nvPr/>
          </p:nvSpPr>
          <p:spPr bwMode="auto">
            <a:xfrm>
              <a:off x="7639628" y="4183555"/>
              <a:ext cx="7938" cy="576263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2" name="Rectangle 1158"/>
            <p:cNvSpPr>
              <a:spLocks noChangeArrowheads="1"/>
            </p:cNvSpPr>
            <p:nvPr/>
          </p:nvSpPr>
          <p:spPr bwMode="auto">
            <a:xfrm>
              <a:off x="7647565" y="4183555"/>
              <a:ext cx="7938" cy="576263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3" name="Rectangle 1159"/>
            <p:cNvSpPr>
              <a:spLocks noChangeArrowheads="1"/>
            </p:cNvSpPr>
            <p:nvPr/>
          </p:nvSpPr>
          <p:spPr bwMode="auto">
            <a:xfrm>
              <a:off x="7655503" y="4183555"/>
              <a:ext cx="7938" cy="576263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4" name="Rectangle 1160"/>
            <p:cNvSpPr>
              <a:spLocks noChangeArrowheads="1"/>
            </p:cNvSpPr>
            <p:nvPr/>
          </p:nvSpPr>
          <p:spPr bwMode="auto">
            <a:xfrm>
              <a:off x="7663440" y="4183555"/>
              <a:ext cx="9525" cy="576263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5" name="Rectangle 1161"/>
            <p:cNvSpPr>
              <a:spLocks noChangeArrowheads="1"/>
            </p:cNvSpPr>
            <p:nvPr/>
          </p:nvSpPr>
          <p:spPr bwMode="auto">
            <a:xfrm>
              <a:off x="7672965" y="4183555"/>
              <a:ext cx="7938" cy="576263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6" name="Rectangle 1162"/>
            <p:cNvSpPr>
              <a:spLocks noChangeArrowheads="1"/>
            </p:cNvSpPr>
            <p:nvPr/>
          </p:nvSpPr>
          <p:spPr bwMode="auto">
            <a:xfrm>
              <a:off x="7680903" y="4183555"/>
              <a:ext cx="7938" cy="576263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7" name="Rectangle 1163"/>
            <p:cNvSpPr>
              <a:spLocks noChangeArrowheads="1"/>
            </p:cNvSpPr>
            <p:nvPr/>
          </p:nvSpPr>
          <p:spPr bwMode="auto">
            <a:xfrm>
              <a:off x="7688840" y="4183555"/>
              <a:ext cx="17463" cy="576263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8" name="Rectangle 1164"/>
            <p:cNvSpPr>
              <a:spLocks noChangeArrowheads="1"/>
            </p:cNvSpPr>
            <p:nvPr/>
          </p:nvSpPr>
          <p:spPr bwMode="auto">
            <a:xfrm>
              <a:off x="7706303" y="4183555"/>
              <a:ext cx="7938" cy="576263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9" name="Rectangle 1165"/>
            <p:cNvSpPr>
              <a:spLocks noChangeArrowheads="1"/>
            </p:cNvSpPr>
            <p:nvPr/>
          </p:nvSpPr>
          <p:spPr bwMode="auto">
            <a:xfrm>
              <a:off x="7714240" y="4183555"/>
              <a:ext cx="7938" cy="576263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0" name="Rectangle 1166"/>
            <p:cNvSpPr>
              <a:spLocks noChangeArrowheads="1"/>
            </p:cNvSpPr>
            <p:nvPr/>
          </p:nvSpPr>
          <p:spPr bwMode="auto">
            <a:xfrm>
              <a:off x="7722178" y="4183555"/>
              <a:ext cx="7938" cy="576263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1" name="Rectangle 1167"/>
            <p:cNvSpPr>
              <a:spLocks noChangeArrowheads="1"/>
            </p:cNvSpPr>
            <p:nvPr/>
          </p:nvSpPr>
          <p:spPr bwMode="auto">
            <a:xfrm>
              <a:off x="7730115" y="4183555"/>
              <a:ext cx="9525" cy="576263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2" name="Rectangle 1168"/>
            <p:cNvSpPr>
              <a:spLocks noChangeArrowheads="1"/>
            </p:cNvSpPr>
            <p:nvPr/>
          </p:nvSpPr>
          <p:spPr bwMode="auto">
            <a:xfrm>
              <a:off x="6995103" y="41835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3" name="Rectangle 1169"/>
            <p:cNvSpPr>
              <a:spLocks noChangeArrowheads="1"/>
            </p:cNvSpPr>
            <p:nvPr/>
          </p:nvSpPr>
          <p:spPr bwMode="auto">
            <a:xfrm>
              <a:off x="7119622" y="4251817"/>
              <a:ext cx="53164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VideoManager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4" name="Line 1170"/>
            <p:cNvSpPr>
              <a:spLocks noChangeShapeType="1"/>
            </p:cNvSpPr>
            <p:nvPr/>
          </p:nvSpPr>
          <p:spPr bwMode="auto">
            <a:xfrm>
              <a:off x="6995103" y="4408980"/>
              <a:ext cx="74453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5" name="Line 1286"/>
            <p:cNvSpPr>
              <a:spLocks noChangeShapeType="1"/>
            </p:cNvSpPr>
            <p:nvPr/>
          </p:nvSpPr>
          <p:spPr bwMode="auto">
            <a:xfrm flipV="1">
              <a:off x="7371340" y="3942255"/>
              <a:ext cx="0" cy="24130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6" name="Freeform 1287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7" name="Freeform 1288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258" name="직사각형 257"/>
          <p:cNvSpPr/>
          <p:nvPr/>
        </p:nvSpPr>
        <p:spPr>
          <a:xfrm>
            <a:off x="4938590" y="3680652"/>
            <a:ext cx="13949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algn="ctr"/>
            <a:r>
              <a:rPr lang="en-US" altLang="ko-KR" sz="1400" b="1" i="1" dirty="0"/>
              <a:t>Implementation</a:t>
            </a:r>
          </a:p>
          <a:p>
            <a:pPr marL="0" lvl="2" algn="ctr"/>
            <a:r>
              <a:rPr lang="en-US" altLang="ko-KR" sz="1400" b="1" i="1" dirty="0"/>
              <a:t>Class</a:t>
            </a:r>
          </a:p>
        </p:txBody>
      </p:sp>
      <p:sp>
        <p:nvSpPr>
          <p:cNvPr id="259" name="직사각형 258"/>
          <p:cNvSpPr/>
          <p:nvPr/>
        </p:nvSpPr>
        <p:spPr>
          <a:xfrm>
            <a:off x="5058130" y="1470095"/>
            <a:ext cx="15885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ko-KR" sz="1400" b="1" i="1" dirty="0"/>
              <a:t>Standard Interface</a:t>
            </a:r>
          </a:p>
        </p:txBody>
      </p:sp>
      <p:sp>
        <p:nvSpPr>
          <p:cNvPr id="366" name="아래쪽 화살표 365"/>
          <p:cNvSpPr/>
          <p:nvPr/>
        </p:nvSpPr>
        <p:spPr>
          <a:xfrm>
            <a:off x="7200428" y="4657429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7" name="Group 1527"/>
          <p:cNvGrpSpPr>
            <a:grpSpLocks noChangeAspect="1"/>
          </p:cNvGrpSpPr>
          <p:nvPr/>
        </p:nvGrpSpPr>
        <p:grpSpPr bwMode="auto">
          <a:xfrm>
            <a:off x="6795679" y="5330566"/>
            <a:ext cx="1114099" cy="642642"/>
            <a:chOff x="2375" y="3501"/>
            <a:chExt cx="593" cy="328"/>
          </a:xfrm>
        </p:grpSpPr>
        <p:sp>
          <p:nvSpPr>
            <p:cNvPr id="368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69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0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1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2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3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4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5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6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7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8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9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0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1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2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3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4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5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6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7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8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9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0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1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2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3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4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5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6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7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8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9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0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1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2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3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4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5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6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7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8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9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0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1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2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3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4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5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6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7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8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9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0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1" name="Rectangle 1586"/>
            <p:cNvSpPr>
              <a:spLocks noChangeArrowheads="1"/>
            </p:cNvSpPr>
            <p:nvPr/>
          </p:nvSpPr>
          <p:spPr bwMode="auto">
            <a:xfrm>
              <a:off x="2461" y="3633"/>
              <a:ext cx="420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VideoManager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34" name="직사각형 533"/>
          <p:cNvSpPr/>
          <p:nvPr/>
        </p:nvSpPr>
        <p:spPr>
          <a:xfrm>
            <a:off x="5487371" y="5396408"/>
            <a:ext cx="1056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algn="ctr"/>
            <a:r>
              <a:rPr lang="en-US" altLang="ko-KR" sz="1400" b="1" i="1" dirty="0"/>
              <a:t>Generated</a:t>
            </a:r>
          </a:p>
          <a:p>
            <a:pPr marL="0" lvl="2" algn="ctr"/>
            <a:r>
              <a:rPr lang="en-US" altLang="ko-KR" sz="1400" b="1" i="1" dirty="0"/>
              <a:t>Component</a:t>
            </a:r>
          </a:p>
        </p:txBody>
      </p:sp>
      <p:sp>
        <p:nvSpPr>
          <p:cNvPr id="536" name="Rectangle 1029"/>
          <p:cNvSpPr>
            <a:spLocks noChangeArrowheads="1"/>
          </p:cNvSpPr>
          <p:nvPr/>
        </p:nvSpPr>
        <p:spPr bwMode="auto">
          <a:xfrm>
            <a:off x="7745845" y="1504987"/>
            <a:ext cx="17463" cy="576263"/>
          </a:xfrm>
          <a:prstGeom prst="rect">
            <a:avLst/>
          </a:prstGeom>
          <a:solidFill>
            <a:srgbClr val="E8D7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grpSp>
        <p:nvGrpSpPr>
          <p:cNvPr id="583" name="그룹 582"/>
          <p:cNvGrpSpPr/>
          <p:nvPr/>
        </p:nvGrpSpPr>
        <p:grpSpPr>
          <a:xfrm>
            <a:off x="7771245" y="1466744"/>
            <a:ext cx="1177925" cy="601663"/>
            <a:chOff x="7771245" y="1512924"/>
            <a:chExt cx="1177925" cy="601663"/>
          </a:xfrm>
        </p:grpSpPr>
        <p:sp>
          <p:nvSpPr>
            <p:cNvPr id="537" name="Rectangle 1079"/>
            <p:cNvSpPr>
              <a:spLocks noChangeArrowheads="1"/>
            </p:cNvSpPr>
            <p:nvPr/>
          </p:nvSpPr>
          <p:spPr bwMode="auto">
            <a:xfrm>
              <a:off x="8206220" y="1538324"/>
              <a:ext cx="742950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8" name="Rectangle 1080"/>
            <p:cNvSpPr>
              <a:spLocks noChangeArrowheads="1"/>
            </p:cNvSpPr>
            <p:nvPr/>
          </p:nvSpPr>
          <p:spPr bwMode="auto">
            <a:xfrm>
              <a:off x="8206220" y="1538324"/>
              <a:ext cx="742950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9" name="Rectangle 1081"/>
            <p:cNvSpPr>
              <a:spLocks noChangeArrowheads="1"/>
            </p:cNvSpPr>
            <p:nvPr/>
          </p:nvSpPr>
          <p:spPr bwMode="auto">
            <a:xfrm>
              <a:off x="8180820" y="1512924"/>
              <a:ext cx="384175" cy="5762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0" name="Rectangle 1082"/>
            <p:cNvSpPr>
              <a:spLocks noChangeArrowheads="1"/>
            </p:cNvSpPr>
            <p:nvPr/>
          </p:nvSpPr>
          <p:spPr bwMode="auto">
            <a:xfrm>
              <a:off x="8564995" y="1512924"/>
              <a:ext cx="7938" cy="576263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1" name="Rectangle 1083"/>
            <p:cNvSpPr>
              <a:spLocks noChangeArrowheads="1"/>
            </p:cNvSpPr>
            <p:nvPr/>
          </p:nvSpPr>
          <p:spPr bwMode="auto">
            <a:xfrm>
              <a:off x="8572933" y="1512924"/>
              <a:ext cx="9525" cy="5762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2" name="Rectangle 1084"/>
            <p:cNvSpPr>
              <a:spLocks noChangeArrowheads="1"/>
            </p:cNvSpPr>
            <p:nvPr/>
          </p:nvSpPr>
          <p:spPr bwMode="auto">
            <a:xfrm>
              <a:off x="8582458" y="1512924"/>
              <a:ext cx="7938" cy="576263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3" name="Rectangle 1085"/>
            <p:cNvSpPr>
              <a:spLocks noChangeArrowheads="1"/>
            </p:cNvSpPr>
            <p:nvPr/>
          </p:nvSpPr>
          <p:spPr bwMode="auto">
            <a:xfrm>
              <a:off x="8590395" y="1512924"/>
              <a:ext cx="7938" cy="576263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4" name="Rectangle 1086"/>
            <p:cNvSpPr>
              <a:spLocks noChangeArrowheads="1"/>
            </p:cNvSpPr>
            <p:nvPr/>
          </p:nvSpPr>
          <p:spPr bwMode="auto">
            <a:xfrm>
              <a:off x="8598333" y="1512924"/>
              <a:ext cx="7938" cy="576263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5" name="Rectangle 1087"/>
            <p:cNvSpPr>
              <a:spLocks noChangeArrowheads="1"/>
            </p:cNvSpPr>
            <p:nvPr/>
          </p:nvSpPr>
          <p:spPr bwMode="auto">
            <a:xfrm>
              <a:off x="8606270" y="1512924"/>
              <a:ext cx="17463" cy="5762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6" name="Rectangle 1088"/>
            <p:cNvSpPr>
              <a:spLocks noChangeArrowheads="1"/>
            </p:cNvSpPr>
            <p:nvPr/>
          </p:nvSpPr>
          <p:spPr bwMode="auto">
            <a:xfrm>
              <a:off x="8623733" y="1512924"/>
              <a:ext cx="7938" cy="576263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7" name="Rectangle 1089"/>
            <p:cNvSpPr>
              <a:spLocks noChangeArrowheads="1"/>
            </p:cNvSpPr>
            <p:nvPr/>
          </p:nvSpPr>
          <p:spPr bwMode="auto">
            <a:xfrm>
              <a:off x="8631670" y="1512924"/>
              <a:ext cx="7938" cy="5762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8" name="Rectangle 1090"/>
            <p:cNvSpPr>
              <a:spLocks noChangeArrowheads="1"/>
            </p:cNvSpPr>
            <p:nvPr/>
          </p:nvSpPr>
          <p:spPr bwMode="auto">
            <a:xfrm>
              <a:off x="8639608" y="1512924"/>
              <a:ext cx="17463" cy="576263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9" name="Rectangle 1091"/>
            <p:cNvSpPr>
              <a:spLocks noChangeArrowheads="1"/>
            </p:cNvSpPr>
            <p:nvPr/>
          </p:nvSpPr>
          <p:spPr bwMode="auto">
            <a:xfrm>
              <a:off x="8657070" y="1512924"/>
              <a:ext cx="7938" cy="576263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0" name="Rectangle 1092"/>
            <p:cNvSpPr>
              <a:spLocks noChangeArrowheads="1"/>
            </p:cNvSpPr>
            <p:nvPr/>
          </p:nvSpPr>
          <p:spPr bwMode="auto">
            <a:xfrm>
              <a:off x="8665008" y="1512924"/>
              <a:ext cx="7938" cy="576263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1" name="Rectangle 1093"/>
            <p:cNvSpPr>
              <a:spLocks noChangeArrowheads="1"/>
            </p:cNvSpPr>
            <p:nvPr/>
          </p:nvSpPr>
          <p:spPr bwMode="auto">
            <a:xfrm>
              <a:off x="8672945" y="1512924"/>
              <a:ext cx="9525" cy="5762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2" name="Rectangle 1094"/>
            <p:cNvSpPr>
              <a:spLocks noChangeArrowheads="1"/>
            </p:cNvSpPr>
            <p:nvPr/>
          </p:nvSpPr>
          <p:spPr bwMode="auto">
            <a:xfrm>
              <a:off x="8682470" y="1512924"/>
              <a:ext cx="7938" cy="576263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3" name="Rectangle 1095"/>
            <p:cNvSpPr>
              <a:spLocks noChangeArrowheads="1"/>
            </p:cNvSpPr>
            <p:nvPr/>
          </p:nvSpPr>
          <p:spPr bwMode="auto">
            <a:xfrm>
              <a:off x="8690408" y="1512924"/>
              <a:ext cx="7938" cy="5762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4" name="Rectangle 1096"/>
            <p:cNvSpPr>
              <a:spLocks noChangeArrowheads="1"/>
            </p:cNvSpPr>
            <p:nvPr/>
          </p:nvSpPr>
          <p:spPr bwMode="auto">
            <a:xfrm>
              <a:off x="8698345" y="1512924"/>
              <a:ext cx="7938" cy="576263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5" name="Rectangle 1097"/>
            <p:cNvSpPr>
              <a:spLocks noChangeArrowheads="1"/>
            </p:cNvSpPr>
            <p:nvPr/>
          </p:nvSpPr>
          <p:spPr bwMode="auto">
            <a:xfrm>
              <a:off x="8706283" y="1512924"/>
              <a:ext cx="9525" cy="576263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6" name="Rectangle 1098"/>
            <p:cNvSpPr>
              <a:spLocks noChangeArrowheads="1"/>
            </p:cNvSpPr>
            <p:nvPr/>
          </p:nvSpPr>
          <p:spPr bwMode="auto">
            <a:xfrm>
              <a:off x="8715808" y="1512924"/>
              <a:ext cx="7938" cy="576263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7" name="Rectangle 1099"/>
            <p:cNvSpPr>
              <a:spLocks noChangeArrowheads="1"/>
            </p:cNvSpPr>
            <p:nvPr/>
          </p:nvSpPr>
          <p:spPr bwMode="auto">
            <a:xfrm>
              <a:off x="8723745" y="1512924"/>
              <a:ext cx="7938" cy="576263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8" name="Rectangle 1100"/>
            <p:cNvSpPr>
              <a:spLocks noChangeArrowheads="1"/>
            </p:cNvSpPr>
            <p:nvPr/>
          </p:nvSpPr>
          <p:spPr bwMode="auto">
            <a:xfrm>
              <a:off x="8731683" y="1512924"/>
              <a:ext cx="9525" cy="576263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9" name="Rectangle 1101"/>
            <p:cNvSpPr>
              <a:spLocks noChangeArrowheads="1"/>
            </p:cNvSpPr>
            <p:nvPr/>
          </p:nvSpPr>
          <p:spPr bwMode="auto">
            <a:xfrm>
              <a:off x="8741208" y="1512924"/>
              <a:ext cx="7938" cy="5762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0" name="Rectangle 1102"/>
            <p:cNvSpPr>
              <a:spLocks noChangeArrowheads="1"/>
            </p:cNvSpPr>
            <p:nvPr/>
          </p:nvSpPr>
          <p:spPr bwMode="auto">
            <a:xfrm>
              <a:off x="8749145" y="1512924"/>
              <a:ext cx="7938" cy="576263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1" name="Rectangle 1103"/>
            <p:cNvSpPr>
              <a:spLocks noChangeArrowheads="1"/>
            </p:cNvSpPr>
            <p:nvPr/>
          </p:nvSpPr>
          <p:spPr bwMode="auto">
            <a:xfrm>
              <a:off x="8757083" y="1512924"/>
              <a:ext cx="7938" cy="576263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2" name="Rectangle 1104"/>
            <p:cNvSpPr>
              <a:spLocks noChangeArrowheads="1"/>
            </p:cNvSpPr>
            <p:nvPr/>
          </p:nvSpPr>
          <p:spPr bwMode="auto">
            <a:xfrm>
              <a:off x="8765020" y="1512924"/>
              <a:ext cx="9525" cy="576263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3" name="Rectangle 1105"/>
            <p:cNvSpPr>
              <a:spLocks noChangeArrowheads="1"/>
            </p:cNvSpPr>
            <p:nvPr/>
          </p:nvSpPr>
          <p:spPr bwMode="auto">
            <a:xfrm>
              <a:off x="8774545" y="1512924"/>
              <a:ext cx="7938" cy="576263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4" name="Rectangle 1106"/>
            <p:cNvSpPr>
              <a:spLocks noChangeArrowheads="1"/>
            </p:cNvSpPr>
            <p:nvPr/>
          </p:nvSpPr>
          <p:spPr bwMode="auto">
            <a:xfrm>
              <a:off x="8782483" y="1512924"/>
              <a:ext cx="7938" cy="576263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5" name="Rectangle 1107"/>
            <p:cNvSpPr>
              <a:spLocks noChangeArrowheads="1"/>
            </p:cNvSpPr>
            <p:nvPr/>
          </p:nvSpPr>
          <p:spPr bwMode="auto">
            <a:xfrm>
              <a:off x="8790420" y="1512924"/>
              <a:ext cx="7938" cy="576263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6" name="Rectangle 1108"/>
            <p:cNvSpPr>
              <a:spLocks noChangeArrowheads="1"/>
            </p:cNvSpPr>
            <p:nvPr/>
          </p:nvSpPr>
          <p:spPr bwMode="auto">
            <a:xfrm>
              <a:off x="8798358" y="1512924"/>
              <a:ext cx="17463" cy="576263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7" name="Rectangle 1109"/>
            <p:cNvSpPr>
              <a:spLocks noChangeArrowheads="1"/>
            </p:cNvSpPr>
            <p:nvPr/>
          </p:nvSpPr>
          <p:spPr bwMode="auto">
            <a:xfrm>
              <a:off x="8815820" y="1512924"/>
              <a:ext cx="7938" cy="576263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8" name="Rectangle 1110"/>
            <p:cNvSpPr>
              <a:spLocks noChangeArrowheads="1"/>
            </p:cNvSpPr>
            <p:nvPr/>
          </p:nvSpPr>
          <p:spPr bwMode="auto">
            <a:xfrm>
              <a:off x="8823758" y="1512924"/>
              <a:ext cx="7938" cy="576263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9" name="Rectangle 1111"/>
            <p:cNvSpPr>
              <a:spLocks noChangeArrowheads="1"/>
            </p:cNvSpPr>
            <p:nvPr/>
          </p:nvSpPr>
          <p:spPr bwMode="auto">
            <a:xfrm>
              <a:off x="8831695" y="1512924"/>
              <a:ext cx="9525" cy="576263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0" name="Rectangle 1112"/>
            <p:cNvSpPr>
              <a:spLocks noChangeArrowheads="1"/>
            </p:cNvSpPr>
            <p:nvPr/>
          </p:nvSpPr>
          <p:spPr bwMode="auto">
            <a:xfrm>
              <a:off x="8841220" y="1512924"/>
              <a:ext cx="7938" cy="576263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1" name="Rectangle 1113"/>
            <p:cNvSpPr>
              <a:spLocks noChangeArrowheads="1"/>
            </p:cNvSpPr>
            <p:nvPr/>
          </p:nvSpPr>
          <p:spPr bwMode="auto">
            <a:xfrm>
              <a:off x="8849158" y="1512924"/>
              <a:ext cx="15875" cy="576263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2" name="Rectangle 1114"/>
            <p:cNvSpPr>
              <a:spLocks noChangeArrowheads="1"/>
            </p:cNvSpPr>
            <p:nvPr/>
          </p:nvSpPr>
          <p:spPr bwMode="auto">
            <a:xfrm>
              <a:off x="8865033" y="1512924"/>
              <a:ext cx="9525" cy="576263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3" name="Rectangle 1115"/>
            <p:cNvSpPr>
              <a:spLocks noChangeArrowheads="1"/>
            </p:cNvSpPr>
            <p:nvPr/>
          </p:nvSpPr>
          <p:spPr bwMode="auto">
            <a:xfrm>
              <a:off x="8874558" y="1512924"/>
              <a:ext cx="15875" cy="576263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4" name="Rectangle 1116"/>
            <p:cNvSpPr>
              <a:spLocks noChangeArrowheads="1"/>
            </p:cNvSpPr>
            <p:nvPr/>
          </p:nvSpPr>
          <p:spPr bwMode="auto">
            <a:xfrm>
              <a:off x="8890433" y="1512924"/>
              <a:ext cx="9525" cy="576263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5" name="Rectangle 1117"/>
            <p:cNvSpPr>
              <a:spLocks noChangeArrowheads="1"/>
            </p:cNvSpPr>
            <p:nvPr/>
          </p:nvSpPr>
          <p:spPr bwMode="auto">
            <a:xfrm>
              <a:off x="8899958" y="1512924"/>
              <a:ext cx="7938" cy="576263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6" name="Rectangle 1118"/>
            <p:cNvSpPr>
              <a:spLocks noChangeArrowheads="1"/>
            </p:cNvSpPr>
            <p:nvPr/>
          </p:nvSpPr>
          <p:spPr bwMode="auto">
            <a:xfrm>
              <a:off x="8907895" y="1512924"/>
              <a:ext cx="7938" cy="576263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7" name="Rectangle 1119"/>
            <p:cNvSpPr>
              <a:spLocks noChangeArrowheads="1"/>
            </p:cNvSpPr>
            <p:nvPr/>
          </p:nvSpPr>
          <p:spPr bwMode="auto">
            <a:xfrm>
              <a:off x="8915833" y="1512924"/>
              <a:ext cx="7938" cy="576263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8" name="Rectangle 1120"/>
            <p:cNvSpPr>
              <a:spLocks noChangeArrowheads="1"/>
            </p:cNvSpPr>
            <p:nvPr/>
          </p:nvSpPr>
          <p:spPr bwMode="auto">
            <a:xfrm>
              <a:off x="8180820" y="1512924"/>
              <a:ext cx="742950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9" name="Rectangle 1121"/>
            <p:cNvSpPr>
              <a:spLocks noChangeArrowheads="1"/>
            </p:cNvSpPr>
            <p:nvPr/>
          </p:nvSpPr>
          <p:spPr bwMode="auto">
            <a:xfrm>
              <a:off x="8428327" y="1589124"/>
              <a:ext cx="25006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Data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0" name="Line 1122"/>
            <p:cNvSpPr>
              <a:spLocks noChangeShapeType="1"/>
            </p:cNvSpPr>
            <p:nvPr/>
          </p:nvSpPr>
          <p:spPr bwMode="auto">
            <a:xfrm>
              <a:off x="8180820" y="1738349"/>
              <a:ext cx="742950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81" name="Line 1278"/>
            <p:cNvSpPr>
              <a:spLocks noChangeShapeType="1"/>
            </p:cNvSpPr>
            <p:nvPr/>
          </p:nvSpPr>
          <p:spPr bwMode="auto">
            <a:xfrm>
              <a:off x="7771245" y="1797087"/>
              <a:ext cx="409575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82" name="Freeform 1279"/>
            <p:cNvSpPr>
              <a:spLocks noEditPoints="1"/>
            </p:cNvSpPr>
            <p:nvPr/>
          </p:nvSpPr>
          <p:spPr bwMode="auto">
            <a:xfrm>
              <a:off x="8055408" y="1747874"/>
              <a:ext cx="125413" cy="100013"/>
            </a:xfrm>
            <a:custGeom>
              <a:avLst/>
              <a:gdLst>
                <a:gd name="T0" fmla="*/ 79 w 79"/>
                <a:gd name="T1" fmla="*/ 31 h 63"/>
                <a:gd name="T2" fmla="*/ 0 w 79"/>
                <a:gd name="T3" fmla="*/ 63 h 63"/>
                <a:gd name="T4" fmla="*/ 79 w 79"/>
                <a:gd name="T5" fmla="*/ 31 h 63"/>
                <a:gd name="T6" fmla="*/ 0 w 79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63">
                  <a:moveTo>
                    <a:pt x="79" y="31"/>
                  </a:moveTo>
                  <a:lnTo>
                    <a:pt x="0" y="63"/>
                  </a:lnTo>
                  <a:moveTo>
                    <a:pt x="79" y="31"/>
                  </a:move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9" name="자유형 8"/>
          <p:cNvSpPr/>
          <p:nvPr/>
        </p:nvSpPr>
        <p:spPr>
          <a:xfrm>
            <a:off x="5237018" y="1290055"/>
            <a:ext cx="4203900" cy="2458037"/>
          </a:xfrm>
          <a:custGeom>
            <a:avLst/>
            <a:gdLst>
              <a:gd name="connsiteX0" fmla="*/ 2318327 w 4203900"/>
              <a:gd name="connsiteY0" fmla="*/ 3438964 h 3443701"/>
              <a:gd name="connsiteX1" fmla="*/ 1976582 w 4203900"/>
              <a:gd name="connsiteY1" fmla="*/ 3420491 h 3443701"/>
              <a:gd name="connsiteX2" fmla="*/ 1838037 w 4203900"/>
              <a:gd name="connsiteY2" fmla="*/ 3402019 h 3443701"/>
              <a:gd name="connsiteX3" fmla="*/ 1810327 w 4203900"/>
              <a:gd name="connsiteY3" fmla="*/ 3392782 h 3443701"/>
              <a:gd name="connsiteX4" fmla="*/ 1459346 w 4203900"/>
              <a:gd name="connsiteY4" fmla="*/ 3355837 h 3443701"/>
              <a:gd name="connsiteX5" fmla="*/ 1403927 w 4203900"/>
              <a:gd name="connsiteY5" fmla="*/ 3337364 h 3443701"/>
              <a:gd name="connsiteX6" fmla="*/ 1394691 w 4203900"/>
              <a:gd name="connsiteY6" fmla="*/ 3309655 h 3443701"/>
              <a:gd name="connsiteX7" fmla="*/ 1376218 w 4203900"/>
              <a:gd name="connsiteY7" fmla="*/ 3272710 h 3443701"/>
              <a:gd name="connsiteX8" fmla="*/ 1385455 w 4203900"/>
              <a:gd name="connsiteY8" fmla="*/ 3152637 h 3443701"/>
              <a:gd name="connsiteX9" fmla="*/ 1403927 w 4203900"/>
              <a:gd name="connsiteY9" fmla="*/ 3097219 h 3443701"/>
              <a:gd name="connsiteX10" fmla="*/ 1394691 w 4203900"/>
              <a:gd name="connsiteY10" fmla="*/ 2644637 h 3443701"/>
              <a:gd name="connsiteX11" fmla="*/ 1376218 w 4203900"/>
              <a:gd name="connsiteY11" fmla="*/ 2506091 h 3443701"/>
              <a:gd name="connsiteX12" fmla="*/ 1357746 w 4203900"/>
              <a:gd name="connsiteY12" fmla="*/ 2450673 h 3443701"/>
              <a:gd name="connsiteX13" fmla="*/ 1320800 w 4203900"/>
              <a:gd name="connsiteY13" fmla="*/ 2293655 h 3443701"/>
              <a:gd name="connsiteX14" fmla="*/ 1302327 w 4203900"/>
              <a:gd name="connsiteY14" fmla="*/ 2256710 h 3443701"/>
              <a:gd name="connsiteX15" fmla="*/ 1274618 w 4203900"/>
              <a:gd name="connsiteY15" fmla="*/ 2192055 h 3443701"/>
              <a:gd name="connsiteX16" fmla="*/ 1237673 w 4203900"/>
              <a:gd name="connsiteY16" fmla="*/ 2155110 h 3443701"/>
              <a:gd name="connsiteX17" fmla="*/ 1209964 w 4203900"/>
              <a:gd name="connsiteY17" fmla="*/ 2118164 h 3443701"/>
              <a:gd name="connsiteX18" fmla="*/ 1191491 w 4203900"/>
              <a:gd name="connsiteY18" fmla="*/ 2090455 h 3443701"/>
              <a:gd name="connsiteX19" fmla="*/ 1163782 w 4203900"/>
              <a:gd name="connsiteY19" fmla="*/ 2071982 h 3443701"/>
              <a:gd name="connsiteX20" fmla="*/ 1145309 w 4203900"/>
              <a:gd name="connsiteY20" fmla="*/ 2035037 h 3443701"/>
              <a:gd name="connsiteX21" fmla="*/ 1080655 w 4203900"/>
              <a:gd name="connsiteY21" fmla="*/ 1998091 h 3443701"/>
              <a:gd name="connsiteX22" fmla="*/ 1043709 w 4203900"/>
              <a:gd name="connsiteY22" fmla="*/ 1970382 h 3443701"/>
              <a:gd name="connsiteX23" fmla="*/ 1034473 w 4203900"/>
              <a:gd name="connsiteY23" fmla="*/ 1942673 h 3443701"/>
              <a:gd name="connsiteX24" fmla="*/ 960582 w 4203900"/>
              <a:gd name="connsiteY24" fmla="*/ 1896491 h 3443701"/>
              <a:gd name="connsiteX25" fmla="*/ 923637 w 4203900"/>
              <a:gd name="connsiteY25" fmla="*/ 1859546 h 3443701"/>
              <a:gd name="connsiteX26" fmla="*/ 868218 w 4203900"/>
              <a:gd name="connsiteY26" fmla="*/ 1841073 h 3443701"/>
              <a:gd name="connsiteX27" fmla="*/ 831273 w 4203900"/>
              <a:gd name="connsiteY27" fmla="*/ 1822601 h 3443701"/>
              <a:gd name="connsiteX28" fmla="*/ 775855 w 4203900"/>
              <a:gd name="connsiteY28" fmla="*/ 1785655 h 3443701"/>
              <a:gd name="connsiteX29" fmla="*/ 738909 w 4203900"/>
              <a:gd name="connsiteY29" fmla="*/ 1776419 h 3443701"/>
              <a:gd name="connsiteX30" fmla="*/ 637309 w 4203900"/>
              <a:gd name="connsiteY30" fmla="*/ 1711764 h 3443701"/>
              <a:gd name="connsiteX31" fmla="*/ 508000 w 4203900"/>
              <a:gd name="connsiteY31" fmla="*/ 1637873 h 3443701"/>
              <a:gd name="connsiteX32" fmla="*/ 471055 w 4203900"/>
              <a:gd name="connsiteY32" fmla="*/ 1619401 h 3443701"/>
              <a:gd name="connsiteX33" fmla="*/ 387927 w 4203900"/>
              <a:gd name="connsiteY33" fmla="*/ 1600928 h 3443701"/>
              <a:gd name="connsiteX34" fmla="*/ 360218 w 4203900"/>
              <a:gd name="connsiteY34" fmla="*/ 1573219 h 3443701"/>
              <a:gd name="connsiteX35" fmla="*/ 258618 w 4203900"/>
              <a:gd name="connsiteY35" fmla="*/ 1536273 h 3443701"/>
              <a:gd name="connsiteX36" fmla="*/ 221673 w 4203900"/>
              <a:gd name="connsiteY36" fmla="*/ 1508564 h 3443701"/>
              <a:gd name="connsiteX37" fmla="*/ 138546 w 4203900"/>
              <a:gd name="connsiteY37" fmla="*/ 1416201 h 3443701"/>
              <a:gd name="connsiteX38" fmla="*/ 110837 w 4203900"/>
              <a:gd name="connsiteY38" fmla="*/ 1397728 h 3443701"/>
              <a:gd name="connsiteX39" fmla="*/ 18473 w 4203900"/>
              <a:gd name="connsiteY39" fmla="*/ 1286891 h 3443701"/>
              <a:gd name="connsiteX40" fmla="*/ 0 w 4203900"/>
              <a:gd name="connsiteY40" fmla="*/ 1240710 h 3443701"/>
              <a:gd name="connsiteX41" fmla="*/ 9237 w 4203900"/>
              <a:gd name="connsiteY41" fmla="*/ 1065219 h 3443701"/>
              <a:gd name="connsiteX42" fmla="*/ 46182 w 4203900"/>
              <a:gd name="connsiteY42" fmla="*/ 945146 h 3443701"/>
              <a:gd name="connsiteX43" fmla="*/ 83127 w 4203900"/>
              <a:gd name="connsiteY43" fmla="*/ 862019 h 3443701"/>
              <a:gd name="connsiteX44" fmla="*/ 129309 w 4203900"/>
              <a:gd name="connsiteY44" fmla="*/ 797364 h 3443701"/>
              <a:gd name="connsiteX45" fmla="*/ 157018 w 4203900"/>
              <a:gd name="connsiteY45" fmla="*/ 778891 h 3443701"/>
              <a:gd name="connsiteX46" fmla="*/ 397164 w 4203900"/>
              <a:gd name="connsiteY46" fmla="*/ 751182 h 3443701"/>
              <a:gd name="connsiteX47" fmla="*/ 572655 w 4203900"/>
              <a:gd name="connsiteY47" fmla="*/ 723473 h 3443701"/>
              <a:gd name="connsiteX48" fmla="*/ 683491 w 4203900"/>
              <a:gd name="connsiteY48" fmla="*/ 686528 h 3443701"/>
              <a:gd name="connsiteX49" fmla="*/ 785091 w 4203900"/>
              <a:gd name="connsiteY49" fmla="*/ 631110 h 3443701"/>
              <a:gd name="connsiteX50" fmla="*/ 840509 w 4203900"/>
              <a:gd name="connsiteY50" fmla="*/ 612637 h 3443701"/>
              <a:gd name="connsiteX51" fmla="*/ 877455 w 4203900"/>
              <a:gd name="connsiteY51" fmla="*/ 584928 h 3443701"/>
              <a:gd name="connsiteX52" fmla="*/ 905164 w 4203900"/>
              <a:gd name="connsiteY52" fmla="*/ 566455 h 3443701"/>
              <a:gd name="connsiteX53" fmla="*/ 923637 w 4203900"/>
              <a:gd name="connsiteY53" fmla="*/ 529510 h 3443701"/>
              <a:gd name="connsiteX54" fmla="*/ 979055 w 4203900"/>
              <a:gd name="connsiteY54" fmla="*/ 464855 h 3443701"/>
              <a:gd name="connsiteX55" fmla="*/ 1016000 w 4203900"/>
              <a:gd name="connsiteY55" fmla="*/ 390964 h 3443701"/>
              <a:gd name="connsiteX56" fmla="*/ 1025237 w 4203900"/>
              <a:gd name="connsiteY56" fmla="*/ 363255 h 3443701"/>
              <a:gd name="connsiteX57" fmla="*/ 1052946 w 4203900"/>
              <a:gd name="connsiteY57" fmla="*/ 344782 h 3443701"/>
              <a:gd name="connsiteX58" fmla="*/ 1071418 w 4203900"/>
              <a:gd name="connsiteY58" fmla="*/ 298601 h 3443701"/>
              <a:gd name="connsiteX59" fmla="*/ 1117600 w 4203900"/>
              <a:gd name="connsiteY59" fmla="*/ 197001 h 3443701"/>
              <a:gd name="connsiteX60" fmla="*/ 1191491 w 4203900"/>
              <a:gd name="connsiteY60" fmla="*/ 141582 h 3443701"/>
              <a:gd name="connsiteX61" fmla="*/ 1246909 w 4203900"/>
              <a:gd name="connsiteY61" fmla="*/ 104637 h 3443701"/>
              <a:gd name="connsiteX62" fmla="*/ 1376218 w 4203900"/>
              <a:gd name="connsiteY62" fmla="*/ 67691 h 3443701"/>
              <a:gd name="connsiteX63" fmla="*/ 1588655 w 4203900"/>
              <a:gd name="connsiteY63" fmla="*/ 49219 h 3443701"/>
              <a:gd name="connsiteX64" fmla="*/ 1717964 w 4203900"/>
              <a:gd name="connsiteY64" fmla="*/ 21510 h 3443701"/>
              <a:gd name="connsiteX65" fmla="*/ 2576946 w 4203900"/>
              <a:gd name="connsiteY65" fmla="*/ 49219 h 3443701"/>
              <a:gd name="connsiteX66" fmla="*/ 2613891 w 4203900"/>
              <a:gd name="connsiteY66" fmla="*/ 76928 h 3443701"/>
              <a:gd name="connsiteX67" fmla="*/ 2678546 w 4203900"/>
              <a:gd name="connsiteY67" fmla="*/ 95401 h 3443701"/>
              <a:gd name="connsiteX68" fmla="*/ 2733964 w 4203900"/>
              <a:gd name="connsiteY68" fmla="*/ 123110 h 3443701"/>
              <a:gd name="connsiteX69" fmla="*/ 2798618 w 4203900"/>
              <a:gd name="connsiteY69" fmla="*/ 197001 h 3443701"/>
              <a:gd name="connsiteX70" fmla="*/ 2835564 w 4203900"/>
              <a:gd name="connsiteY70" fmla="*/ 215473 h 3443701"/>
              <a:gd name="connsiteX71" fmla="*/ 2909455 w 4203900"/>
              <a:gd name="connsiteY71" fmla="*/ 289364 h 3443701"/>
              <a:gd name="connsiteX72" fmla="*/ 2983346 w 4203900"/>
              <a:gd name="connsiteY72" fmla="*/ 344782 h 3443701"/>
              <a:gd name="connsiteX73" fmla="*/ 3020291 w 4203900"/>
              <a:gd name="connsiteY73" fmla="*/ 381728 h 3443701"/>
              <a:gd name="connsiteX74" fmla="*/ 3084946 w 4203900"/>
              <a:gd name="connsiteY74" fmla="*/ 483328 h 3443701"/>
              <a:gd name="connsiteX75" fmla="*/ 3084946 w 4203900"/>
              <a:gd name="connsiteY75" fmla="*/ 483328 h 3443701"/>
              <a:gd name="connsiteX76" fmla="*/ 3177309 w 4203900"/>
              <a:gd name="connsiteY76" fmla="*/ 631110 h 3443701"/>
              <a:gd name="connsiteX77" fmla="*/ 3195782 w 4203900"/>
              <a:gd name="connsiteY77" fmla="*/ 677291 h 3443701"/>
              <a:gd name="connsiteX78" fmla="*/ 3260437 w 4203900"/>
              <a:gd name="connsiteY78" fmla="*/ 741946 h 3443701"/>
              <a:gd name="connsiteX79" fmla="*/ 3343564 w 4203900"/>
              <a:gd name="connsiteY79" fmla="*/ 843546 h 3443701"/>
              <a:gd name="connsiteX80" fmla="*/ 3417455 w 4203900"/>
              <a:gd name="connsiteY80" fmla="*/ 935910 h 3443701"/>
              <a:gd name="connsiteX81" fmla="*/ 3491346 w 4203900"/>
              <a:gd name="connsiteY81" fmla="*/ 1000564 h 3443701"/>
              <a:gd name="connsiteX82" fmla="*/ 3556000 w 4203900"/>
              <a:gd name="connsiteY82" fmla="*/ 1092928 h 3443701"/>
              <a:gd name="connsiteX83" fmla="*/ 3629891 w 4203900"/>
              <a:gd name="connsiteY83" fmla="*/ 1166819 h 3443701"/>
              <a:gd name="connsiteX84" fmla="*/ 3666837 w 4203900"/>
              <a:gd name="connsiteY84" fmla="*/ 1203764 h 3443701"/>
              <a:gd name="connsiteX85" fmla="*/ 3731491 w 4203900"/>
              <a:gd name="connsiteY85" fmla="*/ 1286891 h 3443701"/>
              <a:gd name="connsiteX86" fmla="*/ 3805382 w 4203900"/>
              <a:gd name="connsiteY86" fmla="*/ 1370019 h 3443701"/>
              <a:gd name="connsiteX87" fmla="*/ 3860800 w 4203900"/>
              <a:gd name="connsiteY87" fmla="*/ 1388491 h 3443701"/>
              <a:gd name="connsiteX88" fmla="*/ 3879273 w 4203900"/>
              <a:gd name="connsiteY88" fmla="*/ 1425437 h 3443701"/>
              <a:gd name="connsiteX89" fmla="*/ 3943927 w 4203900"/>
              <a:gd name="connsiteY89" fmla="*/ 1480855 h 3443701"/>
              <a:gd name="connsiteX90" fmla="*/ 3980873 w 4203900"/>
              <a:gd name="connsiteY90" fmla="*/ 1554746 h 3443701"/>
              <a:gd name="connsiteX91" fmla="*/ 4036291 w 4203900"/>
              <a:gd name="connsiteY91" fmla="*/ 1619401 h 3443701"/>
              <a:gd name="connsiteX92" fmla="*/ 4073237 w 4203900"/>
              <a:gd name="connsiteY92" fmla="*/ 1693291 h 3443701"/>
              <a:gd name="connsiteX93" fmla="*/ 4091709 w 4203900"/>
              <a:gd name="connsiteY93" fmla="*/ 1757946 h 3443701"/>
              <a:gd name="connsiteX94" fmla="*/ 4110182 w 4203900"/>
              <a:gd name="connsiteY94" fmla="*/ 1813364 h 3443701"/>
              <a:gd name="connsiteX95" fmla="*/ 4147127 w 4203900"/>
              <a:gd name="connsiteY95" fmla="*/ 2108928 h 3443701"/>
              <a:gd name="connsiteX96" fmla="*/ 4165600 w 4203900"/>
              <a:gd name="connsiteY96" fmla="*/ 2136637 h 3443701"/>
              <a:gd name="connsiteX97" fmla="*/ 4174837 w 4203900"/>
              <a:gd name="connsiteY97" fmla="*/ 2182819 h 3443701"/>
              <a:gd name="connsiteX98" fmla="*/ 4184073 w 4203900"/>
              <a:gd name="connsiteY98" fmla="*/ 2321364 h 3443701"/>
              <a:gd name="connsiteX99" fmla="*/ 4147127 w 4203900"/>
              <a:gd name="connsiteY99" fmla="*/ 2358310 h 3443701"/>
              <a:gd name="connsiteX100" fmla="*/ 4110182 w 4203900"/>
              <a:gd name="connsiteY100" fmla="*/ 2413728 h 3443701"/>
              <a:gd name="connsiteX101" fmla="*/ 4054764 w 4203900"/>
              <a:gd name="connsiteY101" fmla="*/ 2450673 h 3443701"/>
              <a:gd name="connsiteX102" fmla="*/ 3962400 w 4203900"/>
              <a:gd name="connsiteY102" fmla="*/ 2533801 h 3443701"/>
              <a:gd name="connsiteX103" fmla="*/ 3916218 w 4203900"/>
              <a:gd name="connsiteY103" fmla="*/ 2561510 h 3443701"/>
              <a:gd name="connsiteX104" fmla="*/ 3833091 w 4203900"/>
              <a:gd name="connsiteY104" fmla="*/ 2635401 h 3443701"/>
              <a:gd name="connsiteX105" fmla="*/ 3768437 w 4203900"/>
              <a:gd name="connsiteY105" fmla="*/ 2681582 h 3443701"/>
              <a:gd name="connsiteX106" fmla="*/ 3676073 w 4203900"/>
              <a:gd name="connsiteY106" fmla="*/ 2773946 h 3443701"/>
              <a:gd name="connsiteX107" fmla="*/ 3639127 w 4203900"/>
              <a:gd name="connsiteY107" fmla="*/ 2820128 h 3443701"/>
              <a:gd name="connsiteX108" fmla="*/ 3620655 w 4203900"/>
              <a:gd name="connsiteY108" fmla="*/ 2847837 h 3443701"/>
              <a:gd name="connsiteX109" fmla="*/ 3546764 w 4203900"/>
              <a:gd name="connsiteY109" fmla="*/ 2921728 h 3443701"/>
              <a:gd name="connsiteX110" fmla="*/ 3509818 w 4203900"/>
              <a:gd name="connsiteY110" fmla="*/ 2958673 h 3443701"/>
              <a:gd name="connsiteX111" fmla="*/ 3435927 w 4203900"/>
              <a:gd name="connsiteY111" fmla="*/ 2995619 h 3443701"/>
              <a:gd name="connsiteX112" fmla="*/ 3398982 w 4203900"/>
              <a:gd name="connsiteY112" fmla="*/ 3014091 h 3443701"/>
              <a:gd name="connsiteX113" fmla="*/ 3362037 w 4203900"/>
              <a:gd name="connsiteY113" fmla="*/ 3023328 h 3443701"/>
              <a:gd name="connsiteX114" fmla="*/ 3288146 w 4203900"/>
              <a:gd name="connsiteY114" fmla="*/ 3060273 h 3443701"/>
              <a:gd name="connsiteX115" fmla="*/ 3223491 w 4203900"/>
              <a:gd name="connsiteY115" fmla="*/ 3134164 h 3443701"/>
              <a:gd name="connsiteX116" fmla="*/ 3140364 w 4203900"/>
              <a:gd name="connsiteY116" fmla="*/ 3152637 h 3443701"/>
              <a:gd name="connsiteX117" fmla="*/ 2900218 w 4203900"/>
              <a:gd name="connsiteY117" fmla="*/ 3189582 h 3443701"/>
              <a:gd name="connsiteX118" fmla="*/ 2789382 w 4203900"/>
              <a:gd name="connsiteY118" fmla="*/ 3208055 h 3443701"/>
              <a:gd name="connsiteX119" fmla="*/ 2715491 w 4203900"/>
              <a:gd name="connsiteY119" fmla="*/ 3245001 h 3443701"/>
              <a:gd name="connsiteX120" fmla="*/ 2678546 w 4203900"/>
              <a:gd name="connsiteY120" fmla="*/ 3263473 h 3443701"/>
              <a:gd name="connsiteX121" fmla="*/ 2650837 w 4203900"/>
              <a:gd name="connsiteY121" fmla="*/ 3272710 h 3443701"/>
              <a:gd name="connsiteX122" fmla="*/ 2595418 w 4203900"/>
              <a:gd name="connsiteY122" fmla="*/ 3309655 h 3443701"/>
              <a:gd name="connsiteX123" fmla="*/ 2567709 w 4203900"/>
              <a:gd name="connsiteY123" fmla="*/ 3328128 h 3443701"/>
              <a:gd name="connsiteX124" fmla="*/ 2503055 w 4203900"/>
              <a:gd name="connsiteY124" fmla="*/ 3374310 h 3443701"/>
              <a:gd name="connsiteX125" fmla="*/ 2346037 w 4203900"/>
              <a:gd name="connsiteY125" fmla="*/ 3429728 h 3443701"/>
              <a:gd name="connsiteX126" fmla="*/ 2318327 w 4203900"/>
              <a:gd name="connsiteY126" fmla="*/ 3438964 h 3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203900" h="3443701">
                <a:moveTo>
                  <a:pt x="2318327" y="3438964"/>
                </a:moveTo>
                <a:cubicBezTo>
                  <a:pt x="2256751" y="3437425"/>
                  <a:pt x="2090327" y="3429241"/>
                  <a:pt x="1976582" y="3420491"/>
                </a:cubicBezTo>
                <a:cubicBezTo>
                  <a:pt x="1930129" y="3416918"/>
                  <a:pt x="1883993" y="3409678"/>
                  <a:pt x="1838037" y="3402019"/>
                </a:cubicBezTo>
                <a:cubicBezTo>
                  <a:pt x="1828433" y="3400418"/>
                  <a:pt x="1820004" y="3393857"/>
                  <a:pt x="1810327" y="3392782"/>
                </a:cubicBezTo>
                <a:cubicBezTo>
                  <a:pt x="1313333" y="3337561"/>
                  <a:pt x="1798252" y="3404253"/>
                  <a:pt x="1459346" y="3355837"/>
                </a:cubicBezTo>
                <a:cubicBezTo>
                  <a:pt x="1440873" y="3349679"/>
                  <a:pt x="1419772" y="3348682"/>
                  <a:pt x="1403927" y="3337364"/>
                </a:cubicBezTo>
                <a:cubicBezTo>
                  <a:pt x="1396005" y="3331705"/>
                  <a:pt x="1398526" y="3318604"/>
                  <a:pt x="1394691" y="3309655"/>
                </a:cubicBezTo>
                <a:cubicBezTo>
                  <a:pt x="1389267" y="3297000"/>
                  <a:pt x="1382376" y="3285025"/>
                  <a:pt x="1376218" y="3272710"/>
                </a:cubicBezTo>
                <a:cubicBezTo>
                  <a:pt x="1379297" y="3232686"/>
                  <a:pt x="1379194" y="3192288"/>
                  <a:pt x="1385455" y="3152637"/>
                </a:cubicBezTo>
                <a:cubicBezTo>
                  <a:pt x="1388492" y="3133403"/>
                  <a:pt x="1403573" y="3116688"/>
                  <a:pt x="1403927" y="3097219"/>
                </a:cubicBezTo>
                <a:cubicBezTo>
                  <a:pt x="1406670" y="2946352"/>
                  <a:pt x="1399891" y="2795439"/>
                  <a:pt x="1394691" y="2644637"/>
                </a:cubicBezTo>
                <a:cubicBezTo>
                  <a:pt x="1394076" y="2626793"/>
                  <a:pt x="1382858" y="2532653"/>
                  <a:pt x="1376218" y="2506091"/>
                </a:cubicBezTo>
                <a:cubicBezTo>
                  <a:pt x="1371495" y="2487201"/>
                  <a:pt x="1362763" y="2469487"/>
                  <a:pt x="1357746" y="2450673"/>
                </a:cubicBezTo>
                <a:cubicBezTo>
                  <a:pt x="1347587" y="2412578"/>
                  <a:pt x="1333795" y="2332638"/>
                  <a:pt x="1320800" y="2293655"/>
                </a:cubicBezTo>
                <a:cubicBezTo>
                  <a:pt x="1316446" y="2280593"/>
                  <a:pt x="1307751" y="2269365"/>
                  <a:pt x="1302327" y="2256710"/>
                </a:cubicBezTo>
                <a:cubicBezTo>
                  <a:pt x="1290436" y="2228964"/>
                  <a:pt x="1295042" y="2219288"/>
                  <a:pt x="1274618" y="2192055"/>
                </a:cubicBezTo>
                <a:cubicBezTo>
                  <a:pt x="1264168" y="2178122"/>
                  <a:pt x="1249141" y="2168217"/>
                  <a:pt x="1237673" y="2155110"/>
                </a:cubicBezTo>
                <a:cubicBezTo>
                  <a:pt x="1227536" y="2143525"/>
                  <a:pt x="1218912" y="2130691"/>
                  <a:pt x="1209964" y="2118164"/>
                </a:cubicBezTo>
                <a:cubicBezTo>
                  <a:pt x="1203512" y="2109131"/>
                  <a:pt x="1199340" y="2098304"/>
                  <a:pt x="1191491" y="2090455"/>
                </a:cubicBezTo>
                <a:cubicBezTo>
                  <a:pt x="1183642" y="2082606"/>
                  <a:pt x="1173018" y="2078140"/>
                  <a:pt x="1163782" y="2071982"/>
                </a:cubicBezTo>
                <a:cubicBezTo>
                  <a:pt x="1157624" y="2059667"/>
                  <a:pt x="1154124" y="2045614"/>
                  <a:pt x="1145309" y="2035037"/>
                </a:cubicBezTo>
                <a:cubicBezTo>
                  <a:pt x="1134255" y="2021773"/>
                  <a:pt x="1092661" y="2005595"/>
                  <a:pt x="1080655" y="1998091"/>
                </a:cubicBezTo>
                <a:cubicBezTo>
                  <a:pt x="1067601" y="1989932"/>
                  <a:pt x="1056024" y="1979618"/>
                  <a:pt x="1043709" y="1970382"/>
                </a:cubicBezTo>
                <a:cubicBezTo>
                  <a:pt x="1040630" y="1961146"/>
                  <a:pt x="1040706" y="1950152"/>
                  <a:pt x="1034473" y="1942673"/>
                </a:cubicBezTo>
                <a:cubicBezTo>
                  <a:pt x="1002975" y="1904875"/>
                  <a:pt x="996571" y="1923483"/>
                  <a:pt x="960582" y="1896491"/>
                </a:cubicBezTo>
                <a:cubicBezTo>
                  <a:pt x="946649" y="1886041"/>
                  <a:pt x="938571" y="1868506"/>
                  <a:pt x="923637" y="1859546"/>
                </a:cubicBezTo>
                <a:cubicBezTo>
                  <a:pt x="906940" y="1849528"/>
                  <a:pt x="886298" y="1848305"/>
                  <a:pt x="868218" y="1841073"/>
                </a:cubicBezTo>
                <a:cubicBezTo>
                  <a:pt x="855434" y="1835960"/>
                  <a:pt x="843079" y="1829685"/>
                  <a:pt x="831273" y="1822601"/>
                </a:cubicBezTo>
                <a:cubicBezTo>
                  <a:pt x="812235" y="1811178"/>
                  <a:pt x="797394" y="1791039"/>
                  <a:pt x="775855" y="1785655"/>
                </a:cubicBezTo>
                <a:lnTo>
                  <a:pt x="738909" y="1776419"/>
                </a:lnTo>
                <a:cubicBezTo>
                  <a:pt x="671433" y="1708943"/>
                  <a:pt x="765668" y="1797337"/>
                  <a:pt x="637309" y="1711764"/>
                </a:cubicBezTo>
                <a:cubicBezTo>
                  <a:pt x="509420" y="1626505"/>
                  <a:pt x="600519" y="1678992"/>
                  <a:pt x="508000" y="1637873"/>
                </a:cubicBezTo>
                <a:cubicBezTo>
                  <a:pt x="495418" y="1632281"/>
                  <a:pt x="483947" y="1624235"/>
                  <a:pt x="471055" y="1619401"/>
                </a:cubicBezTo>
                <a:cubicBezTo>
                  <a:pt x="456142" y="1613808"/>
                  <a:pt x="400475" y="1603438"/>
                  <a:pt x="387927" y="1600928"/>
                </a:cubicBezTo>
                <a:cubicBezTo>
                  <a:pt x="378691" y="1591692"/>
                  <a:pt x="371295" y="1580142"/>
                  <a:pt x="360218" y="1573219"/>
                </a:cubicBezTo>
                <a:cubicBezTo>
                  <a:pt x="345528" y="1564037"/>
                  <a:pt x="271547" y="1540583"/>
                  <a:pt x="258618" y="1536273"/>
                </a:cubicBezTo>
                <a:cubicBezTo>
                  <a:pt x="246303" y="1527037"/>
                  <a:pt x="232558" y="1519449"/>
                  <a:pt x="221673" y="1508564"/>
                </a:cubicBezTo>
                <a:cubicBezTo>
                  <a:pt x="158564" y="1445455"/>
                  <a:pt x="196679" y="1466029"/>
                  <a:pt x="138546" y="1416201"/>
                </a:cubicBezTo>
                <a:cubicBezTo>
                  <a:pt x="130118" y="1408977"/>
                  <a:pt x="119134" y="1405103"/>
                  <a:pt x="110837" y="1397728"/>
                </a:cubicBezTo>
                <a:cubicBezTo>
                  <a:pt x="82187" y="1372262"/>
                  <a:pt x="33818" y="1325251"/>
                  <a:pt x="18473" y="1286891"/>
                </a:cubicBezTo>
                <a:lnTo>
                  <a:pt x="0" y="1240710"/>
                </a:lnTo>
                <a:cubicBezTo>
                  <a:pt x="3079" y="1182213"/>
                  <a:pt x="2523" y="1123411"/>
                  <a:pt x="9237" y="1065219"/>
                </a:cubicBezTo>
                <a:cubicBezTo>
                  <a:pt x="12367" y="1038091"/>
                  <a:pt x="38596" y="972961"/>
                  <a:pt x="46182" y="945146"/>
                </a:cubicBezTo>
                <a:cubicBezTo>
                  <a:pt x="66760" y="869693"/>
                  <a:pt x="37837" y="925424"/>
                  <a:pt x="83127" y="862019"/>
                </a:cubicBezTo>
                <a:cubicBezTo>
                  <a:pt x="96237" y="843666"/>
                  <a:pt x="114219" y="812454"/>
                  <a:pt x="129309" y="797364"/>
                </a:cubicBezTo>
                <a:cubicBezTo>
                  <a:pt x="137158" y="789515"/>
                  <a:pt x="146292" y="781751"/>
                  <a:pt x="157018" y="778891"/>
                </a:cubicBezTo>
                <a:cubicBezTo>
                  <a:pt x="231871" y="758930"/>
                  <a:pt x="321187" y="756609"/>
                  <a:pt x="397164" y="751182"/>
                </a:cubicBezTo>
                <a:cubicBezTo>
                  <a:pt x="495129" y="718528"/>
                  <a:pt x="297122" y="782516"/>
                  <a:pt x="572655" y="723473"/>
                </a:cubicBezTo>
                <a:cubicBezTo>
                  <a:pt x="610734" y="715313"/>
                  <a:pt x="651088" y="708130"/>
                  <a:pt x="683491" y="686528"/>
                </a:cubicBezTo>
                <a:cubicBezTo>
                  <a:pt x="717220" y="664042"/>
                  <a:pt x="743177" y="645082"/>
                  <a:pt x="785091" y="631110"/>
                </a:cubicBezTo>
                <a:lnTo>
                  <a:pt x="840509" y="612637"/>
                </a:lnTo>
                <a:cubicBezTo>
                  <a:pt x="852824" y="603401"/>
                  <a:pt x="864928" y="593876"/>
                  <a:pt x="877455" y="584928"/>
                </a:cubicBezTo>
                <a:cubicBezTo>
                  <a:pt x="886488" y="578476"/>
                  <a:pt x="898057" y="574983"/>
                  <a:pt x="905164" y="566455"/>
                </a:cubicBezTo>
                <a:cubicBezTo>
                  <a:pt x="913979" y="555878"/>
                  <a:pt x="916806" y="541465"/>
                  <a:pt x="923637" y="529510"/>
                </a:cubicBezTo>
                <a:cubicBezTo>
                  <a:pt x="942394" y="496685"/>
                  <a:pt x="948970" y="494940"/>
                  <a:pt x="979055" y="464855"/>
                </a:cubicBezTo>
                <a:cubicBezTo>
                  <a:pt x="991370" y="440225"/>
                  <a:pt x="1007291" y="417088"/>
                  <a:pt x="1016000" y="390964"/>
                </a:cubicBezTo>
                <a:cubicBezTo>
                  <a:pt x="1019079" y="381728"/>
                  <a:pt x="1019155" y="370858"/>
                  <a:pt x="1025237" y="363255"/>
                </a:cubicBezTo>
                <a:cubicBezTo>
                  <a:pt x="1032172" y="354587"/>
                  <a:pt x="1043710" y="350940"/>
                  <a:pt x="1052946" y="344782"/>
                </a:cubicBezTo>
                <a:cubicBezTo>
                  <a:pt x="1059103" y="329388"/>
                  <a:pt x="1065597" y="314125"/>
                  <a:pt x="1071418" y="298601"/>
                </a:cubicBezTo>
                <a:cubicBezTo>
                  <a:pt x="1084190" y="264543"/>
                  <a:pt x="1090933" y="223668"/>
                  <a:pt x="1117600" y="197001"/>
                </a:cubicBezTo>
                <a:cubicBezTo>
                  <a:pt x="1180890" y="133711"/>
                  <a:pt x="1125839" y="180973"/>
                  <a:pt x="1191491" y="141582"/>
                </a:cubicBezTo>
                <a:cubicBezTo>
                  <a:pt x="1210528" y="130159"/>
                  <a:pt x="1227052" y="114566"/>
                  <a:pt x="1246909" y="104637"/>
                </a:cubicBezTo>
                <a:cubicBezTo>
                  <a:pt x="1267490" y="94347"/>
                  <a:pt x="1360263" y="69750"/>
                  <a:pt x="1376218" y="67691"/>
                </a:cubicBezTo>
                <a:cubicBezTo>
                  <a:pt x="1446713" y="58595"/>
                  <a:pt x="1517843" y="55376"/>
                  <a:pt x="1588655" y="49219"/>
                </a:cubicBezTo>
                <a:cubicBezTo>
                  <a:pt x="1631758" y="39983"/>
                  <a:pt x="1673891" y="22400"/>
                  <a:pt x="1717964" y="21510"/>
                </a:cubicBezTo>
                <a:cubicBezTo>
                  <a:pt x="2432558" y="7074"/>
                  <a:pt x="2258456" y="-30405"/>
                  <a:pt x="2576946" y="49219"/>
                </a:cubicBezTo>
                <a:cubicBezTo>
                  <a:pt x="2589261" y="58455"/>
                  <a:pt x="2599877" y="70558"/>
                  <a:pt x="2613891" y="76928"/>
                </a:cubicBezTo>
                <a:cubicBezTo>
                  <a:pt x="2634296" y="86203"/>
                  <a:pt x="2657626" y="87355"/>
                  <a:pt x="2678546" y="95401"/>
                </a:cubicBezTo>
                <a:cubicBezTo>
                  <a:pt x="2697822" y="102815"/>
                  <a:pt x="2715491" y="113874"/>
                  <a:pt x="2733964" y="123110"/>
                </a:cubicBezTo>
                <a:cubicBezTo>
                  <a:pt x="2754002" y="149827"/>
                  <a:pt x="2771289" y="176505"/>
                  <a:pt x="2798618" y="197001"/>
                </a:cubicBezTo>
                <a:cubicBezTo>
                  <a:pt x="2809633" y="205262"/>
                  <a:pt x="2823249" y="209316"/>
                  <a:pt x="2835564" y="215473"/>
                </a:cubicBezTo>
                <a:cubicBezTo>
                  <a:pt x="2860194" y="240103"/>
                  <a:pt x="2880473" y="270042"/>
                  <a:pt x="2909455" y="289364"/>
                </a:cubicBezTo>
                <a:cubicBezTo>
                  <a:pt x="2941210" y="310534"/>
                  <a:pt x="2950441" y="315533"/>
                  <a:pt x="2983346" y="344782"/>
                </a:cubicBezTo>
                <a:cubicBezTo>
                  <a:pt x="2996363" y="356353"/>
                  <a:pt x="3007976" y="369413"/>
                  <a:pt x="3020291" y="381728"/>
                </a:cubicBezTo>
                <a:cubicBezTo>
                  <a:pt x="3039263" y="438645"/>
                  <a:pt x="3023685" y="401648"/>
                  <a:pt x="3084946" y="483328"/>
                </a:cubicBezTo>
                <a:lnTo>
                  <a:pt x="3084946" y="483328"/>
                </a:lnTo>
                <a:cubicBezTo>
                  <a:pt x="3141881" y="597199"/>
                  <a:pt x="3109091" y="549247"/>
                  <a:pt x="3177309" y="631110"/>
                </a:cubicBezTo>
                <a:cubicBezTo>
                  <a:pt x="3183467" y="646504"/>
                  <a:pt x="3187252" y="663074"/>
                  <a:pt x="3195782" y="677291"/>
                </a:cubicBezTo>
                <a:cubicBezTo>
                  <a:pt x="3221380" y="719954"/>
                  <a:pt x="3226619" y="719401"/>
                  <a:pt x="3260437" y="741946"/>
                </a:cubicBezTo>
                <a:cubicBezTo>
                  <a:pt x="3300007" y="821088"/>
                  <a:pt x="3252643" y="736093"/>
                  <a:pt x="3343564" y="843546"/>
                </a:cubicBezTo>
                <a:cubicBezTo>
                  <a:pt x="3411165" y="923438"/>
                  <a:pt x="3348340" y="875434"/>
                  <a:pt x="3417455" y="935910"/>
                </a:cubicBezTo>
                <a:cubicBezTo>
                  <a:pt x="3455330" y="969051"/>
                  <a:pt x="3458226" y="958411"/>
                  <a:pt x="3491346" y="1000564"/>
                </a:cubicBezTo>
                <a:cubicBezTo>
                  <a:pt x="3514565" y="1030115"/>
                  <a:pt x="3531941" y="1064057"/>
                  <a:pt x="3556000" y="1092928"/>
                </a:cubicBezTo>
                <a:cubicBezTo>
                  <a:pt x="3578299" y="1119687"/>
                  <a:pt x="3605261" y="1142189"/>
                  <a:pt x="3629891" y="1166819"/>
                </a:cubicBezTo>
                <a:cubicBezTo>
                  <a:pt x="3642206" y="1179134"/>
                  <a:pt x="3657876" y="1188830"/>
                  <a:pt x="3666837" y="1203764"/>
                </a:cubicBezTo>
                <a:cubicBezTo>
                  <a:pt x="3715313" y="1284559"/>
                  <a:pt x="3670397" y="1218161"/>
                  <a:pt x="3731491" y="1286891"/>
                </a:cubicBezTo>
                <a:cubicBezTo>
                  <a:pt x="3746816" y="1304131"/>
                  <a:pt x="3783210" y="1356716"/>
                  <a:pt x="3805382" y="1370019"/>
                </a:cubicBezTo>
                <a:cubicBezTo>
                  <a:pt x="3822079" y="1380037"/>
                  <a:pt x="3842327" y="1382334"/>
                  <a:pt x="3860800" y="1388491"/>
                </a:cubicBezTo>
                <a:cubicBezTo>
                  <a:pt x="3866958" y="1400806"/>
                  <a:pt x="3871012" y="1414422"/>
                  <a:pt x="3879273" y="1425437"/>
                </a:cubicBezTo>
                <a:cubicBezTo>
                  <a:pt x="3901670" y="1455299"/>
                  <a:pt x="3916003" y="1462239"/>
                  <a:pt x="3943927" y="1480855"/>
                </a:cubicBezTo>
                <a:cubicBezTo>
                  <a:pt x="3956191" y="1511516"/>
                  <a:pt x="3960120" y="1530535"/>
                  <a:pt x="3980873" y="1554746"/>
                </a:cubicBezTo>
                <a:cubicBezTo>
                  <a:pt x="4014800" y="1594328"/>
                  <a:pt x="4015084" y="1580523"/>
                  <a:pt x="4036291" y="1619401"/>
                </a:cubicBezTo>
                <a:cubicBezTo>
                  <a:pt x="4049477" y="1643576"/>
                  <a:pt x="4064529" y="1667167"/>
                  <a:pt x="4073237" y="1693291"/>
                </a:cubicBezTo>
                <a:cubicBezTo>
                  <a:pt x="4104293" y="1786464"/>
                  <a:pt x="4056897" y="1641906"/>
                  <a:pt x="4091709" y="1757946"/>
                </a:cubicBezTo>
                <a:cubicBezTo>
                  <a:pt x="4097304" y="1776597"/>
                  <a:pt x="4104024" y="1794891"/>
                  <a:pt x="4110182" y="1813364"/>
                </a:cubicBezTo>
                <a:cubicBezTo>
                  <a:pt x="4122316" y="1983244"/>
                  <a:pt x="4091172" y="2011005"/>
                  <a:pt x="4147127" y="2108928"/>
                </a:cubicBezTo>
                <a:cubicBezTo>
                  <a:pt x="4152634" y="2118566"/>
                  <a:pt x="4159442" y="2127401"/>
                  <a:pt x="4165600" y="2136637"/>
                </a:cubicBezTo>
                <a:cubicBezTo>
                  <a:pt x="4168679" y="2152031"/>
                  <a:pt x="4169873" y="2167926"/>
                  <a:pt x="4174837" y="2182819"/>
                </a:cubicBezTo>
                <a:cubicBezTo>
                  <a:pt x="4197245" y="2250042"/>
                  <a:pt x="4222396" y="2206394"/>
                  <a:pt x="4184073" y="2321364"/>
                </a:cubicBezTo>
                <a:cubicBezTo>
                  <a:pt x="4178565" y="2337887"/>
                  <a:pt x="4158007" y="2344710"/>
                  <a:pt x="4147127" y="2358310"/>
                </a:cubicBezTo>
                <a:cubicBezTo>
                  <a:pt x="4133258" y="2375646"/>
                  <a:pt x="4125881" y="2398029"/>
                  <a:pt x="4110182" y="2413728"/>
                </a:cubicBezTo>
                <a:cubicBezTo>
                  <a:pt x="4094483" y="2429427"/>
                  <a:pt x="4070463" y="2434974"/>
                  <a:pt x="4054764" y="2450673"/>
                </a:cubicBezTo>
                <a:cubicBezTo>
                  <a:pt x="4017901" y="2487536"/>
                  <a:pt x="4004520" y="2504317"/>
                  <a:pt x="3962400" y="2533801"/>
                </a:cubicBezTo>
                <a:cubicBezTo>
                  <a:pt x="3947693" y="2544096"/>
                  <a:pt x="3930925" y="2551215"/>
                  <a:pt x="3916218" y="2561510"/>
                </a:cubicBezTo>
                <a:cubicBezTo>
                  <a:pt x="3818411" y="2629975"/>
                  <a:pt x="3917571" y="2566281"/>
                  <a:pt x="3833091" y="2635401"/>
                </a:cubicBezTo>
                <a:cubicBezTo>
                  <a:pt x="3812593" y="2652172"/>
                  <a:pt x="3788296" y="2664059"/>
                  <a:pt x="3768437" y="2681582"/>
                </a:cubicBezTo>
                <a:cubicBezTo>
                  <a:pt x="3735788" y="2710390"/>
                  <a:pt x="3703273" y="2739946"/>
                  <a:pt x="3676073" y="2773946"/>
                </a:cubicBezTo>
                <a:cubicBezTo>
                  <a:pt x="3663758" y="2789340"/>
                  <a:pt x="3650955" y="2804357"/>
                  <a:pt x="3639127" y="2820128"/>
                </a:cubicBezTo>
                <a:cubicBezTo>
                  <a:pt x="3632467" y="2829008"/>
                  <a:pt x="3628122" y="2839623"/>
                  <a:pt x="3620655" y="2847837"/>
                </a:cubicBezTo>
                <a:cubicBezTo>
                  <a:pt x="3597224" y="2873611"/>
                  <a:pt x="3571394" y="2897098"/>
                  <a:pt x="3546764" y="2921728"/>
                </a:cubicBezTo>
                <a:cubicBezTo>
                  <a:pt x="3534449" y="2934043"/>
                  <a:pt x="3525396" y="2950884"/>
                  <a:pt x="3509818" y="2958673"/>
                </a:cubicBezTo>
                <a:lnTo>
                  <a:pt x="3435927" y="2995619"/>
                </a:lnTo>
                <a:cubicBezTo>
                  <a:pt x="3423612" y="3001776"/>
                  <a:pt x="3412339" y="3010751"/>
                  <a:pt x="3398982" y="3014091"/>
                </a:cubicBezTo>
                <a:cubicBezTo>
                  <a:pt x="3386667" y="3017170"/>
                  <a:pt x="3373755" y="3018446"/>
                  <a:pt x="3362037" y="3023328"/>
                </a:cubicBezTo>
                <a:cubicBezTo>
                  <a:pt x="3336618" y="3033919"/>
                  <a:pt x="3288146" y="3060273"/>
                  <a:pt x="3288146" y="3060273"/>
                </a:cubicBezTo>
                <a:cubicBezTo>
                  <a:pt x="3287042" y="3061653"/>
                  <a:pt x="3235985" y="3128958"/>
                  <a:pt x="3223491" y="3134164"/>
                </a:cubicBezTo>
                <a:cubicBezTo>
                  <a:pt x="3197290" y="3145081"/>
                  <a:pt x="3168073" y="3146479"/>
                  <a:pt x="3140364" y="3152637"/>
                </a:cubicBezTo>
                <a:cubicBezTo>
                  <a:pt x="3041587" y="3202025"/>
                  <a:pt x="3122062" y="3167398"/>
                  <a:pt x="2900218" y="3189582"/>
                </a:cubicBezTo>
                <a:cubicBezTo>
                  <a:pt x="2828151" y="3196789"/>
                  <a:pt x="2843033" y="3194642"/>
                  <a:pt x="2789382" y="3208055"/>
                </a:cubicBezTo>
                <a:lnTo>
                  <a:pt x="2715491" y="3245001"/>
                </a:lnTo>
                <a:cubicBezTo>
                  <a:pt x="2703176" y="3251158"/>
                  <a:pt x="2691608" y="3259119"/>
                  <a:pt x="2678546" y="3263473"/>
                </a:cubicBezTo>
                <a:cubicBezTo>
                  <a:pt x="2669310" y="3266552"/>
                  <a:pt x="2659348" y="3267982"/>
                  <a:pt x="2650837" y="3272710"/>
                </a:cubicBezTo>
                <a:cubicBezTo>
                  <a:pt x="2631429" y="3283492"/>
                  <a:pt x="2613891" y="3297340"/>
                  <a:pt x="2595418" y="3309655"/>
                </a:cubicBezTo>
                <a:lnTo>
                  <a:pt x="2567709" y="3328128"/>
                </a:lnTo>
                <a:cubicBezTo>
                  <a:pt x="2537800" y="3372994"/>
                  <a:pt x="2562891" y="3346694"/>
                  <a:pt x="2503055" y="3374310"/>
                </a:cubicBezTo>
                <a:cubicBezTo>
                  <a:pt x="2387821" y="3427494"/>
                  <a:pt x="2472491" y="3401627"/>
                  <a:pt x="2346037" y="3429728"/>
                </a:cubicBezTo>
                <a:cubicBezTo>
                  <a:pt x="2311082" y="3453031"/>
                  <a:pt x="2379903" y="3440503"/>
                  <a:pt x="2318327" y="3438964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2" name="직선 연결선 511"/>
          <p:cNvCxnSpPr/>
          <p:nvPr/>
        </p:nvCxnSpPr>
        <p:spPr>
          <a:xfrm>
            <a:off x="5248274" y="5127886"/>
            <a:ext cx="41926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70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자유형 364"/>
          <p:cNvSpPr/>
          <p:nvPr/>
        </p:nvSpPr>
        <p:spPr>
          <a:xfrm>
            <a:off x="5741955" y="3509581"/>
            <a:ext cx="3592946" cy="2004291"/>
          </a:xfrm>
          <a:custGeom>
            <a:avLst/>
            <a:gdLst>
              <a:gd name="connsiteX0" fmla="*/ 1080655 w 3592946"/>
              <a:gd name="connsiteY0" fmla="*/ 2004291 h 2004291"/>
              <a:gd name="connsiteX1" fmla="*/ 979055 w 3592946"/>
              <a:gd name="connsiteY1" fmla="*/ 1958109 h 2004291"/>
              <a:gd name="connsiteX2" fmla="*/ 942109 w 3592946"/>
              <a:gd name="connsiteY2" fmla="*/ 1921164 h 2004291"/>
              <a:gd name="connsiteX3" fmla="*/ 868219 w 3592946"/>
              <a:gd name="connsiteY3" fmla="*/ 1865746 h 2004291"/>
              <a:gd name="connsiteX4" fmla="*/ 794328 w 3592946"/>
              <a:gd name="connsiteY4" fmla="*/ 1791855 h 2004291"/>
              <a:gd name="connsiteX5" fmla="*/ 711200 w 3592946"/>
              <a:gd name="connsiteY5" fmla="*/ 1736437 h 2004291"/>
              <a:gd name="connsiteX6" fmla="*/ 683491 w 3592946"/>
              <a:gd name="connsiteY6" fmla="*/ 1699491 h 2004291"/>
              <a:gd name="connsiteX7" fmla="*/ 646546 w 3592946"/>
              <a:gd name="connsiteY7" fmla="*/ 1662546 h 2004291"/>
              <a:gd name="connsiteX8" fmla="*/ 609600 w 3592946"/>
              <a:gd name="connsiteY8" fmla="*/ 1597891 h 2004291"/>
              <a:gd name="connsiteX9" fmla="*/ 572655 w 3592946"/>
              <a:gd name="connsiteY9" fmla="*/ 1560946 h 2004291"/>
              <a:gd name="connsiteX10" fmla="*/ 535709 w 3592946"/>
              <a:gd name="connsiteY10" fmla="*/ 1487055 h 2004291"/>
              <a:gd name="connsiteX11" fmla="*/ 517237 w 3592946"/>
              <a:gd name="connsiteY11" fmla="*/ 1459346 h 2004291"/>
              <a:gd name="connsiteX12" fmla="*/ 498764 w 3592946"/>
              <a:gd name="connsiteY12" fmla="*/ 1413164 h 2004291"/>
              <a:gd name="connsiteX13" fmla="*/ 461819 w 3592946"/>
              <a:gd name="connsiteY13" fmla="*/ 1403928 h 2004291"/>
              <a:gd name="connsiteX14" fmla="*/ 443346 w 3592946"/>
              <a:gd name="connsiteY14" fmla="*/ 1357746 h 2004291"/>
              <a:gd name="connsiteX15" fmla="*/ 406400 w 3592946"/>
              <a:gd name="connsiteY15" fmla="*/ 1320800 h 2004291"/>
              <a:gd name="connsiteX16" fmla="*/ 378691 w 3592946"/>
              <a:gd name="connsiteY16" fmla="*/ 1283855 h 2004291"/>
              <a:gd name="connsiteX17" fmla="*/ 341746 w 3592946"/>
              <a:gd name="connsiteY17" fmla="*/ 1246909 h 2004291"/>
              <a:gd name="connsiteX18" fmla="*/ 304800 w 3592946"/>
              <a:gd name="connsiteY18" fmla="*/ 1182255 h 2004291"/>
              <a:gd name="connsiteX19" fmla="*/ 267855 w 3592946"/>
              <a:gd name="connsiteY19" fmla="*/ 1145309 h 2004291"/>
              <a:gd name="connsiteX20" fmla="*/ 212437 w 3592946"/>
              <a:gd name="connsiteY20" fmla="*/ 1089891 h 2004291"/>
              <a:gd name="connsiteX21" fmla="*/ 184728 w 3592946"/>
              <a:gd name="connsiteY21" fmla="*/ 1043709 h 2004291"/>
              <a:gd name="connsiteX22" fmla="*/ 157019 w 3592946"/>
              <a:gd name="connsiteY22" fmla="*/ 979055 h 2004291"/>
              <a:gd name="connsiteX23" fmla="*/ 138546 w 3592946"/>
              <a:gd name="connsiteY23" fmla="*/ 951346 h 2004291"/>
              <a:gd name="connsiteX24" fmla="*/ 101600 w 3592946"/>
              <a:gd name="connsiteY24" fmla="*/ 858982 h 2004291"/>
              <a:gd name="connsiteX25" fmla="*/ 64655 w 3592946"/>
              <a:gd name="connsiteY25" fmla="*/ 822037 h 2004291"/>
              <a:gd name="connsiteX26" fmla="*/ 46182 w 3592946"/>
              <a:gd name="connsiteY26" fmla="*/ 794328 h 2004291"/>
              <a:gd name="connsiteX27" fmla="*/ 27709 w 3592946"/>
              <a:gd name="connsiteY27" fmla="*/ 757382 h 2004291"/>
              <a:gd name="connsiteX28" fmla="*/ 0 w 3592946"/>
              <a:gd name="connsiteY28" fmla="*/ 637309 h 2004291"/>
              <a:gd name="connsiteX29" fmla="*/ 18473 w 3592946"/>
              <a:gd name="connsiteY29" fmla="*/ 332509 h 2004291"/>
              <a:gd name="connsiteX30" fmla="*/ 73891 w 3592946"/>
              <a:gd name="connsiteY30" fmla="*/ 240146 h 2004291"/>
              <a:gd name="connsiteX31" fmla="*/ 129309 w 3592946"/>
              <a:gd name="connsiteY31" fmla="*/ 193964 h 2004291"/>
              <a:gd name="connsiteX32" fmla="*/ 166255 w 3592946"/>
              <a:gd name="connsiteY32" fmla="*/ 157018 h 2004291"/>
              <a:gd name="connsiteX33" fmla="*/ 193964 w 3592946"/>
              <a:gd name="connsiteY33" fmla="*/ 138546 h 2004291"/>
              <a:gd name="connsiteX34" fmla="*/ 230909 w 3592946"/>
              <a:gd name="connsiteY34" fmla="*/ 120073 h 2004291"/>
              <a:gd name="connsiteX35" fmla="*/ 323273 w 3592946"/>
              <a:gd name="connsiteY35" fmla="*/ 92364 h 2004291"/>
              <a:gd name="connsiteX36" fmla="*/ 360219 w 3592946"/>
              <a:gd name="connsiteY36" fmla="*/ 64655 h 2004291"/>
              <a:gd name="connsiteX37" fmla="*/ 544946 w 3592946"/>
              <a:gd name="connsiteY37" fmla="*/ 27709 h 2004291"/>
              <a:gd name="connsiteX38" fmla="*/ 738909 w 3592946"/>
              <a:gd name="connsiteY38" fmla="*/ 36946 h 2004291"/>
              <a:gd name="connsiteX39" fmla="*/ 877455 w 3592946"/>
              <a:gd name="connsiteY39" fmla="*/ 64655 h 2004291"/>
              <a:gd name="connsiteX40" fmla="*/ 951346 w 3592946"/>
              <a:gd name="connsiteY40" fmla="*/ 73891 h 2004291"/>
              <a:gd name="connsiteX41" fmla="*/ 979055 w 3592946"/>
              <a:gd name="connsiteY41" fmla="*/ 83128 h 2004291"/>
              <a:gd name="connsiteX42" fmla="*/ 1043709 w 3592946"/>
              <a:gd name="connsiteY42" fmla="*/ 120073 h 2004291"/>
              <a:gd name="connsiteX43" fmla="*/ 1182255 w 3592946"/>
              <a:gd name="connsiteY43" fmla="*/ 147782 h 2004291"/>
              <a:gd name="connsiteX44" fmla="*/ 1219200 w 3592946"/>
              <a:gd name="connsiteY44" fmla="*/ 157018 h 2004291"/>
              <a:gd name="connsiteX45" fmla="*/ 1274619 w 3592946"/>
              <a:gd name="connsiteY45" fmla="*/ 175491 h 2004291"/>
              <a:gd name="connsiteX46" fmla="*/ 1681019 w 3592946"/>
              <a:gd name="connsiteY46" fmla="*/ 166255 h 2004291"/>
              <a:gd name="connsiteX47" fmla="*/ 1801091 w 3592946"/>
              <a:gd name="connsiteY47" fmla="*/ 147782 h 2004291"/>
              <a:gd name="connsiteX48" fmla="*/ 1847273 w 3592946"/>
              <a:gd name="connsiteY48" fmla="*/ 129309 h 2004291"/>
              <a:gd name="connsiteX49" fmla="*/ 1902691 w 3592946"/>
              <a:gd name="connsiteY49" fmla="*/ 110837 h 2004291"/>
              <a:gd name="connsiteX50" fmla="*/ 2087419 w 3592946"/>
              <a:gd name="connsiteY50" fmla="*/ 73891 h 2004291"/>
              <a:gd name="connsiteX51" fmla="*/ 2179782 w 3592946"/>
              <a:gd name="connsiteY51" fmla="*/ 36946 h 2004291"/>
              <a:gd name="connsiteX52" fmla="*/ 2318328 w 3592946"/>
              <a:gd name="connsiteY52" fmla="*/ 0 h 2004291"/>
              <a:gd name="connsiteX53" fmla="*/ 2798619 w 3592946"/>
              <a:gd name="connsiteY53" fmla="*/ 9237 h 2004291"/>
              <a:gd name="connsiteX54" fmla="*/ 2881746 w 3592946"/>
              <a:gd name="connsiteY54" fmla="*/ 46182 h 2004291"/>
              <a:gd name="connsiteX55" fmla="*/ 2918691 w 3592946"/>
              <a:gd name="connsiteY55" fmla="*/ 55418 h 2004291"/>
              <a:gd name="connsiteX56" fmla="*/ 2955637 w 3592946"/>
              <a:gd name="connsiteY56" fmla="*/ 83128 h 2004291"/>
              <a:gd name="connsiteX57" fmla="*/ 3048000 w 3592946"/>
              <a:gd name="connsiteY57" fmla="*/ 120073 h 2004291"/>
              <a:gd name="connsiteX58" fmla="*/ 3121891 w 3592946"/>
              <a:gd name="connsiteY58" fmla="*/ 157018 h 2004291"/>
              <a:gd name="connsiteX59" fmla="*/ 3205019 w 3592946"/>
              <a:gd name="connsiteY59" fmla="*/ 203200 h 2004291"/>
              <a:gd name="connsiteX60" fmla="*/ 3241964 w 3592946"/>
              <a:gd name="connsiteY60" fmla="*/ 240146 h 2004291"/>
              <a:gd name="connsiteX61" fmla="*/ 3297382 w 3592946"/>
              <a:gd name="connsiteY61" fmla="*/ 258618 h 2004291"/>
              <a:gd name="connsiteX62" fmla="*/ 3362037 w 3592946"/>
              <a:gd name="connsiteY62" fmla="*/ 286328 h 2004291"/>
              <a:gd name="connsiteX63" fmla="*/ 3389746 w 3592946"/>
              <a:gd name="connsiteY63" fmla="*/ 314037 h 2004291"/>
              <a:gd name="connsiteX64" fmla="*/ 3445164 w 3592946"/>
              <a:gd name="connsiteY64" fmla="*/ 332509 h 2004291"/>
              <a:gd name="connsiteX65" fmla="*/ 3500582 w 3592946"/>
              <a:gd name="connsiteY65" fmla="*/ 360218 h 2004291"/>
              <a:gd name="connsiteX66" fmla="*/ 3528291 w 3592946"/>
              <a:gd name="connsiteY66" fmla="*/ 387928 h 2004291"/>
              <a:gd name="connsiteX67" fmla="*/ 3574473 w 3592946"/>
              <a:gd name="connsiteY67" fmla="*/ 489528 h 2004291"/>
              <a:gd name="connsiteX68" fmla="*/ 3592946 w 3592946"/>
              <a:gd name="connsiteY68" fmla="*/ 526473 h 2004291"/>
              <a:gd name="connsiteX69" fmla="*/ 3565237 w 3592946"/>
              <a:gd name="connsiteY69" fmla="*/ 831273 h 2004291"/>
              <a:gd name="connsiteX70" fmla="*/ 3509819 w 3592946"/>
              <a:gd name="connsiteY70" fmla="*/ 858982 h 2004291"/>
              <a:gd name="connsiteX71" fmla="*/ 3398982 w 3592946"/>
              <a:gd name="connsiteY71" fmla="*/ 886691 h 2004291"/>
              <a:gd name="connsiteX72" fmla="*/ 3260437 w 3592946"/>
              <a:gd name="connsiteY72" fmla="*/ 914400 h 2004291"/>
              <a:gd name="connsiteX73" fmla="*/ 3205019 w 3592946"/>
              <a:gd name="connsiteY73" fmla="*/ 960582 h 2004291"/>
              <a:gd name="connsiteX74" fmla="*/ 3186546 w 3592946"/>
              <a:gd name="connsiteY74" fmla="*/ 988291 h 2004291"/>
              <a:gd name="connsiteX75" fmla="*/ 3084946 w 3592946"/>
              <a:gd name="connsiteY75" fmla="*/ 1062182 h 2004291"/>
              <a:gd name="connsiteX76" fmla="*/ 3020291 w 3592946"/>
              <a:gd name="connsiteY76" fmla="*/ 1080655 h 2004291"/>
              <a:gd name="connsiteX77" fmla="*/ 2927928 w 3592946"/>
              <a:gd name="connsiteY77" fmla="*/ 1126837 h 2004291"/>
              <a:gd name="connsiteX78" fmla="*/ 2909455 w 3592946"/>
              <a:gd name="connsiteY78" fmla="*/ 1182255 h 2004291"/>
              <a:gd name="connsiteX79" fmla="*/ 2881746 w 3592946"/>
              <a:gd name="connsiteY79" fmla="*/ 1219200 h 2004291"/>
              <a:gd name="connsiteX80" fmla="*/ 2844800 w 3592946"/>
              <a:gd name="connsiteY80" fmla="*/ 1302328 h 2004291"/>
              <a:gd name="connsiteX81" fmla="*/ 2789382 w 3592946"/>
              <a:gd name="connsiteY81" fmla="*/ 1440873 h 2004291"/>
              <a:gd name="connsiteX82" fmla="*/ 2770909 w 3592946"/>
              <a:gd name="connsiteY82" fmla="*/ 1468582 h 2004291"/>
              <a:gd name="connsiteX83" fmla="*/ 2743200 w 3592946"/>
              <a:gd name="connsiteY83" fmla="*/ 1597891 h 2004291"/>
              <a:gd name="connsiteX84" fmla="*/ 2669309 w 3592946"/>
              <a:gd name="connsiteY84" fmla="*/ 1634837 h 2004291"/>
              <a:gd name="connsiteX85" fmla="*/ 2558473 w 3592946"/>
              <a:gd name="connsiteY85" fmla="*/ 1690255 h 2004291"/>
              <a:gd name="connsiteX86" fmla="*/ 2484582 w 3592946"/>
              <a:gd name="connsiteY86" fmla="*/ 1727200 h 2004291"/>
              <a:gd name="connsiteX87" fmla="*/ 2410691 w 3592946"/>
              <a:gd name="connsiteY87" fmla="*/ 1745673 h 2004291"/>
              <a:gd name="connsiteX88" fmla="*/ 2364509 w 3592946"/>
              <a:gd name="connsiteY88" fmla="*/ 1764146 h 2004291"/>
              <a:gd name="connsiteX89" fmla="*/ 2299855 w 3592946"/>
              <a:gd name="connsiteY89" fmla="*/ 1782618 h 2004291"/>
              <a:gd name="connsiteX90" fmla="*/ 2161309 w 3592946"/>
              <a:gd name="connsiteY90" fmla="*/ 1838037 h 2004291"/>
              <a:gd name="connsiteX91" fmla="*/ 2105891 w 3592946"/>
              <a:gd name="connsiteY91" fmla="*/ 1856509 h 2004291"/>
              <a:gd name="connsiteX92" fmla="*/ 1533237 w 3592946"/>
              <a:gd name="connsiteY92" fmla="*/ 1874982 h 2004291"/>
              <a:gd name="connsiteX93" fmla="*/ 1366982 w 3592946"/>
              <a:gd name="connsiteY93" fmla="*/ 1893455 h 2004291"/>
              <a:gd name="connsiteX94" fmla="*/ 1302328 w 3592946"/>
              <a:gd name="connsiteY94" fmla="*/ 1939637 h 2004291"/>
              <a:gd name="connsiteX95" fmla="*/ 979055 w 3592946"/>
              <a:gd name="connsiteY95" fmla="*/ 1939637 h 200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3592946" h="2004291">
                <a:moveTo>
                  <a:pt x="1080655" y="2004291"/>
                </a:moveTo>
                <a:cubicBezTo>
                  <a:pt x="1052893" y="1993186"/>
                  <a:pt x="1002471" y="1974500"/>
                  <a:pt x="979055" y="1958109"/>
                </a:cubicBezTo>
                <a:cubicBezTo>
                  <a:pt x="964787" y="1948122"/>
                  <a:pt x="955489" y="1932314"/>
                  <a:pt x="942109" y="1921164"/>
                </a:cubicBezTo>
                <a:cubicBezTo>
                  <a:pt x="918457" y="1901454"/>
                  <a:pt x="891389" y="1886020"/>
                  <a:pt x="868219" y="1865746"/>
                </a:cubicBezTo>
                <a:cubicBezTo>
                  <a:pt x="842005" y="1842809"/>
                  <a:pt x="823311" y="1811176"/>
                  <a:pt x="794328" y="1791855"/>
                </a:cubicBezTo>
                <a:lnTo>
                  <a:pt x="711200" y="1736437"/>
                </a:lnTo>
                <a:cubicBezTo>
                  <a:pt x="701964" y="1724122"/>
                  <a:pt x="693628" y="1711076"/>
                  <a:pt x="683491" y="1699491"/>
                </a:cubicBezTo>
                <a:cubicBezTo>
                  <a:pt x="672023" y="1686384"/>
                  <a:pt x="656790" y="1676631"/>
                  <a:pt x="646546" y="1662546"/>
                </a:cubicBezTo>
                <a:cubicBezTo>
                  <a:pt x="631946" y="1642471"/>
                  <a:pt x="624200" y="1617966"/>
                  <a:pt x="609600" y="1597891"/>
                </a:cubicBezTo>
                <a:cubicBezTo>
                  <a:pt x="599356" y="1583806"/>
                  <a:pt x="582316" y="1575437"/>
                  <a:pt x="572655" y="1560946"/>
                </a:cubicBezTo>
                <a:cubicBezTo>
                  <a:pt x="557380" y="1538033"/>
                  <a:pt x="550984" y="1509968"/>
                  <a:pt x="535709" y="1487055"/>
                </a:cubicBezTo>
                <a:cubicBezTo>
                  <a:pt x="529552" y="1477819"/>
                  <a:pt x="522201" y="1469275"/>
                  <a:pt x="517237" y="1459346"/>
                </a:cubicBezTo>
                <a:cubicBezTo>
                  <a:pt x="509822" y="1444516"/>
                  <a:pt x="510488" y="1424888"/>
                  <a:pt x="498764" y="1413164"/>
                </a:cubicBezTo>
                <a:cubicBezTo>
                  <a:pt x="489788" y="1404188"/>
                  <a:pt x="474134" y="1407007"/>
                  <a:pt x="461819" y="1403928"/>
                </a:cubicBezTo>
                <a:cubicBezTo>
                  <a:pt x="455661" y="1388534"/>
                  <a:pt x="452543" y="1371541"/>
                  <a:pt x="443346" y="1357746"/>
                </a:cubicBezTo>
                <a:cubicBezTo>
                  <a:pt x="433685" y="1343255"/>
                  <a:pt x="417869" y="1333907"/>
                  <a:pt x="406400" y="1320800"/>
                </a:cubicBezTo>
                <a:cubicBezTo>
                  <a:pt x="396263" y="1309215"/>
                  <a:pt x="388828" y="1295440"/>
                  <a:pt x="378691" y="1283855"/>
                </a:cubicBezTo>
                <a:cubicBezTo>
                  <a:pt x="367222" y="1270748"/>
                  <a:pt x="353080" y="1260132"/>
                  <a:pt x="341746" y="1246909"/>
                </a:cubicBezTo>
                <a:cubicBezTo>
                  <a:pt x="292272" y="1189189"/>
                  <a:pt x="357216" y="1252143"/>
                  <a:pt x="304800" y="1182255"/>
                </a:cubicBezTo>
                <a:cubicBezTo>
                  <a:pt x="294350" y="1168322"/>
                  <a:pt x="279189" y="1158532"/>
                  <a:pt x="267855" y="1145309"/>
                </a:cubicBezTo>
                <a:cubicBezTo>
                  <a:pt x="219236" y="1088586"/>
                  <a:pt x="288226" y="1146733"/>
                  <a:pt x="212437" y="1089891"/>
                </a:cubicBezTo>
                <a:cubicBezTo>
                  <a:pt x="203201" y="1074497"/>
                  <a:pt x="192757" y="1059766"/>
                  <a:pt x="184728" y="1043709"/>
                </a:cubicBezTo>
                <a:cubicBezTo>
                  <a:pt x="132921" y="940096"/>
                  <a:pt x="233890" y="1113579"/>
                  <a:pt x="157019" y="979055"/>
                </a:cubicBezTo>
                <a:cubicBezTo>
                  <a:pt x="151512" y="969417"/>
                  <a:pt x="143055" y="961490"/>
                  <a:pt x="138546" y="951346"/>
                </a:cubicBezTo>
                <a:cubicBezTo>
                  <a:pt x="124998" y="920864"/>
                  <a:pt x="122219" y="886475"/>
                  <a:pt x="101600" y="858982"/>
                </a:cubicBezTo>
                <a:cubicBezTo>
                  <a:pt x="91150" y="845049"/>
                  <a:pt x="75989" y="835260"/>
                  <a:pt x="64655" y="822037"/>
                </a:cubicBezTo>
                <a:cubicBezTo>
                  <a:pt x="57431" y="813609"/>
                  <a:pt x="51690" y="803966"/>
                  <a:pt x="46182" y="794328"/>
                </a:cubicBezTo>
                <a:cubicBezTo>
                  <a:pt x="39351" y="782373"/>
                  <a:pt x="32414" y="770322"/>
                  <a:pt x="27709" y="757382"/>
                </a:cubicBezTo>
                <a:cubicBezTo>
                  <a:pt x="9543" y="707426"/>
                  <a:pt x="8367" y="687510"/>
                  <a:pt x="0" y="637309"/>
                </a:cubicBezTo>
                <a:cubicBezTo>
                  <a:pt x="6158" y="535709"/>
                  <a:pt x="7533" y="433706"/>
                  <a:pt x="18473" y="332509"/>
                </a:cubicBezTo>
                <a:cubicBezTo>
                  <a:pt x="20305" y="315562"/>
                  <a:pt x="72151" y="242756"/>
                  <a:pt x="73891" y="240146"/>
                </a:cubicBezTo>
                <a:cubicBezTo>
                  <a:pt x="112598" y="182086"/>
                  <a:pt x="66812" y="240838"/>
                  <a:pt x="129309" y="193964"/>
                </a:cubicBezTo>
                <a:cubicBezTo>
                  <a:pt x="143242" y="183514"/>
                  <a:pt x="153031" y="168352"/>
                  <a:pt x="166255" y="157018"/>
                </a:cubicBezTo>
                <a:cubicBezTo>
                  <a:pt x="174683" y="149794"/>
                  <a:pt x="184326" y="144053"/>
                  <a:pt x="193964" y="138546"/>
                </a:cubicBezTo>
                <a:cubicBezTo>
                  <a:pt x="205919" y="131715"/>
                  <a:pt x="218125" y="125187"/>
                  <a:pt x="230909" y="120073"/>
                </a:cubicBezTo>
                <a:cubicBezTo>
                  <a:pt x="268388" y="105081"/>
                  <a:pt x="286983" y="101436"/>
                  <a:pt x="323273" y="92364"/>
                </a:cubicBezTo>
                <a:cubicBezTo>
                  <a:pt x="335588" y="83128"/>
                  <a:pt x="346762" y="72131"/>
                  <a:pt x="360219" y="64655"/>
                </a:cubicBezTo>
                <a:cubicBezTo>
                  <a:pt x="416709" y="33271"/>
                  <a:pt x="482557" y="36028"/>
                  <a:pt x="544946" y="27709"/>
                </a:cubicBezTo>
                <a:cubicBezTo>
                  <a:pt x="609600" y="30788"/>
                  <a:pt x="674577" y="29798"/>
                  <a:pt x="738909" y="36946"/>
                </a:cubicBezTo>
                <a:cubicBezTo>
                  <a:pt x="785718" y="42147"/>
                  <a:pt x="830722" y="58814"/>
                  <a:pt x="877455" y="64655"/>
                </a:cubicBezTo>
                <a:lnTo>
                  <a:pt x="951346" y="73891"/>
                </a:lnTo>
                <a:cubicBezTo>
                  <a:pt x="960582" y="76970"/>
                  <a:pt x="970347" y="78774"/>
                  <a:pt x="979055" y="83128"/>
                </a:cubicBezTo>
                <a:cubicBezTo>
                  <a:pt x="1045694" y="116447"/>
                  <a:pt x="962759" y="87692"/>
                  <a:pt x="1043709" y="120073"/>
                </a:cubicBezTo>
                <a:cubicBezTo>
                  <a:pt x="1106684" y="145263"/>
                  <a:pt x="1106825" y="139401"/>
                  <a:pt x="1182255" y="147782"/>
                </a:cubicBezTo>
                <a:cubicBezTo>
                  <a:pt x="1194570" y="150861"/>
                  <a:pt x="1207041" y="153370"/>
                  <a:pt x="1219200" y="157018"/>
                </a:cubicBezTo>
                <a:cubicBezTo>
                  <a:pt x="1237851" y="162613"/>
                  <a:pt x="1255151" y="175102"/>
                  <a:pt x="1274619" y="175491"/>
                </a:cubicBezTo>
                <a:lnTo>
                  <a:pt x="1681019" y="166255"/>
                </a:lnTo>
                <a:cubicBezTo>
                  <a:pt x="1721043" y="160097"/>
                  <a:pt x="1761560" y="156567"/>
                  <a:pt x="1801091" y="147782"/>
                </a:cubicBezTo>
                <a:cubicBezTo>
                  <a:pt x="1817276" y="144185"/>
                  <a:pt x="1831691" y="134975"/>
                  <a:pt x="1847273" y="129309"/>
                </a:cubicBezTo>
                <a:cubicBezTo>
                  <a:pt x="1865573" y="122655"/>
                  <a:pt x="1883718" y="115215"/>
                  <a:pt x="1902691" y="110837"/>
                </a:cubicBezTo>
                <a:cubicBezTo>
                  <a:pt x="1963878" y="96717"/>
                  <a:pt x="2087419" y="73891"/>
                  <a:pt x="2087419" y="73891"/>
                </a:cubicBezTo>
                <a:cubicBezTo>
                  <a:pt x="2118207" y="61576"/>
                  <a:pt x="2147412" y="44139"/>
                  <a:pt x="2179782" y="36946"/>
                </a:cubicBezTo>
                <a:cubicBezTo>
                  <a:pt x="2281918" y="14249"/>
                  <a:pt x="2235981" y="27449"/>
                  <a:pt x="2318328" y="0"/>
                </a:cubicBezTo>
                <a:cubicBezTo>
                  <a:pt x="2478425" y="3079"/>
                  <a:pt x="2638706" y="966"/>
                  <a:pt x="2798619" y="9237"/>
                </a:cubicBezTo>
                <a:cubicBezTo>
                  <a:pt x="2863954" y="12616"/>
                  <a:pt x="2838186" y="27513"/>
                  <a:pt x="2881746" y="46182"/>
                </a:cubicBezTo>
                <a:cubicBezTo>
                  <a:pt x="2893414" y="51182"/>
                  <a:pt x="2906376" y="52339"/>
                  <a:pt x="2918691" y="55418"/>
                </a:cubicBezTo>
                <a:cubicBezTo>
                  <a:pt x="2931006" y="64655"/>
                  <a:pt x="2942583" y="74969"/>
                  <a:pt x="2955637" y="83128"/>
                </a:cubicBezTo>
                <a:cubicBezTo>
                  <a:pt x="2998876" y="110153"/>
                  <a:pt x="2995249" y="97466"/>
                  <a:pt x="3048000" y="120073"/>
                </a:cubicBezTo>
                <a:cubicBezTo>
                  <a:pt x="3073311" y="130921"/>
                  <a:pt x="3097554" y="144134"/>
                  <a:pt x="3121891" y="157018"/>
                </a:cubicBezTo>
                <a:cubicBezTo>
                  <a:pt x="3149906" y="171849"/>
                  <a:pt x="3178957" y="185157"/>
                  <a:pt x="3205019" y="203200"/>
                </a:cubicBezTo>
                <a:cubicBezTo>
                  <a:pt x="3219338" y="213114"/>
                  <a:pt x="3227030" y="231185"/>
                  <a:pt x="3241964" y="240146"/>
                </a:cubicBezTo>
                <a:cubicBezTo>
                  <a:pt x="3258661" y="250164"/>
                  <a:pt x="3279208" y="251628"/>
                  <a:pt x="3297382" y="258618"/>
                </a:cubicBezTo>
                <a:cubicBezTo>
                  <a:pt x="3319267" y="267035"/>
                  <a:pt x="3340485" y="277091"/>
                  <a:pt x="3362037" y="286328"/>
                </a:cubicBezTo>
                <a:cubicBezTo>
                  <a:pt x="3371273" y="295564"/>
                  <a:pt x="3378328" y="307694"/>
                  <a:pt x="3389746" y="314037"/>
                </a:cubicBezTo>
                <a:cubicBezTo>
                  <a:pt x="3406767" y="323493"/>
                  <a:pt x="3427190" y="325020"/>
                  <a:pt x="3445164" y="332509"/>
                </a:cubicBezTo>
                <a:cubicBezTo>
                  <a:pt x="3464228" y="340452"/>
                  <a:pt x="3482109" y="350982"/>
                  <a:pt x="3500582" y="360218"/>
                </a:cubicBezTo>
                <a:cubicBezTo>
                  <a:pt x="3509818" y="369455"/>
                  <a:pt x="3521278" y="376908"/>
                  <a:pt x="3528291" y="387928"/>
                </a:cubicBezTo>
                <a:cubicBezTo>
                  <a:pt x="3590781" y="486125"/>
                  <a:pt x="3549038" y="430178"/>
                  <a:pt x="3574473" y="489528"/>
                </a:cubicBezTo>
                <a:cubicBezTo>
                  <a:pt x="3579897" y="502183"/>
                  <a:pt x="3586788" y="514158"/>
                  <a:pt x="3592946" y="526473"/>
                </a:cubicBezTo>
                <a:cubicBezTo>
                  <a:pt x="3583710" y="628073"/>
                  <a:pt x="3589980" y="732300"/>
                  <a:pt x="3565237" y="831273"/>
                </a:cubicBezTo>
                <a:cubicBezTo>
                  <a:pt x="3560228" y="851309"/>
                  <a:pt x="3529412" y="852451"/>
                  <a:pt x="3509819" y="858982"/>
                </a:cubicBezTo>
                <a:cubicBezTo>
                  <a:pt x="3473691" y="871025"/>
                  <a:pt x="3436158" y="878430"/>
                  <a:pt x="3398982" y="886691"/>
                </a:cubicBezTo>
                <a:cubicBezTo>
                  <a:pt x="3353007" y="896908"/>
                  <a:pt x="3260437" y="914400"/>
                  <a:pt x="3260437" y="914400"/>
                </a:cubicBezTo>
                <a:cubicBezTo>
                  <a:pt x="3241964" y="929794"/>
                  <a:pt x="3222022" y="943579"/>
                  <a:pt x="3205019" y="960582"/>
                </a:cubicBezTo>
                <a:cubicBezTo>
                  <a:pt x="3197170" y="968431"/>
                  <a:pt x="3193770" y="979863"/>
                  <a:pt x="3186546" y="988291"/>
                </a:cubicBezTo>
                <a:cubicBezTo>
                  <a:pt x="3155188" y="1024875"/>
                  <a:pt x="3131744" y="1042126"/>
                  <a:pt x="3084946" y="1062182"/>
                </a:cubicBezTo>
                <a:cubicBezTo>
                  <a:pt x="3064344" y="1071011"/>
                  <a:pt x="3041017" y="1072121"/>
                  <a:pt x="3020291" y="1080655"/>
                </a:cubicBezTo>
                <a:cubicBezTo>
                  <a:pt x="2988462" y="1093761"/>
                  <a:pt x="2927928" y="1126837"/>
                  <a:pt x="2927928" y="1126837"/>
                </a:cubicBezTo>
                <a:cubicBezTo>
                  <a:pt x="2921770" y="1145310"/>
                  <a:pt x="2918163" y="1164839"/>
                  <a:pt x="2909455" y="1182255"/>
                </a:cubicBezTo>
                <a:cubicBezTo>
                  <a:pt x="2902571" y="1196024"/>
                  <a:pt x="2887463" y="1204907"/>
                  <a:pt x="2881746" y="1219200"/>
                </a:cubicBezTo>
                <a:cubicBezTo>
                  <a:pt x="2843799" y="1314066"/>
                  <a:pt x="2904279" y="1242847"/>
                  <a:pt x="2844800" y="1302328"/>
                </a:cubicBezTo>
                <a:cubicBezTo>
                  <a:pt x="2823939" y="1364913"/>
                  <a:pt x="2823025" y="1373589"/>
                  <a:pt x="2789382" y="1440873"/>
                </a:cubicBezTo>
                <a:cubicBezTo>
                  <a:pt x="2784418" y="1450802"/>
                  <a:pt x="2777067" y="1459346"/>
                  <a:pt x="2770909" y="1468582"/>
                </a:cubicBezTo>
                <a:cubicBezTo>
                  <a:pt x="2761673" y="1511685"/>
                  <a:pt x="2758678" y="1556616"/>
                  <a:pt x="2743200" y="1597891"/>
                </a:cubicBezTo>
                <a:cubicBezTo>
                  <a:pt x="2738278" y="1611015"/>
                  <a:pt x="2671159" y="1633967"/>
                  <a:pt x="2669309" y="1634837"/>
                </a:cubicBezTo>
                <a:cubicBezTo>
                  <a:pt x="2631934" y="1652425"/>
                  <a:pt x="2592842" y="1667342"/>
                  <a:pt x="2558473" y="1690255"/>
                </a:cubicBezTo>
                <a:cubicBezTo>
                  <a:pt x="2526693" y="1711442"/>
                  <a:pt x="2526548" y="1714288"/>
                  <a:pt x="2484582" y="1727200"/>
                </a:cubicBezTo>
                <a:cubicBezTo>
                  <a:pt x="2460316" y="1734666"/>
                  <a:pt x="2434957" y="1738207"/>
                  <a:pt x="2410691" y="1745673"/>
                </a:cubicBezTo>
                <a:cubicBezTo>
                  <a:pt x="2394844" y="1750549"/>
                  <a:pt x="2380238" y="1758903"/>
                  <a:pt x="2364509" y="1764146"/>
                </a:cubicBezTo>
                <a:cubicBezTo>
                  <a:pt x="2343246" y="1771234"/>
                  <a:pt x="2320666" y="1774294"/>
                  <a:pt x="2299855" y="1782618"/>
                </a:cubicBezTo>
                <a:cubicBezTo>
                  <a:pt x="2077499" y="1871561"/>
                  <a:pt x="2356967" y="1777835"/>
                  <a:pt x="2161309" y="1838037"/>
                </a:cubicBezTo>
                <a:cubicBezTo>
                  <a:pt x="2142698" y="1843763"/>
                  <a:pt x="2125329" y="1855366"/>
                  <a:pt x="2105891" y="1856509"/>
                </a:cubicBezTo>
                <a:cubicBezTo>
                  <a:pt x="1915237" y="1867724"/>
                  <a:pt x="1724122" y="1868824"/>
                  <a:pt x="1533237" y="1874982"/>
                </a:cubicBezTo>
                <a:cubicBezTo>
                  <a:pt x="1477819" y="1881140"/>
                  <a:pt x="1421225" y="1880540"/>
                  <a:pt x="1366982" y="1893455"/>
                </a:cubicBezTo>
                <a:cubicBezTo>
                  <a:pt x="1287633" y="1912348"/>
                  <a:pt x="1395127" y="1934878"/>
                  <a:pt x="1302328" y="1939637"/>
                </a:cubicBezTo>
                <a:cubicBezTo>
                  <a:pt x="1194712" y="1945156"/>
                  <a:pt x="1086813" y="1939637"/>
                  <a:pt x="979055" y="1939637"/>
                </a:cubicBez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컴포넌트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설계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적용 원칙</a:t>
            </a:r>
            <a:endParaRPr lang="en-US" altLang="ko-KR" dirty="0"/>
          </a:p>
          <a:p>
            <a:pPr lvl="1"/>
            <a:r>
              <a:rPr lang="en-US" altLang="ko-KR" dirty="0"/>
              <a:t>Encapsulated</a:t>
            </a:r>
          </a:p>
          <a:p>
            <a:pPr lvl="1"/>
            <a:r>
              <a:rPr lang="en-US" altLang="ko-KR" dirty="0"/>
              <a:t>Event-Driven</a:t>
            </a:r>
          </a:p>
          <a:p>
            <a:pPr lvl="1"/>
            <a:r>
              <a:rPr lang="en-US" altLang="ko-KR" dirty="0"/>
              <a:t>Separation of Concern</a:t>
            </a:r>
          </a:p>
          <a:p>
            <a:pPr lvl="2"/>
            <a:r>
              <a:rPr lang="en-US" altLang="ko-KR" dirty="0"/>
              <a:t>Technical vs. Domain</a:t>
            </a:r>
          </a:p>
          <a:p>
            <a:pPr lvl="2"/>
            <a:r>
              <a:rPr lang="en-US" altLang="ko-KR" dirty="0"/>
              <a:t>Device Abstraction</a:t>
            </a:r>
          </a:p>
          <a:p>
            <a:pPr lvl="2"/>
            <a:r>
              <a:rPr lang="en-US" altLang="ko-KR" dirty="0"/>
              <a:t>Data Abstraction</a:t>
            </a:r>
          </a:p>
          <a:p>
            <a:r>
              <a:rPr lang="ko-KR" altLang="en-US" dirty="0"/>
              <a:t>표준 컴포넌트 인터페이스</a:t>
            </a:r>
            <a:endParaRPr lang="en-US" altLang="ko-KR" dirty="0"/>
          </a:p>
          <a:p>
            <a:pPr lvl="1"/>
            <a:r>
              <a:rPr lang="en-US" altLang="ko-KR" dirty="0"/>
              <a:t>Unique Identification</a:t>
            </a:r>
          </a:p>
          <a:p>
            <a:pPr lvl="1"/>
            <a:r>
              <a:rPr lang="en-US" altLang="ko-KR" dirty="0"/>
              <a:t>Event Generation</a:t>
            </a:r>
          </a:p>
          <a:p>
            <a:pPr lvl="2"/>
            <a:r>
              <a:rPr lang="en-US" altLang="ko-KR" dirty="0"/>
              <a:t>Event Source</a:t>
            </a:r>
          </a:p>
          <a:p>
            <a:pPr lvl="1"/>
            <a:r>
              <a:rPr lang="en-US" altLang="ko-KR" dirty="0"/>
              <a:t>Event Processing</a:t>
            </a:r>
          </a:p>
          <a:p>
            <a:pPr lvl="2"/>
            <a:r>
              <a:rPr lang="en-US" altLang="ko-KR" dirty="0"/>
              <a:t>Event Target</a:t>
            </a:r>
          </a:p>
          <a:p>
            <a:pPr lvl="1"/>
            <a:r>
              <a:rPr lang="en-US" altLang="ko-KR" dirty="0"/>
              <a:t>Device Interface</a:t>
            </a:r>
          </a:p>
          <a:p>
            <a:pPr lvl="2"/>
            <a:r>
              <a:rPr lang="en-US" altLang="ko-KR" dirty="0"/>
              <a:t>Sensor</a:t>
            </a:r>
          </a:p>
          <a:p>
            <a:pPr lvl="2"/>
            <a:r>
              <a:rPr lang="en-US" altLang="ko-KR" dirty="0"/>
              <a:t>Actuator</a:t>
            </a:r>
          </a:p>
          <a:p>
            <a:pPr lvl="1"/>
            <a:r>
              <a:rPr lang="en-US" altLang="ko-KR" dirty="0"/>
              <a:t>Data Interface</a:t>
            </a:r>
          </a:p>
          <a:p>
            <a:pPr lvl="2"/>
            <a:r>
              <a:rPr lang="en-US" altLang="ko-KR" dirty="0"/>
              <a:t>Storage Interface</a:t>
            </a:r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5248274" y="1429331"/>
            <a:ext cx="4147127" cy="2466110"/>
          </a:xfrm>
          <a:custGeom>
            <a:avLst/>
            <a:gdLst>
              <a:gd name="connsiteX0" fmla="*/ 101600 w 4147127"/>
              <a:gd name="connsiteY0" fmla="*/ 886691 h 2466110"/>
              <a:gd name="connsiteX1" fmla="*/ 157018 w 4147127"/>
              <a:gd name="connsiteY1" fmla="*/ 812800 h 2466110"/>
              <a:gd name="connsiteX2" fmla="*/ 175491 w 4147127"/>
              <a:gd name="connsiteY2" fmla="*/ 775855 h 2466110"/>
              <a:gd name="connsiteX3" fmla="*/ 240146 w 4147127"/>
              <a:gd name="connsiteY3" fmla="*/ 748146 h 2466110"/>
              <a:gd name="connsiteX4" fmla="*/ 249382 w 4147127"/>
              <a:gd name="connsiteY4" fmla="*/ 711200 h 2466110"/>
              <a:gd name="connsiteX5" fmla="*/ 286327 w 4147127"/>
              <a:gd name="connsiteY5" fmla="*/ 692728 h 2466110"/>
              <a:gd name="connsiteX6" fmla="*/ 314037 w 4147127"/>
              <a:gd name="connsiteY6" fmla="*/ 665019 h 2466110"/>
              <a:gd name="connsiteX7" fmla="*/ 387927 w 4147127"/>
              <a:gd name="connsiteY7" fmla="*/ 609600 h 2466110"/>
              <a:gd name="connsiteX8" fmla="*/ 452582 w 4147127"/>
              <a:gd name="connsiteY8" fmla="*/ 544946 h 2466110"/>
              <a:gd name="connsiteX9" fmla="*/ 489527 w 4147127"/>
              <a:gd name="connsiteY9" fmla="*/ 526473 h 2466110"/>
              <a:gd name="connsiteX10" fmla="*/ 526473 w 4147127"/>
              <a:gd name="connsiteY10" fmla="*/ 489528 h 2466110"/>
              <a:gd name="connsiteX11" fmla="*/ 609600 w 4147127"/>
              <a:gd name="connsiteY11" fmla="*/ 443346 h 2466110"/>
              <a:gd name="connsiteX12" fmla="*/ 711200 w 4147127"/>
              <a:gd name="connsiteY12" fmla="*/ 387928 h 2466110"/>
              <a:gd name="connsiteX13" fmla="*/ 775855 w 4147127"/>
              <a:gd name="connsiteY13" fmla="*/ 350982 h 2466110"/>
              <a:gd name="connsiteX14" fmla="*/ 840509 w 4147127"/>
              <a:gd name="connsiteY14" fmla="*/ 332510 h 2466110"/>
              <a:gd name="connsiteX15" fmla="*/ 877455 w 4147127"/>
              <a:gd name="connsiteY15" fmla="*/ 314037 h 2466110"/>
              <a:gd name="connsiteX16" fmla="*/ 960582 w 4147127"/>
              <a:gd name="connsiteY16" fmla="*/ 286328 h 2466110"/>
              <a:gd name="connsiteX17" fmla="*/ 1043709 w 4147127"/>
              <a:gd name="connsiteY17" fmla="*/ 249382 h 2466110"/>
              <a:gd name="connsiteX18" fmla="*/ 1145309 w 4147127"/>
              <a:gd name="connsiteY18" fmla="*/ 212437 h 2466110"/>
              <a:gd name="connsiteX19" fmla="*/ 1173018 w 4147127"/>
              <a:gd name="connsiteY19" fmla="*/ 175491 h 2466110"/>
              <a:gd name="connsiteX20" fmla="*/ 1200727 w 4147127"/>
              <a:gd name="connsiteY20" fmla="*/ 166255 h 2466110"/>
              <a:gd name="connsiteX21" fmla="*/ 1209964 w 4147127"/>
              <a:gd name="connsiteY21" fmla="*/ 138546 h 2466110"/>
              <a:gd name="connsiteX22" fmla="*/ 1283855 w 4147127"/>
              <a:gd name="connsiteY22" fmla="*/ 129310 h 2466110"/>
              <a:gd name="connsiteX23" fmla="*/ 1385455 w 4147127"/>
              <a:gd name="connsiteY23" fmla="*/ 101600 h 2466110"/>
              <a:gd name="connsiteX24" fmla="*/ 1422400 w 4147127"/>
              <a:gd name="connsiteY24" fmla="*/ 83128 h 2466110"/>
              <a:gd name="connsiteX25" fmla="*/ 1459346 w 4147127"/>
              <a:gd name="connsiteY25" fmla="*/ 73891 h 2466110"/>
              <a:gd name="connsiteX26" fmla="*/ 1505527 w 4147127"/>
              <a:gd name="connsiteY26" fmla="*/ 55419 h 2466110"/>
              <a:gd name="connsiteX27" fmla="*/ 1542473 w 4147127"/>
              <a:gd name="connsiteY27" fmla="*/ 36946 h 2466110"/>
              <a:gd name="connsiteX28" fmla="*/ 1791855 w 4147127"/>
              <a:gd name="connsiteY28" fmla="*/ 0 h 2466110"/>
              <a:gd name="connsiteX29" fmla="*/ 2382982 w 4147127"/>
              <a:gd name="connsiteY29" fmla="*/ 9237 h 2466110"/>
              <a:gd name="connsiteX30" fmla="*/ 2530764 w 4147127"/>
              <a:gd name="connsiteY30" fmla="*/ 46182 h 2466110"/>
              <a:gd name="connsiteX31" fmla="*/ 2558473 w 4147127"/>
              <a:gd name="connsiteY31" fmla="*/ 55419 h 2466110"/>
              <a:gd name="connsiteX32" fmla="*/ 2632364 w 4147127"/>
              <a:gd name="connsiteY32" fmla="*/ 92364 h 2466110"/>
              <a:gd name="connsiteX33" fmla="*/ 2669309 w 4147127"/>
              <a:gd name="connsiteY33" fmla="*/ 129310 h 2466110"/>
              <a:gd name="connsiteX34" fmla="*/ 2743200 w 4147127"/>
              <a:gd name="connsiteY34" fmla="*/ 166255 h 2466110"/>
              <a:gd name="connsiteX35" fmla="*/ 2798618 w 4147127"/>
              <a:gd name="connsiteY35" fmla="*/ 221673 h 2466110"/>
              <a:gd name="connsiteX36" fmla="*/ 2835564 w 4147127"/>
              <a:gd name="connsiteY36" fmla="*/ 258619 h 2466110"/>
              <a:gd name="connsiteX37" fmla="*/ 2872509 w 4147127"/>
              <a:gd name="connsiteY37" fmla="*/ 286328 h 2466110"/>
              <a:gd name="connsiteX38" fmla="*/ 2900218 w 4147127"/>
              <a:gd name="connsiteY38" fmla="*/ 304800 h 2466110"/>
              <a:gd name="connsiteX39" fmla="*/ 3011055 w 4147127"/>
              <a:gd name="connsiteY39" fmla="*/ 397164 h 2466110"/>
              <a:gd name="connsiteX40" fmla="*/ 3048000 w 4147127"/>
              <a:gd name="connsiteY40" fmla="*/ 434110 h 2466110"/>
              <a:gd name="connsiteX41" fmla="*/ 3075709 w 4147127"/>
              <a:gd name="connsiteY41" fmla="*/ 443346 h 2466110"/>
              <a:gd name="connsiteX42" fmla="*/ 3112655 w 4147127"/>
              <a:gd name="connsiteY42" fmla="*/ 480291 h 2466110"/>
              <a:gd name="connsiteX43" fmla="*/ 3140364 w 4147127"/>
              <a:gd name="connsiteY43" fmla="*/ 498764 h 2466110"/>
              <a:gd name="connsiteX44" fmla="*/ 3168073 w 4147127"/>
              <a:gd name="connsiteY44" fmla="*/ 535710 h 2466110"/>
              <a:gd name="connsiteX45" fmla="*/ 3205018 w 4147127"/>
              <a:gd name="connsiteY45" fmla="*/ 554182 h 2466110"/>
              <a:gd name="connsiteX46" fmla="*/ 3232727 w 4147127"/>
              <a:gd name="connsiteY46" fmla="*/ 692728 h 2466110"/>
              <a:gd name="connsiteX47" fmla="*/ 3251200 w 4147127"/>
              <a:gd name="connsiteY47" fmla="*/ 803564 h 2466110"/>
              <a:gd name="connsiteX48" fmla="*/ 3288146 w 4147127"/>
              <a:gd name="connsiteY48" fmla="*/ 877455 h 2466110"/>
              <a:gd name="connsiteX49" fmla="*/ 3362037 w 4147127"/>
              <a:gd name="connsiteY49" fmla="*/ 942110 h 2466110"/>
              <a:gd name="connsiteX50" fmla="*/ 3380509 w 4147127"/>
              <a:gd name="connsiteY50" fmla="*/ 969819 h 2466110"/>
              <a:gd name="connsiteX51" fmla="*/ 3389746 w 4147127"/>
              <a:gd name="connsiteY51" fmla="*/ 997528 h 2466110"/>
              <a:gd name="connsiteX52" fmla="*/ 3426691 w 4147127"/>
              <a:gd name="connsiteY52" fmla="*/ 1016000 h 2466110"/>
              <a:gd name="connsiteX53" fmla="*/ 3482109 w 4147127"/>
              <a:gd name="connsiteY53" fmla="*/ 1043710 h 2466110"/>
              <a:gd name="connsiteX54" fmla="*/ 3500582 w 4147127"/>
              <a:gd name="connsiteY54" fmla="*/ 1071419 h 2466110"/>
              <a:gd name="connsiteX55" fmla="*/ 3509818 w 4147127"/>
              <a:gd name="connsiteY55" fmla="*/ 1099128 h 2466110"/>
              <a:gd name="connsiteX56" fmla="*/ 3574473 w 4147127"/>
              <a:gd name="connsiteY56" fmla="*/ 1126837 h 2466110"/>
              <a:gd name="connsiteX57" fmla="*/ 3592946 w 4147127"/>
              <a:gd name="connsiteY57" fmla="*/ 1163782 h 2466110"/>
              <a:gd name="connsiteX58" fmla="*/ 3620655 w 4147127"/>
              <a:gd name="connsiteY58" fmla="*/ 1182255 h 2466110"/>
              <a:gd name="connsiteX59" fmla="*/ 3629891 w 4147127"/>
              <a:gd name="connsiteY59" fmla="*/ 1209964 h 2466110"/>
              <a:gd name="connsiteX60" fmla="*/ 3666837 w 4147127"/>
              <a:gd name="connsiteY60" fmla="*/ 1246910 h 2466110"/>
              <a:gd name="connsiteX61" fmla="*/ 3713018 w 4147127"/>
              <a:gd name="connsiteY61" fmla="*/ 1320800 h 2466110"/>
              <a:gd name="connsiteX62" fmla="*/ 3749964 w 4147127"/>
              <a:gd name="connsiteY62" fmla="*/ 1357746 h 2466110"/>
              <a:gd name="connsiteX63" fmla="*/ 3768437 w 4147127"/>
              <a:gd name="connsiteY63" fmla="*/ 1394691 h 2466110"/>
              <a:gd name="connsiteX64" fmla="*/ 3786909 w 4147127"/>
              <a:gd name="connsiteY64" fmla="*/ 1422400 h 2466110"/>
              <a:gd name="connsiteX65" fmla="*/ 3823855 w 4147127"/>
              <a:gd name="connsiteY65" fmla="*/ 1496291 h 2466110"/>
              <a:gd name="connsiteX66" fmla="*/ 3860800 w 4147127"/>
              <a:gd name="connsiteY66" fmla="*/ 1524000 h 2466110"/>
              <a:gd name="connsiteX67" fmla="*/ 3925455 w 4147127"/>
              <a:gd name="connsiteY67" fmla="*/ 1579419 h 2466110"/>
              <a:gd name="connsiteX68" fmla="*/ 3943927 w 4147127"/>
              <a:gd name="connsiteY68" fmla="*/ 1616364 h 2466110"/>
              <a:gd name="connsiteX69" fmla="*/ 3980873 w 4147127"/>
              <a:gd name="connsiteY69" fmla="*/ 1625600 h 2466110"/>
              <a:gd name="connsiteX70" fmla="*/ 4008582 w 4147127"/>
              <a:gd name="connsiteY70" fmla="*/ 1644073 h 2466110"/>
              <a:gd name="connsiteX71" fmla="*/ 4027055 w 4147127"/>
              <a:gd name="connsiteY71" fmla="*/ 1681019 h 2466110"/>
              <a:gd name="connsiteX72" fmla="*/ 4045527 w 4147127"/>
              <a:gd name="connsiteY72" fmla="*/ 1708728 h 2466110"/>
              <a:gd name="connsiteX73" fmla="*/ 4054764 w 4147127"/>
              <a:gd name="connsiteY73" fmla="*/ 1773382 h 2466110"/>
              <a:gd name="connsiteX74" fmla="*/ 4091709 w 4147127"/>
              <a:gd name="connsiteY74" fmla="*/ 1856510 h 2466110"/>
              <a:gd name="connsiteX75" fmla="*/ 4110182 w 4147127"/>
              <a:gd name="connsiteY75" fmla="*/ 1995055 h 2466110"/>
              <a:gd name="connsiteX76" fmla="*/ 4128655 w 4147127"/>
              <a:gd name="connsiteY76" fmla="*/ 2078182 h 2466110"/>
              <a:gd name="connsiteX77" fmla="*/ 4147127 w 4147127"/>
              <a:gd name="connsiteY77" fmla="*/ 2225964 h 2466110"/>
              <a:gd name="connsiteX78" fmla="*/ 4137891 w 4147127"/>
              <a:gd name="connsiteY78" fmla="*/ 2290619 h 2466110"/>
              <a:gd name="connsiteX79" fmla="*/ 4045527 w 4147127"/>
              <a:gd name="connsiteY79" fmla="*/ 2327564 h 2466110"/>
              <a:gd name="connsiteX80" fmla="*/ 4017818 w 4147127"/>
              <a:gd name="connsiteY80" fmla="*/ 2336800 h 2466110"/>
              <a:gd name="connsiteX81" fmla="*/ 3934691 w 4147127"/>
              <a:gd name="connsiteY81" fmla="*/ 2355273 h 2466110"/>
              <a:gd name="connsiteX82" fmla="*/ 2946400 w 4147127"/>
              <a:gd name="connsiteY82" fmla="*/ 2410691 h 2466110"/>
              <a:gd name="connsiteX83" fmla="*/ 2854037 w 4147127"/>
              <a:gd name="connsiteY83" fmla="*/ 2429164 h 2466110"/>
              <a:gd name="connsiteX84" fmla="*/ 2817091 w 4147127"/>
              <a:gd name="connsiteY84" fmla="*/ 2447637 h 2466110"/>
              <a:gd name="connsiteX85" fmla="*/ 2743200 w 4147127"/>
              <a:gd name="connsiteY85" fmla="*/ 2466110 h 2466110"/>
              <a:gd name="connsiteX86" fmla="*/ 2004291 w 4147127"/>
              <a:gd name="connsiteY86" fmla="*/ 2456873 h 2466110"/>
              <a:gd name="connsiteX87" fmla="*/ 1930400 w 4147127"/>
              <a:gd name="connsiteY87" fmla="*/ 2438400 h 2466110"/>
              <a:gd name="connsiteX88" fmla="*/ 1782618 w 4147127"/>
              <a:gd name="connsiteY88" fmla="*/ 2419928 h 2466110"/>
              <a:gd name="connsiteX89" fmla="*/ 1681018 w 4147127"/>
              <a:gd name="connsiteY89" fmla="*/ 2401455 h 2466110"/>
              <a:gd name="connsiteX90" fmla="*/ 1459346 w 4147127"/>
              <a:gd name="connsiteY90" fmla="*/ 2364510 h 2466110"/>
              <a:gd name="connsiteX91" fmla="*/ 1413164 w 4147127"/>
              <a:gd name="connsiteY91" fmla="*/ 2318328 h 2466110"/>
              <a:gd name="connsiteX92" fmla="*/ 1376218 w 4147127"/>
              <a:gd name="connsiteY92" fmla="*/ 2290619 h 2466110"/>
              <a:gd name="connsiteX93" fmla="*/ 1357746 w 4147127"/>
              <a:gd name="connsiteY93" fmla="*/ 2244437 h 2466110"/>
              <a:gd name="connsiteX94" fmla="*/ 1339273 w 4147127"/>
              <a:gd name="connsiteY94" fmla="*/ 2216728 h 2466110"/>
              <a:gd name="connsiteX95" fmla="*/ 1320800 w 4147127"/>
              <a:gd name="connsiteY95" fmla="*/ 2170546 h 2466110"/>
              <a:gd name="connsiteX96" fmla="*/ 1311564 w 4147127"/>
              <a:gd name="connsiteY96" fmla="*/ 2124364 h 2466110"/>
              <a:gd name="connsiteX97" fmla="*/ 1256146 w 4147127"/>
              <a:gd name="connsiteY97" fmla="*/ 2068946 h 2466110"/>
              <a:gd name="connsiteX98" fmla="*/ 1246909 w 4147127"/>
              <a:gd name="connsiteY98" fmla="*/ 2041237 h 2466110"/>
              <a:gd name="connsiteX99" fmla="*/ 1209964 w 4147127"/>
              <a:gd name="connsiteY99" fmla="*/ 2013528 h 2466110"/>
              <a:gd name="connsiteX100" fmla="*/ 1145309 w 4147127"/>
              <a:gd name="connsiteY100" fmla="*/ 1976582 h 2466110"/>
              <a:gd name="connsiteX101" fmla="*/ 1099127 w 4147127"/>
              <a:gd name="connsiteY101" fmla="*/ 1958110 h 2466110"/>
              <a:gd name="connsiteX102" fmla="*/ 1006764 w 4147127"/>
              <a:gd name="connsiteY102" fmla="*/ 1911928 h 2466110"/>
              <a:gd name="connsiteX103" fmla="*/ 905164 w 4147127"/>
              <a:gd name="connsiteY103" fmla="*/ 1865746 h 2466110"/>
              <a:gd name="connsiteX104" fmla="*/ 849746 w 4147127"/>
              <a:gd name="connsiteY104" fmla="*/ 1838037 h 2466110"/>
              <a:gd name="connsiteX105" fmla="*/ 794327 w 4147127"/>
              <a:gd name="connsiteY105" fmla="*/ 1828800 h 2466110"/>
              <a:gd name="connsiteX106" fmla="*/ 766618 w 4147127"/>
              <a:gd name="connsiteY106" fmla="*/ 1810328 h 2466110"/>
              <a:gd name="connsiteX107" fmla="*/ 729673 w 4147127"/>
              <a:gd name="connsiteY107" fmla="*/ 1801091 h 2466110"/>
              <a:gd name="connsiteX108" fmla="*/ 683491 w 4147127"/>
              <a:gd name="connsiteY108" fmla="*/ 1782619 h 2466110"/>
              <a:gd name="connsiteX109" fmla="*/ 600364 w 4147127"/>
              <a:gd name="connsiteY109" fmla="*/ 1754910 h 2466110"/>
              <a:gd name="connsiteX110" fmla="*/ 572655 w 4147127"/>
              <a:gd name="connsiteY110" fmla="*/ 1727200 h 2466110"/>
              <a:gd name="connsiteX111" fmla="*/ 498764 w 4147127"/>
              <a:gd name="connsiteY111" fmla="*/ 1690255 h 2466110"/>
              <a:gd name="connsiteX112" fmla="*/ 452582 w 4147127"/>
              <a:gd name="connsiteY112" fmla="*/ 1653310 h 2466110"/>
              <a:gd name="connsiteX113" fmla="*/ 323273 w 4147127"/>
              <a:gd name="connsiteY113" fmla="*/ 1579419 h 2466110"/>
              <a:gd name="connsiteX114" fmla="*/ 267855 w 4147127"/>
              <a:gd name="connsiteY114" fmla="*/ 1560946 h 2466110"/>
              <a:gd name="connsiteX115" fmla="*/ 212437 w 4147127"/>
              <a:gd name="connsiteY115" fmla="*/ 1542473 h 2466110"/>
              <a:gd name="connsiteX116" fmla="*/ 175491 w 4147127"/>
              <a:gd name="connsiteY116" fmla="*/ 1505528 h 2466110"/>
              <a:gd name="connsiteX117" fmla="*/ 138546 w 4147127"/>
              <a:gd name="connsiteY117" fmla="*/ 1496291 h 2466110"/>
              <a:gd name="connsiteX118" fmla="*/ 92364 w 4147127"/>
              <a:gd name="connsiteY118" fmla="*/ 1422400 h 2466110"/>
              <a:gd name="connsiteX119" fmla="*/ 55418 w 4147127"/>
              <a:gd name="connsiteY119" fmla="*/ 1385455 h 2466110"/>
              <a:gd name="connsiteX120" fmla="*/ 36946 w 4147127"/>
              <a:gd name="connsiteY120" fmla="*/ 1339273 h 2466110"/>
              <a:gd name="connsiteX121" fmla="*/ 0 w 4147127"/>
              <a:gd name="connsiteY121" fmla="*/ 1265382 h 2466110"/>
              <a:gd name="connsiteX122" fmla="*/ 27709 w 4147127"/>
              <a:gd name="connsiteY122" fmla="*/ 1089891 h 2466110"/>
              <a:gd name="connsiteX123" fmla="*/ 64655 w 4147127"/>
              <a:gd name="connsiteY123" fmla="*/ 988291 h 2466110"/>
              <a:gd name="connsiteX124" fmla="*/ 92364 w 4147127"/>
              <a:gd name="connsiteY124" fmla="*/ 969819 h 2466110"/>
              <a:gd name="connsiteX125" fmla="*/ 110837 w 4147127"/>
              <a:gd name="connsiteY125" fmla="*/ 932873 h 2466110"/>
              <a:gd name="connsiteX126" fmla="*/ 184727 w 4147127"/>
              <a:gd name="connsiteY126" fmla="*/ 858982 h 2466110"/>
              <a:gd name="connsiteX127" fmla="*/ 203200 w 4147127"/>
              <a:gd name="connsiteY127" fmla="*/ 831273 h 2466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4147127" h="2466110">
                <a:moveTo>
                  <a:pt x="101600" y="886691"/>
                </a:moveTo>
                <a:cubicBezTo>
                  <a:pt x="119381" y="864465"/>
                  <a:pt x="142308" y="838543"/>
                  <a:pt x="157018" y="812800"/>
                </a:cubicBezTo>
                <a:cubicBezTo>
                  <a:pt x="163849" y="800845"/>
                  <a:pt x="166676" y="786432"/>
                  <a:pt x="175491" y="775855"/>
                </a:cubicBezTo>
                <a:cubicBezTo>
                  <a:pt x="192278" y="755711"/>
                  <a:pt x="217000" y="753932"/>
                  <a:pt x="240146" y="748146"/>
                </a:cubicBezTo>
                <a:cubicBezTo>
                  <a:pt x="243225" y="735831"/>
                  <a:pt x="241255" y="720952"/>
                  <a:pt x="249382" y="711200"/>
                </a:cubicBezTo>
                <a:cubicBezTo>
                  <a:pt x="258196" y="700623"/>
                  <a:pt x="275123" y="700731"/>
                  <a:pt x="286327" y="692728"/>
                </a:cubicBezTo>
                <a:cubicBezTo>
                  <a:pt x="296956" y="685136"/>
                  <a:pt x="303927" y="673291"/>
                  <a:pt x="314037" y="665019"/>
                </a:cubicBezTo>
                <a:cubicBezTo>
                  <a:pt x="337865" y="645523"/>
                  <a:pt x="366157" y="631370"/>
                  <a:pt x="387927" y="609600"/>
                </a:cubicBezTo>
                <a:cubicBezTo>
                  <a:pt x="409479" y="588049"/>
                  <a:pt x="425321" y="558577"/>
                  <a:pt x="452582" y="544946"/>
                </a:cubicBezTo>
                <a:cubicBezTo>
                  <a:pt x="464897" y="538788"/>
                  <a:pt x="478512" y="534734"/>
                  <a:pt x="489527" y="526473"/>
                </a:cubicBezTo>
                <a:cubicBezTo>
                  <a:pt x="503460" y="516023"/>
                  <a:pt x="512873" y="500408"/>
                  <a:pt x="526473" y="489528"/>
                </a:cubicBezTo>
                <a:cubicBezTo>
                  <a:pt x="571846" y="453230"/>
                  <a:pt x="568786" y="456950"/>
                  <a:pt x="609600" y="443346"/>
                </a:cubicBezTo>
                <a:cubicBezTo>
                  <a:pt x="732479" y="361425"/>
                  <a:pt x="604327" y="441364"/>
                  <a:pt x="711200" y="387928"/>
                </a:cubicBezTo>
                <a:cubicBezTo>
                  <a:pt x="760447" y="363305"/>
                  <a:pt x="716475" y="372574"/>
                  <a:pt x="775855" y="350982"/>
                </a:cubicBezTo>
                <a:cubicBezTo>
                  <a:pt x="796919" y="343322"/>
                  <a:pt x="819445" y="340170"/>
                  <a:pt x="840509" y="332510"/>
                </a:cubicBezTo>
                <a:cubicBezTo>
                  <a:pt x="853449" y="327805"/>
                  <a:pt x="864604" y="318980"/>
                  <a:pt x="877455" y="314037"/>
                </a:cubicBezTo>
                <a:cubicBezTo>
                  <a:pt x="904716" y="303552"/>
                  <a:pt x="934458" y="299390"/>
                  <a:pt x="960582" y="286328"/>
                </a:cubicBezTo>
                <a:cubicBezTo>
                  <a:pt x="992769" y="270234"/>
                  <a:pt x="1008330" y="261175"/>
                  <a:pt x="1043709" y="249382"/>
                </a:cubicBezTo>
                <a:cubicBezTo>
                  <a:pt x="1143859" y="215999"/>
                  <a:pt x="1074645" y="247770"/>
                  <a:pt x="1145309" y="212437"/>
                </a:cubicBezTo>
                <a:cubicBezTo>
                  <a:pt x="1154545" y="200122"/>
                  <a:pt x="1161192" y="185346"/>
                  <a:pt x="1173018" y="175491"/>
                </a:cubicBezTo>
                <a:cubicBezTo>
                  <a:pt x="1180497" y="169258"/>
                  <a:pt x="1193843" y="173139"/>
                  <a:pt x="1200727" y="166255"/>
                </a:cubicBezTo>
                <a:cubicBezTo>
                  <a:pt x="1207611" y="159371"/>
                  <a:pt x="1201067" y="142500"/>
                  <a:pt x="1209964" y="138546"/>
                </a:cubicBezTo>
                <a:cubicBezTo>
                  <a:pt x="1232647" y="128465"/>
                  <a:pt x="1259225" y="132389"/>
                  <a:pt x="1283855" y="129310"/>
                </a:cubicBezTo>
                <a:cubicBezTo>
                  <a:pt x="1295174" y="126480"/>
                  <a:pt x="1361278" y="111962"/>
                  <a:pt x="1385455" y="101600"/>
                </a:cubicBezTo>
                <a:cubicBezTo>
                  <a:pt x="1398110" y="96176"/>
                  <a:pt x="1409508" y="87962"/>
                  <a:pt x="1422400" y="83128"/>
                </a:cubicBezTo>
                <a:cubicBezTo>
                  <a:pt x="1434286" y="78671"/>
                  <a:pt x="1447303" y="77905"/>
                  <a:pt x="1459346" y="73891"/>
                </a:cubicBezTo>
                <a:cubicBezTo>
                  <a:pt x="1475075" y="68648"/>
                  <a:pt x="1490376" y="62152"/>
                  <a:pt x="1505527" y="55419"/>
                </a:cubicBezTo>
                <a:cubicBezTo>
                  <a:pt x="1518109" y="49827"/>
                  <a:pt x="1528955" y="39562"/>
                  <a:pt x="1542473" y="36946"/>
                </a:cubicBezTo>
                <a:cubicBezTo>
                  <a:pt x="1624976" y="20977"/>
                  <a:pt x="1791855" y="0"/>
                  <a:pt x="1791855" y="0"/>
                </a:cubicBezTo>
                <a:cubicBezTo>
                  <a:pt x="1988897" y="3079"/>
                  <a:pt x="2186069" y="1464"/>
                  <a:pt x="2382982" y="9237"/>
                </a:cubicBezTo>
                <a:cubicBezTo>
                  <a:pt x="2501896" y="13931"/>
                  <a:pt x="2462340" y="16858"/>
                  <a:pt x="2530764" y="46182"/>
                </a:cubicBezTo>
                <a:cubicBezTo>
                  <a:pt x="2539713" y="50017"/>
                  <a:pt x="2549610" y="51390"/>
                  <a:pt x="2558473" y="55419"/>
                </a:cubicBezTo>
                <a:cubicBezTo>
                  <a:pt x="2583542" y="66814"/>
                  <a:pt x="2632364" y="92364"/>
                  <a:pt x="2632364" y="92364"/>
                </a:cubicBezTo>
                <a:cubicBezTo>
                  <a:pt x="2644679" y="104679"/>
                  <a:pt x="2654818" y="119649"/>
                  <a:pt x="2669309" y="129310"/>
                </a:cubicBezTo>
                <a:cubicBezTo>
                  <a:pt x="2692222" y="144585"/>
                  <a:pt x="2743200" y="166255"/>
                  <a:pt x="2743200" y="166255"/>
                </a:cubicBezTo>
                <a:cubicBezTo>
                  <a:pt x="2777683" y="235219"/>
                  <a:pt x="2739506" y="177338"/>
                  <a:pt x="2798618" y="221673"/>
                </a:cubicBezTo>
                <a:cubicBezTo>
                  <a:pt x="2812551" y="232123"/>
                  <a:pt x="2822457" y="247150"/>
                  <a:pt x="2835564" y="258619"/>
                </a:cubicBezTo>
                <a:cubicBezTo>
                  <a:pt x="2847149" y="268756"/>
                  <a:pt x="2859983" y="277381"/>
                  <a:pt x="2872509" y="286328"/>
                </a:cubicBezTo>
                <a:cubicBezTo>
                  <a:pt x="2881542" y="292780"/>
                  <a:pt x="2892004" y="297333"/>
                  <a:pt x="2900218" y="304800"/>
                </a:cubicBezTo>
                <a:cubicBezTo>
                  <a:pt x="3002430" y="397720"/>
                  <a:pt x="2935607" y="359440"/>
                  <a:pt x="3011055" y="397164"/>
                </a:cubicBezTo>
                <a:cubicBezTo>
                  <a:pt x="3023370" y="409479"/>
                  <a:pt x="3033828" y="423987"/>
                  <a:pt x="3048000" y="434110"/>
                </a:cubicBezTo>
                <a:cubicBezTo>
                  <a:pt x="3055922" y="439769"/>
                  <a:pt x="3067786" y="437687"/>
                  <a:pt x="3075709" y="443346"/>
                </a:cubicBezTo>
                <a:cubicBezTo>
                  <a:pt x="3089881" y="453469"/>
                  <a:pt x="3099432" y="468957"/>
                  <a:pt x="3112655" y="480291"/>
                </a:cubicBezTo>
                <a:cubicBezTo>
                  <a:pt x="3121083" y="487515"/>
                  <a:pt x="3132515" y="490915"/>
                  <a:pt x="3140364" y="498764"/>
                </a:cubicBezTo>
                <a:cubicBezTo>
                  <a:pt x="3151249" y="509649"/>
                  <a:pt x="3156385" y="525692"/>
                  <a:pt x="3168073" y="535710"/>
                </a:cubicBezTo>
                <a:cubicBezTo>
                  <a:pt x="3178527" y="544670"/>
                  <a:pt x="3192703" y="548025"/>
                  <a:pt x="3205018" y="554182"/>
                </a:cubicBezTo>
                <a:cubicBezTo>
                  <a:pt x="3245928" y="615546"/>
                  <a:pt x="3216317" y="561451"/>
                  <a:pt x="3232727" y="692728"/>
                </a:cubicBezTo>
                <a:cubicBezTo>
                  <a:pt x="3237373" y="729894"/>
                  <a:pt x="3240437" y="767689"/>
                  <a:pt x="3251200" y="803564"/>
                </a:cubicBezTo>
                <a:cubicBezTo>
                  <a:pt x="3259113" y="829940"/>
                  <a:pt x="3266116" y="860932"/>
                  <a:pt x="3288146" y="877455"/>
                </a:cubicBezTo>
                <a:cubicBezTo>
                  <a:pt x="3322113" y="902930"/>
                  <a:pt x="3333340" y="908629"/>
                  <a:pt x="3362037" y="942110"/>
                </a:cubicBezTo>
                <a:cubicBezTo>
                  <a:pt x="3369261" y="950538"/>
                  <a:pt x="3375545" y="959890"/>
                  <a:pt x="3380509" y="969819"/>
                </a:cubicBezTo>
                <a:cubicBezTo>
                  <a:pt x="3384863" y="978527"/>
                  <a:pt x="3382862" y="990644"/>
                  <a:pt x="3389746" y="997528"/>
                </a:cubicBezTo>
                <a:cubicBezTo>
                  <a:pt x="3399482" y="1007264"/>
                  <a:pt x="3414737" y="1009169"/>
                  <a:pt x="3426691" y="1016000"/>
                </a:cubicBezTo>
                <a:cubicBezTo>
                  <a:pt x="3476828" y="1044650"/>
                  <a:pt x="3431303" y="1026773"/>
                  <a:pt x="3482109" y="1043710"/>
                </a:cubicBezTo>
                <a:cubicBezTo>
                  <a:pt x="3488267" y="1052946"/>
                  <a:pt x="3495618" y="1061490"/>
                  <a:pt x="3500582" y="1071419"/>
                </a:cubicBezTo>
                <a:cubicBezTo>
                  <a:pt x="3504936" y="1080127"/>
                  <a:pt x="3502934" y="1092244"/>
                  <a:pt x="3509818" y="1099128"/>
                </a:cubicBezTo>
                <a:cubicBezTo>
                  <a:pt x="3521229" y="1110539"/>
                  <a:pt x="3557916" y="1121317"/>
                  <a:pt x="3574473" y="1126837"/>
                </a:cubicBezTo>
                <a:cubicBezTo>
                  <a:pt x="3580631" y="1139152"/>
                  <a:pt x="3584131" y="1153205"/>
                  <a:pt x="3592946" y="1163782"/>
                </a:cubicBezTo>
                <a:cubicBezTo>
                  <a:pt x="3600053" y="1172310"/>
                  <a:pt x="3613720" y="1173587"/>
                  <a:pt x="3620655" y="1182255"/>
                </a:cubicBezTo>
                <a:cubicBezTo>
                  <a:pt x="3626737" y="1189858"/>
                  <a:pt x="3624232" y="1202042"/>
                  <a:pt x="3629891" y="1209964"/>
                </a:cubicBezTo>
                <a:cubicBezTo>
                  <a:pt x="3640014" y="1224136"/>
                  <a:pt x="3654522" y="1234595"/>
                  <a:pt x="3666837" y="1246910"/>
                </a:cubicBezTo>
                <a:cubicBezTo>
                  <a:pt x="3685044" y="1283326"/>
                  <a:pt x="3685040" y="1288826"/>
                  <a:pt x="3713018" y="1320800"/>
                </a:cubicBezTo>
                <a:cubicBezTo>
                  <a:pt x="3724487" y="1333907"/>
                  <a:pt x="3739514" y="1343813"/>
                  <a:pt x="3749964" y="1357746"/>
                </a:cubicBezTo>
                <a:cubicBezTo>
                  <a:pt x="3758225" y="1368761"/>
                  <a:pt x="3761606" y="1382736"/>
                  <a:pt x="3768437" y="1394691"/>
                </a:cubicBezTo>
                <a:cubicBezTo>
                  <a:pt x="3773944" y="1404329"/>
                  <a:pt x="3781593" y="1412655"/>
                  <a:pt x="3786909" y="1422400"/>
                </a:cubicBezTo>
                <a:cubicBezTo>
                  <a:pt x="3800095" y="1446575"/>
                  <a:pt x="3801825" y="1479768"/>
                  <a:pt x="3823855" y="1496291"/>
                </a:cubicBezTo>
                <a:cubicBezTo>
                  <a:pt x="3836170" y="1505527"/>
                  <a:pt x="3849215" y="1513863"/>
                  <a:pt x="3860800" y="1524000"/>
                </a:cubicBezTo>
                <a:cubicBezTo>
                  <a:pt x="3932472" y="1586714"/>
                  <a:pt x="3866124" y="1539864"/>
                  <a:pt x="3925455" y="1579419"/>
                </a:cubicBezTo>
                <a:cubicBezTo>
                  <a:pt x="3931612" y="1591734"/>
                  <a:pt x="3933350" y="1607550"/>
                  <a:pt x="3943927" y="1616364"/>
                </a:cubicBezTo>
                <a:cubicBezTo>
                  <a:pt x="3953679" y="1624491"/>
                  <a:pt x="3969205" y="1620600"/>
                  <a:pt x="3980873" y="1625600"/>
                </a:cubicBezTo>
                <a:cubicBezTo>
                  <a:pt x="3991076" y="1629973"/>
                  <a:pt x="3999346" y="1637915"/>
                  <a:pt x="4008582" y="1644073"/>
                </a:cubicBezTo>
                <a:cubicBezTo>
                  <a:pt x="4014740" y="1656388"/>
                  <a:pt x="4020224" y="1669064"/>
                  <a:pt x="4027055" y="1681019"/>
                </a:cubicBezTo>
                <a:cubicBezTo>
                  <a:pt x="4032562" y="1690657"/>
                  <a:pt x="4042337" y="1698096"/>
                  <a:pt x="4045527" y="1708728"/>
                </a:cubicBezTo>
                <a:cubicBezTo>
                  <a:pt x="4051783" y="1729580"/>
                  <a:pt x="4049869" y="1752169"/>
                  <a:pt x="4054764" y="1773382"/>
                </a:cubicBezTo>
                <a:cubicBezTo>
                  <a:pt x="4066402" y="1823812"/>
                  <a:pt x="4068334" y="1821445"/>
                  <a:pt x="4091709" y="1856510"/>
                </a:cubicBezTo>
                <a:cubicBezTo>
                  <a:pt x="4115494" y="1951641"/>
                  <a:pt x="4082921" y="1813317"/>
                  <a:pt x="4110182" y="1995055"/>
                </a:cubicBezTo>
                <a:cubicBezTo>
                  <a:pt x="4114393" y="2023126"/>
                  <a:pt x="4124170" y="2050154"/>
                  <a:pt x="4128655" y="2078182"/>
                </a:cubicBezTo>
                <a:cubicBezTo>
                  <a:pt x="4136498" y="2127203"/>
                  <a:pt x="4140970" y="2176703"/>
                  <a:pt x="4147127" y="2225964"/>
                </a:cubicBezTo>
                <a:cubicBezTo>
                  <a:pt x="4144048" y="2247516"/>
                  <a:pt x="4147627" y="2271147"/>
                  <a:pt x="4137891" y="2290619"/>
                </a:cubicBezTo>
                <a:cubicBezTo>
                  <a:pt x="4121369" y="2323664"/>
                  <a:pt x="4073057" y="2322976"/>
                  <a:pt x="4045527" y="2327564"/>
                </a:cubicBezTo>
                <a:cubicBezTo>
                  <a:pt x="4036291" y="2330643"/>
                  <a:pt x="4027179" y="2334125"/>
                  <a:pt x="4017818" y="2336800"/>
                </a:cubicBezTo>
                <a:cubicBezTo>
                  <a:pt x="3994559" y="2343446"/>
                  <a:pt x="3957561" y="2351461"/>
                  <a:pt x="3934691" y="2355273"/>
                </a:cubicBezTo>
                <a:cubicBezTo>
                  <a:pt x="3476916" y="2431569"/>
                  <a:pt x="3708820" y="2392096"/>
                  <a:pt x="2946400" y="2410691"/>
                </a:cubicBezTo>
                <a:cubicBezTo>
                  <a:pt x="2915612" y="2416849"/>
                  <a:pt x="2884226" y="2420538"/>
                  <a:pt x="2854037" y="2429164"/>
                </a:cubicBezTo>
                <a:cubicBezTo>
                  <a:pt x="2840798" y="2432947"/>
                  <a:pt x="2830153" y="2443283"/>
                  <a:pt x="2817091" y="2447637"/>
                </a:cubicBezTo>
                <a:cubicBezTo>
                  <a:pt x="2793005" y="2455666"/>
                  <a:pt x="2767830" y="2459952"/>
                  <a:pt x="2743200" y="2466110"/>
                </a:cubicBezTo>
                <a:cubicBezTo>
                  <a:pt x="2496897" y="2463031"/>
                  <a:pt x="2250470" y="2465266"/>
                  <a:pt x="2004291" y="2456873"/>
                </a:cubicBezTo>
                <a:cubicBezTo>
                  <a:pt x="1978917" y="2456008"/>
                  <a:pt x="1955443" y="2442574"/>
                  <a:pt x="1930400" y="2438400"/>
                </a:cubicBezTo>
                <a:cubicBezTo>
                  <a:pt x="1881431" y="2430239"/>
                  <a:pt x="1831726" y="2427203"/>
                  <a:pt x="1782618" y="2419928"/>
                </a:cubicBezTo>
                <a:cubicBezTo>
                  <a:pt x="1748568" y="2414884"/>
                  <a:pt x="1715040" y="2406689"/>
                  <a:pt x="1681018" y="2401455"/>
                </a:cubicBezTo>
                <a:cubicBezTo>
                  <a:pt x="1464325" y="2368117"/>
                  <a:pt x="1618424" y="2399859"/>
                  <a:pt x="1459346" y="2364510"/>
                </a:cubicBezTo>
                <a:cubicBezTo>
                  <a:pt x="1385452" y="2315246"/>
                  <a:pt x="1474743" y="2379906"/>
                  <a:pt x="1413164" y="2318328"/>
                </a:cubicBezTo>
                <a:cubicBezTo>
                  <a:pt x="1402279" y="2307443"/>
                  <a:pt x="1388533" y="2299855"/>
                  <a:pt x="1376218" y="2290619"/>
                </a:cubicBezTo>
                <a:cubicBezTo>
                  <a:pt x="1370061" y="2275225"/>
                  <a:pt x="1365161" y="2259266"/>
                  <a:pt x="1357746" y="2244437"/>
                </a:cubicBezTo>
                <a:cubicBezTo>
                  <a:pt x="1352782" y="2234508"/>
                  <a:pt x="1344237" y="2226657"/>
                  <a:pt x="1339273" y="2216728"/>
                </a:cubicBezTo>
                <a:cubicBezTo>
                  <a:pt x="1331858" y="2201899"/>
                  <a:pt x="1326958" y="2185940"/>
                  <a:pt x="1320800" y="2170546"/>
                </a:cubicBezTo>
                <a:cubicBezTo>
                  <a:pt x="1317721" y="2155152"/>
                  <a:pt x="1317940" y="2138710"/>
                  <a:pt x="1311564" y="2124364"/>
                </a:cubicBezTo>
                <a:cubicBezTo>
                  <a:pt x="1297093" y="2091804"/>
                  <a:pt x="1282314" y="2086392"/>
                  <a:pt x="1256146" y="2068946"/>
                </a:cubicBezTo>
                <a:cubicBezTo>
                  <a:pt x="1253067" y="2059710"/>
                  <a:pt x="1253142" y="2048716"/>
                  <a:pt x="1246909" y="2041237"/>
                </a:cubicBezTo>
                <a:cubicBezTo>
                  <a:pt x="1237054" y="2029411"/>
                  <a:pt x="1222490" y="2022476"/>
                  <a:pt x="1209964" y="2013528"/>
                </a:cubicBezTo>
                <a:cubicBezTo>
                  <a:pt x="1185491" y="1996047"/>
                  <a:pt x="1173960" y="1989316"/>
                  <a:pt x="1145309" y="1976582"/>
                </a:cubicBezTo>
                <a:cubicBezTo>
                  <a:pt x="1130158" y="1969848"/>
                  <a:pt x="1113682" y="1966049"/>
                  <a:pt x="1099127" y="1958110"/>
                </a:cubicBezTo>
                <a:cubicBezTo>
                  <a:pt x="1006076" y="1907355"/>
                  <a:pt x="1080726" y="1930418"/>
                  <a:pt x="1006764" y="1911928"/>
                </a:cubicBezTo>
                <a:cubicBezTo>
                  <a:pt x="909933" y="1863512"/>
                  <a:pt x="1048739" y="1932012"/>
                  <a:pt x="905164" y="1865746"/>
                </a:cubicBezTo>
                <a:cubicBezTo>
                  <a:pt x="886412" y="1857091"/>
                  <a:pt x="869339" y="1844568"/>
                  <a:pt x="849746" y="1838037"/>
                </a:cubicBezTo>
                <a:cubicBezTo>
                  <a:pt x="831979" y="1832115"/>
                  <a:pt x="812800" y="1831879"/>
                  <a:pt x="794327" y="1828800"/>
                </a:cubicBezTo>
                <a:cubicBezTo>
                  <a:pt x="785091" y="1822643"/>
                  <a:pt x="776821" y="1814701"/>
                  <a:pt x="766618" y="1810328"/>
                </a:cubicBezTo>
                <a:cubicBezTo>
                  <a:pt x="754950" y="1805328"/>
                  <a:pt x="741716" y="1805105"/>
                  <a:pt x="729673" y="1801091"/>
                </a:cubicBezTo>
                <a:cubicBezTo>
                  <a:pt x="713944" y="1795848"/>
                  <a:pt x="699105" y="1788195"/>
                  <a:pt x="683491" y="1782619"/>
                </a:cubicBezTo>
                <a:cubicBezTo>
                  <a:pt x="655985" y="1772795"/>
                  <a:pt x="600364" y="1754910"/>
                  <a:pt x="600364" y="1754910"/>
                </a:cubicBezTo>
                <a:cubicBezTo>
                  <a:pt x="591128" y="1745673"/>
                  <a:pt x="583732" y="1734123"/>
                  <a:pt x="572655" y="1727200"/>
                </a:cubicBezTo>
                <a:cubicBezTo>
                  <a:pt x="455794" y="1654161"/>
                  <a:pt x="580690" y="1751699"/>
                  <a:pt x="498764" y="1690255"/>
                </a:cubicBezTo>
                <a:cubicBezTo>
                  <a:pt x="482993" y="1678427"/>
                  <a:pt x="468525" y="1664905"/>
                  <a:pt x="452582" y="1653310"/>
                </a:cubicBezTo>
                <a:cubicBezTo>
                  <a:pt x="418276" y="1628360"/>
                  <a:pt x="362417" y="1592467"/>
                  <a:pt x="323273" y="1579419"/>
                </a:cubicBezTo>
                <a:lnTo>
                  <a:pt x="267855" y="1560946"/>
                </a:lnTo>
                <a:lnTo>
                  <a:pt x="212437" y="1542473"/>
                </a:lnTo>
                <a:cubicBezTo>
                  <a:pt x="200122" y="1530158"/>
                  <a:pt x="190260" y="1514759"/>
                  <a:pt x="175491" y="1505528"/>
                </a:cubicBezTo>
                <a:cubicBezTo>
                  <a:pt x="164726" y="1498800"/>
                  <a:pt x="148876" y="1503669"/>
                  <a:pt x="138546" y="1496291"/>
                </a:cubicBezTo>
                <a:cubicBezTo>
                  <a:pt x="108014" y="1474482"/>
                  <a:pt x="112857" y="1449724"/>
                  <a:pt x="92364" y="1422400"/>
                </a:cubicBezTo>
                <a:cubicBezTo>
                  <a:pt x="81914" y="1408467"/>
                  <a:pt x="67733" y="1397770"/>
                  <a:pt x="55418" y="1385455"/>
                </a:cubicBezTo>
                <a:cubicBezTo>
                  <a:pt x="49261" y="1370061"/>
                  <a:pt x="43894" y="1354327"/>
                  <a:pt x="36946" y="1339273"/>
                </a:cubicBezTo>
                <a:cubicBezTo>
                  <a:pt x="25406" y="1314270"/>
                  <a:pt x="0" y="1265382"/>
                  <a:pt x="0" y="1265382"/>
                </a:cubicBezTo>
                <a:cubicBezTo>
                  <a:pt x="10301" y="1152081"/>
                  <a:pt x="1911" y="1186632"/>
                  <a:pt x="27709" y="1089891"/>
                </a:cubicBezTo>
                <a:cubicBezTo>
                  <a:pt x="33229" y="1069192"/>
                  <a:pt x="46439" y="1010150"/>
                  <a:pt x="64655" y="988291"/>
                </a:cubicBezTo>
                <a:cubicBezTo>
                  <a:pt x="71761" y="979763"/>
                  <a:pt x="83128" y="975976"/>
                  <a:pt x="92364" y="969819"/>
                </a:cubicBezTo>
                <a:cubicBezTo>
                  <a:pt x="98522" y="957504"/>
                  <a:pt x="102022" y="943451"/>
                  <a:pt x="110837" y="932873"/>
                </a:cubicBezTo>
                <a:cubicBezTo>
                  <a:pt x="133136" y="906114"/>
                  <a:pt x="165405" y="887964"/>
                  <a:pt x="184727" y="858982"/>
                </a:cubicBezTo>
                <a:lnTo>
                  <a:pt x="203200" y="831273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36"/>
          <p:cNvSpPr>
            <a:spLocks noChangeArrowheads="1"/>
          </p:cNvSpPr>
          <p:nvPr/>
        </p:nvSpPr>
        <p:spPr bwMode="auto">
          <a:xfrm>
            <a:off x="7014007" y="1506499"/>
            <a:ext cx="7445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" name="Rectangle 937"/>
          <p:cNvSpPr>
            <a:spLocks noChangeArrowheads="1"/>
          </p:cNvSpPr>
          <p:nvPr/>
        </p:nvSpPr>
        <p:spPr bwMode="auto">
          <a:xfrm>
            <a:off x="7014007" y="1506499"/>
            <a:ext cx="7445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" name="Rectangle 938"/>
          <p:cNvSpPr>
            <a:spLocks noChangeArrowheads="1"/>
          </p:cNvSpPr>
          <p:nvPr/>
        </p:nvSpPr>
        <p:spPr bwMode="auto">
          <a:xfrm>
            <a:off x="6988607" y="1481099"/>
            <a:ext cx="384175" cy="574675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" name="Rectangle 939"/>
          <p:cNvSpPr>
            <a:spLocks noChangeArrowheads="1"/>
          </p:cNvSpPr>
          <p:nvPr/>
        </p:nvSpPr>
        <p:spPr bwMode="auto">
          <a:xfrm>
            <a:off x="7372782" y="1481099"/>
            <a:ext cx="9525" cy="574675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" name="Rectangle 940"/>
          <p:cNvSpPr>
            <a:spLocks noChangeArrowheads="1"/>
          </p:cNvSpPr>
          <p:nvPr/>
        </p:nvSpPr>
        <p:spPr bwMode="auto">
          <a:xfrm>
            <a:off x="7382307" y="1481099"/>
            <a:ext cx="7938" cy="574675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" name="Rectangle 941"/>
          <p:cNvSpPr>
            <a:spLocks noChangeArrowheads="1"/>
          </p:cNvSpPr>
          <p:nvPr/>
        </p:nvSpPr>
        <p:spPr bwMode="auto">
          <a:xfrm>
            <a:off x="7390244" y="1481099"/>
            <a:ext cx="7938" cy="574675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" name="Rectangle 942"/>
          <p:cNvSpPr>
            <a:spLocks noChangeArrowheads="1"/>
          </p:cNvSpPr>
          <p:nvPr/>
        </p:nvSpPr>
        <p:spPr bwMode="auto">
          <a:xfrm>
            <a:off x="7398182" y="1481099"/>
            <a:ext cx="7938" cy="574675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" name="Rectangle 943"/>
          <p:cNvSpPr>
            <a:spLocks noChangeArrowheads="1"/>
          </p:cNvSpPr>
          <p:nvPr/>
        </p:nvSpPr>
        <p:spPr bwMode="auto">
          <a:xfrm>
            <a:off x="7406119" y="1481099"/>
            <a:ext cx="9525" cy="574675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" name="Rectangle 944"/>
          <p:cNvSpPr>
            <a:spLocks noChangeArrowheads="1"/>
          </p:cNvSpPr>
          <p:nvPr/>
        </p:nvSpPr>
        <p:spPr bwMode="auto">
          <a:xfrm>
            <a:off x="7415644" y="1481099"/>
            <a:ext cx="15875" cy="574675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" name="Rectangle 945"/>
          <p:cNvSpPr>
            <a:spLocks noChangeArrowheads="1"/>
          </p:cNvSpPr>
          <p:nvPr/>
        </p:nvSpPr>
        <p:spPr bwMode="auto">
          <a:xfrm>
            <a:off x="7431519" y="1481099"/>
            <a:ext cx="9525" cy="574675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" name="Rectangle 946"/>
          <p:cNvSpPr>
            <a:spLocks noChangeArrowheads="1"/>
          </p:cNvSpPr>
          <p:nvPr/>
        </p:nvSpPr>
        <p:spPr bwMode="auto">
          <a:xfrm>
            <a:off x="7441044" y="1481099"/>
            <a:ext cx="7938" cy="574675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" name="Rectangle 947"/>
          <p:cNvSpPr>
            <a:spLocks noChangeArrowheads="1"/>
          </p:cNvSpPr>
          <p:nvPr/>
        </p:nvSpPr>
        <p:spPr bwMode="auto">
          <a:xfrm>
            <a:off x="7448982" y="1481099"/>
            <a:ext cx="15875" cy="574675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2" name="Rectangle 948"/>
          <p:cNvSpPr>
            <a:spLocks noChangeArrowheads="1"/>
          </p:cNvSpPr>
          <p:nvPr/>
        </p:nvSpPr>
        <p:spPr bwMode="auto">
          <a:xfrm>
            <a:off x="7464857" y="1481099"/>
            <a:ext cx="9525" cy="574675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3" name="Rectangle 949"/>
          <p:cNvSpPr>
            <a:spLocks noChangeArrowheads="1"/>
          </p:cNvSpPr>
          <p:nvPr/>
        </p:nvSpPr>
        <p:spPr bwMode="auto">
          <a:xfrm>
            <a:off x="7474382" y="1481099"/>
            <a:ext cx="7938" cy="574675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4" name="Rectangle 950"/>
          <p:cNvSpPr>
            <a:spLocks noChangeArrowheads="1"/>
          </p:cNvSpPr>
          <p:nvPr/>
        </p:nvSpPr>
        <p:spPr bwMode="auto">
          <a:xfrm>
            <a:off x="7482319" y="1481099"/>
            <a:ext cx="7938" cy="574675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5" name="Rectangle 951"/>
          <p:cNvSpPr>
            <a:spLocks noChangeArrowheads="1"/>
          </p:cNvSpPr>
          <p:nvPr/>
        </p:nvSpPr>
        <p:spPr bwMode="auto">
          <a:xfrm>
            <a:off x="7490257" y="1481099"/>
            <a:ext cx="7938" cy="574675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6" name="Rectangle 952"/>
          <p:cNvSpPr>
            <a:spLocks noChangeArrowheads="1"/>
          </p:cNvSpPr>
          <p:nvPr/>
        </p:nvSpPr>
        <p:spPr bwMode="auto">
          <a:xfrm>
            <a:off x="7498194" y="1481099"/>
            <a:ext cx="9525" cy="574675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7" name="Rectangle 953"/>
          <p:cNvSpPr>
            <a:spLocks noChangeArrowheads="1"/>
          </p:cNvSpPr>
          <p:nvPr/>
        </p:nvSpPr>
        <p:spPr bwMode="auto">
          <a:xfrm>
            <a:off x="7507719" y="1481099"/>
            <a:ext cx="7938" cy="574675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8" name="Rectangle 954"/>
          <p:cNvSpPr>
            <a:spLocks noChangeArrowheads="1"/>
          </p:cNvSpPr>
          <p:nvPr/>
        </p:nvSpPr>
        <p:spPr bwMode="auto">
          <a:xfrm>
            <a:off x="7515657" y="1481099"/>
            <a:ext cx="7938" cy="574675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9" name="Rectangle 955"/>
          <p:cNvSpPr>
            <a:spLocks noChangeArrowheads="1"/>
          </p:cNvSpPr>
          <p:nvPr/>
        </p:nvSpPr>
        <p:spPr bwMode="auto">
          <a:xfrm>
            <a:off x="7523594" y="1481099"/>
            <a:ext cx="7938" cy="574675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0" name="Rectangle 956"/>
          <p:cNvSpPr>
            <a:spLocks noChangeArrowheads="1"/>
          </p:cNvSpPr>
          <p:nvPr/>
        </p:nvSpPr>
        <p:spPr bwMode="auto">
          <a:xfrm>
            <a:off x="7531532" y="1481099"/>
            <a:ext cx="9525" cy="574675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1" name="Rectangle 957"/>
          <p:cNvSpPr>
            <a:spLocks noChangeArrowheads="1"/>
          </p:cNvSpPr>
          <p:nvPr/>
        </p:nvSpPr>
        <p:spPr bwMode="auto">
          <a:xfrm>
            <a:off x="7541057" y="1481099"/>
            <a:ext cx="7938" cy="574675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2" name="Rectangle 958"/>
          <p:cNvSpPr>
            <a:spLocks noChangeArrowheads="1"/>
          </p:cNvSpPr>
          <p:nvPr/>
        </p:nvSpPr>
        <p:spPr bwMode="auto">
          <a:xfrm>
            <a:off x="7548994" y="1481099"/>
            <a:ext cx="7938" cy="574675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3" name="Rectangle 959"/>
          <p:cNvSpPr>
            <a:spLocks noChangeArrowheads="1"/>
          </p:cNvSpPr>
          <p:nvPr/>
        </p:nvSpPr>
        <p:spPr bwMode="auto">
          <a:xfrm>
            <a:off x="7556932" y="1481099"/>
            <a:ext cx="7938" cy="574675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4" name="Rectangle 960"/>
          <p:cNvSpPr>
            <a:spLocks noChangeArrowheads="1"/>
          </p:cNvSpPr>
          <p:nvPr/>
        </p:nvSpPr>
        <p:spPr bwMode="auto">
          <a:xfrm>
            <a:off x="7564869" y="1481099"/>
            <a:ext cx="9525" cy="574675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5" name="Rectangle 961"/>
          <p:cNvSpPr>
            <a:spLocks noChangeArrowheads="1"/>
          </p:cNvSpPr>
          <p:nvPr/>
        </p:nvSpPr>
        <p:spPr bwMode="auto">
          <a:xfrm>
            <a:off x="7574394" y="1481099"/>
            <a:ext cx="7938" cy="574675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6" name="Rectangle 962"/>
          <p:cNvSpPr>
            <a:spLocks noChangeArrowheads="1"/>
          </p:cNvSpPr>
          <p:nvPr/>
        </p:nvSpPr>
        <p:spPr bwMode="auto">
          <a:xfrm>
            <a:off x="7582332" y="1481099"/>
            <a:ext cx="7938" cy="574675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7" name="Rectangle 963"/>
          <p:cNvSpPr>
            <a:spLocks noChangeArrowheads="1"/>
          </p:cNvSpPr>
          <p:nvPr/>
        </p:nvSpPr>
        <p:spPr bwMode="auto">
          <a:xfrm>
            <a:off x="7590269" y="1481099"/>
            <a:ext cx="9525" cy="574675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8" name="Rectangle 964"/>
          <p:cNvSpPr>
            <a:spLocks noChangeArrowheads="1"/>
          </p:cNvSpPr>
          <p:nvPr/>
        </p:nvSpPr>
        <p:spPr bwMode="auto">
          <a:xfrm>
            <a:off x="7599794" y="1481099"/>
            <a:ext cx="7938" cy="574675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39" name="Rectangle 965"/>
          <p:cNvSpPr>
            <a:spLocks noChangeArrowheads="1"/>
          </p:cNvSpPr>
          <p:nvPr/>
        </p:nvSpPr>
        <p:spPr bwMode="auto">
          <a:xfrm>
            <a:off x="7607732" y="1481099"/>
            <a:ext cx="15875" cy="574675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0" name="Rectangle 966"/>
          <p:cNvSpPr>
            <a:spLocks noChangeArrowheads="1"/>
          </p:cNvSpPr>
          <p:nvPr/>
        </p:nvSpPr>
        <p:spPr bwMode="auto">
          <a:xfrm>
            <a:off x="7623607" y="1481099"/>
            <a:ext cx="9525" cy="574675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1" name="Rectangle 967"/>
          <p:cNvSpPr>
            <a:spLocks noChangeArrowheads="1"/>
          </p:cNvSpPr>
          <p:nvPr/>
        </p:nvSpPr>
        <p:spPr bwMode="auto">
          <a:xfrm>
            <a:off x="7633132" y="1481099"/>
            <a:ext cx="7938" cy="574675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2" name="Rectangle 968"/>
          <p:cNvSpPr>
            <a:spLocks noChangeArrowheads="1"/>
          </p:cNvSpPr>
          <p:nvPr/>
        </p:nvSpPr>
        <p:spPr bwMode="auto">
          <a:xfrm>
            <a:off x="7641069" y="1481099"/>
            <a:ext cx="7938" cy="574675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3" name="Rectangle 969"/>
          <p:cNvSpPr>
            <a:spLocks noChangeArrowheads="1"/>
          </p:cNvSpPr>
          <p:nvPr/>
        </p:nvSpPr>
        <p:spPr bwMode="auto">
          <a:xfrm>
            <a:off x="7649007" y="1481099"/>
            <a:ext cx="7938" cy="574675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4" name="Rectangle 970"/>
          <p:cNvSpPr>
            <a:spLocks noChangeArrowheads="1"/>
          </p:cNvSpPr>
          <p:nvPr/>
        </p:nvSpPr>
        <p:spPr bwMode="auto">
          <a:xfrm>
            <a:off x="7656944" y="1481099"/>
            <a:ext cx="17463" cy="574675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5" name="Rectangle 971"/>
          <p:cNvSpPr>
            <a:spLocks noChangeArrowheads="1"/>
          </p:cNvSpPr>
          <p:nvPr/>
        </p:nvSpPr>
        <p:spPr bwMode="auto">
          <a:xfrm>
            <a:off x="7674407" y="1481099"/>
            <a:ext cx="7938" cy="574675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6" name="Rectangle 972"/>
          <p:cNvSpPr>
            <a:spLocks noChangeArrowheads="1"/>
          </p:cNvSpPr>
          <p:nvPr/>
        </p:nvSpPr>
        <p:spPr bwMode="auto">
          <a:xfrm>
            <a:off x="7682344" y="1481099"/>
            <a:ext cx="17463" cy="574675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7" name="Rectangle 973"/>
          <p:cNvSpPr>
            <a:spLocks noChangeArrowheads="1"/>
          </p:cNvSpPr>
          <p:nvPr/>
        </p:nvSpPr>
        <p:spPr bwMode="auto">
          <a:xfrm>
            <a:off x="7699807" y="1481099"/>
            <a:ext cx="7938" cy="574675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8" name="Rectangle 974"/>
          <p:cNvSpPr>
            <a:spLocks noChangeArrowheads="1"/>
          </p:cNvSpPr>
          <p:nvPr/>
        </p:nvSpPr>
        <p:spPr bwMode="auto">
          <a:xfrm>
            <a:off x="7707744" y="1481099"/>
            <a:ext cx="7938" cy="574675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49" name="Rectangle 975"/>
          <p:cNvSpPr>
            <a:spLocks noChangeArrowheads="1"/>
          </p:cNvSpPr>
          <p:nvPr/>
        </p:nvSpPr>
        <p:spPr bwMode="auto">
          <a:xfrm>
            <a:off x="7715682" y="1481099"/>
            <a:ext cx="7938" cy="574675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0" name="Rectangle 976"/>
          <p:cNvSpPr>
            <a:spLocks noChangeArrowheads="1"/>
          </p:cNvSpPr>
          <p:nvPr/>
        </p:nvSpPr>
        <p:spPr bwMode="auto">
          <a:xfrm>
            <a:off x="7723619" y="1481099"/>
            <a:ext cx="9525" cy="574675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1" name="Rectangle 977"/>
          <p:cNvSpPr>
            <a:spLocks noChangeArrowheads="1"/>
          </p:cNvSpPr>
          <p:nvPr/>
        </p:nvSpPr>
        <p:spPr bwMode="auto">
          <a:xfrm>
            <a:off x="6988607" y="1481099"/>
            <a:ext cx="744538" cy="574675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2" name="Rectangle 978"/>
          <p:cNvSpPr>
            <a:spLocks noChangeArrowheads="1"/>
          </p:cNvSpPr>
          <p:nvPr/>
        </p:nvSpPr>
        <p:spPr bwMode="auto">
          <a:xfrm>
            <a:off x="7031469" y="1555712"/>
            <a:ext cx="6413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Component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Line 979"/>
          <p:cNvSpPr>
            <a:spLocks noChangeShapeType="1"/>
          </p:cNvSpPr>
          <p:nvPr/>
        </p:nvSpPr>
        <p:spPr bwMode="auto">
          <a:xfrm>
            <a:off x="6988607" y="1706524"/>
            <a:ext cx="74453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4" name="Rectangle 980"/>
          <p:cNvSpPr>
            <a:spLocks noChangeArrowheads="1"/>
          </p:cNvSpPr>
          <p:nvPr/>
        </p:nvSpPr>
        <p:spPr bwMode="auto">
          <a:xfrm>
            <a:off x="7031469" y="1739862"/>
            <a:ext cx="698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8B0000"/>
                </a:solidFill>
                <a:effectLst/>
                <a:latin typeface="Arial" panose="020B0604020202020204" pitchFamily="34" charset="0"/>
              </a:rPr>
              <a:t>-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981"/>
          <p:cNvSpPr>
            <a:spLocks noChangeArrowheads="1"/>
          </p:cNvSpPr>
          <p:nvPr/>
        </p:nvSpPr>
        <p:spPr bwMode="auto">
          <a:xfrm>
            <a:off x="7172757" y="1739862"/>
            <a:ext cx="33337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8B0000"/>
                </a:solidFill>
                <a:effectLst/>
                <a:latin typeface="Arial" panose="020B0604020202020204" pitchFamily="34" charset="0"/>
              </a:rPr>
              <a:t>ID  :int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982"/>
          <p:cNvSpPr>
            <a:spLocks noChangeArrowheads="1"/>
          </p:cNvSpPr>
          <p:nvPr/>
        </p:nvSpPr>
        <p:spPr bwMode="auto">
          <a:xfrm>
            <a:off x="6604432" y="2306599"/>
            <a:ext cx="1571625" cy="576263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7" name="Rectangle 983"/>
          <p:cNvSpPr>
            <a:spLocks noChangeArrowheads="1"/>
          </p:cNvSpPr>
          <p:nvPr/>
        </p:nvSpPr>
        <p:spPr bwMode="auto">
          <a:xfrm>
            <a:off x="6604432" y="2306599"/>
            <a:ext cx="1571625" cy="576263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8" name="Rectangle 984"/>
          <p:cNvSpPr>
            <a:spLocks noChangeArrowheads="1"/>
          </p:cNvSpPr>
          <p:nvPr/>
        </p:nvSpPr>
        <p:spPr bwMode="auto">
          <a:xfrm>
            <a:off x="6579032" y="2281199"/>
            <a:ext cx="819150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59" name="Rectangle 985"/>
          <p:cNvSpPr>
            <a:spLocks noChangeArrowheads="1"/>
          </p:cNvSpPr>
          <p:nvPr/>
        </p:nvSpPr>
        <p:spPr bwMode="auto">
          <a:xfrm>
            <a:off x="7398182" y="2281199"/>
            <a:ext cx="42863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0" name="Rectangle 986"/>
          <p:cNvSpPr>
            <a:spLocks noChangeArrowheads="1"/>
          </p:cNvSpPr>
          <p:nvPr/>
        </p:nvSpPr>
        <p:spPr bwMode="auto">
          <a:xfrm>
            <a:off x="7441044" y="2281199"/>
            <a:ext cx="41275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1" name="Rectangle 987"/>
          <p:cNvSpPr>
            <a:spLocks noChangeArrowheads="1"/>
          </p:cNvSpPr>
          <p:nvPr/>
        </p:nvSpPr>
        <p:spPr bwMode="auto">
          <a:xfrm>
            <a:off x="7482319" y="2281199"/>
            <a:ext cx="4921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2" name="Rectangle 988"/>
          <p:cNvSpPr>
            <a:spLocks noChangeArrowheads="1"/>
          </p:cNvSpPr>
          <p:nvPr/>
        </p:nvSpPr>
        <p:spPr bwMode="auto">
          <a:xfrm>
            <a:off x="7531532" y="2281199"/>
            <a:ext cx="42863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3" name="Rectangle 989"/>
          <p:cNvSpPr>
            <a:spLocks noChangeArrowheads="1"/>
          </p:cNvSpPr>
          <p:nvPr/>
        </p:nvSpPr>
        <p:spPr bwMode="auto">
          <a:xfrm>
            <a:off x="7574394" y="2281199"/>
            <a:ext cx="41275" cy="576263"/>
          </a:xfrm>
          <a:prstGeom prst="rect">
            <a:avLst/>
          </a:prstGeom>
          <a:solidFill>
            <a:srgbClr val="F7EB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4" name="Rectangle 990"/>
          <p:cNvSpPr>
            <a:spLocks noChangeArrowheads="1"/>
          </p:cNvSpPr>
          <p:nvPr/>
        </p:nvSpPr>
        <p:spPr bwMode="auto">
          <a:xfrm>
            <a:off x="7615669" y="2281199"/>
            <a:ext cx="41275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5" name="Rectangle 991"/>
          <p:cNvSpPr>
            <a:spLocks noChangeArrowheads="1"/>
          </p:cNvSpPr>
          <p:nvPr/>
        </p:nvSpPr>
        <p:spPr bwMode="auto">
          <a:xfrm>
            <a:off x="7656944" y="2281199"/>
            <a:ext cx="42863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6" name="Rectangle 992"/>
          <p:cNvSpPr>
            <a:spLocks noChangeArrowheads="1"/>
          </p:cNvSpPr>
          <p:nvPr/>
        </p:nvSpPr>
        <p:spPr bwMode="auto">
          <a:xfrm>
            <a:off x="7699807" y="2281199"/>
            <a:ext cx="49213" cy="576263"/>
          </a:xfrm>
          <a:prstGeom prst="rect">
            <a:avLst/>
          </a:prstGeom>
          <a:solidFill>
            <a:srgbClr val="F4E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7" name="Rectangle 993"/>
          <p:cNvSpPr>
            <a:spLocks noChangeArrowheads="1"/>
          </p:cNvSpPr>
          <p:nvPr/>
        </p:nvSpPr>
        <p:spPr bwMode="auto">
          <a:xfrm>
            <a:off x="7749019" y="2281199"/>
            <a:ext cx="42863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8" name="Rectangle 994"/>
          <p:cNvSpPr>
            <a:spLocks noChangeArrowheads="1"/>
          </p:cNvSpPr>
          <p:nvPr/>
        </p:nvSpPr>
        <p:spPr bwMode="auto">
          <a:xfrm>
            <a:off x="7791882" y="2281199"/>
            <a:ext cx="33338" cy="576263"/>
          </a:xfrm>
          <a:prstGeom prst="rect">
            <a:avLst/>
          </a:prstGeom>
          <a:solidFill>
            <a:srgbClr val="F1E4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69" name="Rectangle 995"/>
          <p:cNvSpPr>
            <a:spLocks noChangeArrowheads="1"/>
          </p:cNvSpPr>
          <p:nvPr/>
        </p:nvSpPr>
        <p:spPr bwMode="auto">
          <a:xfrm>
            <a:off x="7825219" y="2281199"/>
            <a:ext cx="23813" cy="576263"/>
          </a:xfrm>
          <a:prstGeom prst="rect">
            <a:avLst/>
          </a:prstGeom>
          <a:solidFill>
            <a:srgbClr val="F1E2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0" name="Rectangle 996"/>
          <p:cNvSpPr>
            <a:spLocks noChangeArrowheads="1"/>
          </p:cNvSpPr>
          <p:nvPr/>
        </p:nvSpPr>
        <p:spPr bwMode="auto">
          <a:xfrm>
            <a:off x="7849032" y="2281199"/>
            <a:ext cx="42863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1" name="Rectangle 997"/>
          <p:cNvSpPr>
            <a:spLocks noChangeArrowheads="1"/>
          </p:cNvSpPr>
          <p:nvPr/>
        </p:nvSpPr>
        <p:spPr bwMode="auto">
          <a:xfrm>
            <a:off x="7891894" y="2281199"/>
            <a:ext cx="33338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2" name="Rectangle 998"/>
          <p:cNvSpPr>
            <a:spLocks noChangeArrowheads="1"/>
          </p:cNvSpPr>
          <p:nvPr/>
        </p:nvSpPr>
        <p:spPr bwMode="auto">
          <a:xfrm>
            <a:off x="7925232" y="2281199"/>
            <a:ext cx="49213" cy="576263"/>
          </a:xfrm>
          <a:prstGeom prst="rect">
            <a:avLst/>
          </a:prstGeom>
          <a:solidFill>
            <a:srgbClr val="EEDF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" name="Rectangle 999"/>
          <p:cNvSpPr>
            <a:spLocks noChangeArrowheads="1"/>
          </p:cNvSpPr>
          <p:nvPr/>
        </p:nvSpPr>
        <p:spPr bwMode="auto">
          <a:xfrm>
            <a:off x="7974444" y="2281199"/>
            <a:ext cx="42863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" name="Rectangle 1000"/>
          <p:cNvSpPr>
            <a:spLocks noChangeArrowheads="1"/>
          </p:cNvSpPr>
          <p:nvPr/>
        </p:nvSpPr>
        <p:spPr bwMode="auto">
          <a:xfrm>
            <a:off x="8017307" y="2281199"/>
            <a:ext cx="49213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" name="Rectangle 1001"/>
          <p:cNvSpPr>
            <a:spLocks noChangeArrowheads="1"/>
          </p:cNvSpPr>
          <p:nvPr/>
        </p:nvSpPr>
        <p:spPr bwMode="auto">
          <a:xfrm>
            <a:off x="8066519" y="2281199"/>
            <a:ext cx="42863" cy="576263"/>
          </a:xfrm>
          <a:prstGeom prst="rect">
            <a:avLst/>
          </a:prstGeom>
          <a:solidFill>
            <a:srgbClr val="EBDA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" name="Rectangle 1002"/>
          <p:cNvSpPr>
            <a:spLocks noChangeArrowheads="1"/>
          </p:cNvSpPr>
          <p:nvPr/>
        </p:nvSpPr>
        <p:spPr bwMode="auto">
          <a:xfrm>
            <a:off x="8109382" y="2281199"/>
            <a:ext cx="333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" name="Rectangle 1003"/>
          <p:cNvSpPr>
            <a:spLocks noChangeArrowheads="1"/>
          </p:cNvSpPr>
          <p:nvPr/>
        </p:nvSpPr>
        <p:spPr bwMode="auto">
          <a:xfrm>
            <a:off x="8142719" y="2281199"/>
            <a:ext cx="7938" cy="576263"/>
          </a:xfrm>
          <a:prstGeom prst="rect">
            <a:avLst/>
          </a:prstGeom>
          <a:solidFill>
            <a:srgbClr val="E8D7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" name="Rectangle 1004"/>
          <p:cNvSpPr>
            <a:spLocks noChangeArrowheads="1"/>
          </p:cNvSpPr>
          <p:nvPr/>
        </p:nvSpPr>
        <p:spPr bwMode="auto">
          <a:xfrm>
            <a:off x="6579032" y="2281199"/>
            <a:ext cx="1571625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9" name="Rectangle 1005"/>
          <p:cNvSpPr>
            <a:spLocks noChangeArrowheads="1"/>
          </p:cNvSpPr>
          <p:nvPr/>
        </p:nvSpPr>
        <p:spPr bwMode="auto">
          <a:xfrm>
            <a:off x="6998132" y="2357399"/>
            <a:ext cx="7048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EventSource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Line 1006"/>
          <p:cNvSpPr>
            <a:spLocks noChangeShapeType="1"/>
          </p:cNvSpPr>
          <p:nvPr/>
        </p:nvSpPr>
        <p:spPr bwMode="auto">
          <a:xfrm>
            <a:off x="6579032" y="2506624"/>
            <a:ext cx="1571625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1" name="Rectangle 1007"/>
          <p:cNvSpPr>
            <a:spLocks noChangeArrowheads="1"/>
          </p:cNvSpPr>
          <p:nvPr/>
        </p:nvSpPr>
        <p:spPr bwMode="auto">
          <a:xfrm>
            <a:off x="6621894" y="2573299"/>
            <a:ext cx="1000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+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Rectangle 1008"/>
          <p:cNvSpPr>
            <a:spLocks noChangeArrowheads="1"/>
          </p:cNvSpPr>
          <p:nvPr/>
        </p:nvSpPr>
        <p:spPr bwMode="auto">
          <a:xfrm>
            <a:off x="6763182" y="2573299"/>
            <a:ext cx="18018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generateEvents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()  :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 *&gt;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3" name="Rectangle 1009"/>
          <p:cNvSpPr>
            <a:spLocks noChangeArrowheads="1"/>
          </p:cNvSpPr>
          <p:nvPr/>
        </p:nvSpPr>
        <p:spPr bwMode="auto">
          <a:xfrm>
            <a:off x="6737782" y="3124162"/>
            <a:ext cx="13033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4" name="Rectangle 1010"/>
          <p:cNvSpPr>
            <a:spLocks noChangeArrowheads="1"/>
          </p:cNvSpPr>
          <p:nvPr/>
        </p:nvSpPr>
        <p:spPr bwMode="auto">
          <a:xfrm>
            <a:off x="6737782" y="3124162"/>
            <a:ext cx="13033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5" name="Rectangle 1011"/>
          <p:cNvSpPr>
            <a:spLocks noChangeArrowheads="1"/>
          </p:cNvSpPr>
          <p:nvPr/>
        </p:nvSpPr>
        <p:spPr bwMode="auto">
          <a:xfrm>
            <a:off x="6713969" y="3098762"/>
            <a:ext cx="6762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6" name="Rectangle 1012"/>
          <p:cNvSpPr>
            <a:spLocks noChangeArrowheads="1"/>
          </p:cNvSpPr>
          <p:nvPr/>
        </p:nvSpPr>
        <p:spPr bwMode="auto">
          <a:xfrm>
            <a:off x="7390244" y="3098762"/>
            <a:ext cx="33338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7" name="Rectangle 1013"/>
          <p:cNvSpPr>
            <a:spLocks noChangeArrowheads="1"/>
          </p:cNvSpPr>
          <p:nvPr/>
        </p:nvSpPr>
        <p:spPr bwMode="auto">
          <a:xfrm>
            <a:off x="7423582" y="3098762"/>
            <a:ext cx="41275" cy="576263"/>
          </a:xfrm>
          <a:prstGeom prst="rect">
            <a:avLst/>
          </a:prstGeom>
          <a:solidFill>
            <a:srgbClr val="FB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8" name="Rectangle 1014"/>
          <p:cNvSpPr>
            <a:spLocks noChangeArrowheads="1"/>
          </p:cNvSpPr>
          <p:nvPr/>
        </p:nvSpPr>
        <p:spPr bwMode="auto">
          <a:xfrm>
            <a:off x="7464857" y="3098762"/>
            <a:ext cx="33338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89" name="Rectangle 1015"/>
          <p:cNvSpPr>
            <a:spLocks noChangeArrowheads="1"/>
          </p:cNvSpPr>
          <p:nvPr/>
        </p:nvSpPr>
        <p:spPr bwMode="auto">
          <a:xfrm>
            <a:off x="7498194" y="3098762"/>
            <a:ext cx="42863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0" name="Rectangle 1016"/>
          <p:cNvSpPr>
            <a:spLocks noChangeArrowheads="1"/>
          </p:cNvSpPr>
          <p:nvPr/>
        </p:nvSpPr>
        <p:spPr bwMode="auto">
          <a:xfrm>
            <a:off x="7541057" y="3098762"/>
            <a:ext cx="33338" cy="576263"/>
          </a:xfrm>
          <a:prstGeom prst="rect">
            <a:avLst/>
          </a:prstGeom>
          <a:solidFill>
            <a:srgbClr val="F7EB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1" name="Rectangle 1017"/>
          <p:cNvSpPr>
            <a:spLocks noChangeArrowheads="1"/>
          </p:cNvSpPr>
          <p:nvPr/>
        </p:nvSpPr>
        <p:spPr bwMode="auto">
          <a:xfrm>
            <a:off x="7574394" y="3098762"/>
            <a:ext cx="33338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2" name="Rectangle 1018"/>
          <p:cNvSpPr>
            <a:spLocks noChangeArrowheads="1"/>
          </p:cNvSpPr>
          <p:nvPr/>
        </p:nvSpPr>
        <p:spPr bwMode="auto">
          <a:xfrm>
            <a:off x="7607732" y="3098762"/>
            <a:ext cx="333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3" name="Rectangle 1019"/>
          <p:cNvSpPr>
            <a:spLocks noChangeArrowheads="1"/>
          </p:cNvSpPr>
          <p:nvPr/>
        </p:nvSpPr>
        <p:spPr bwMode="auto">
          <a:xfrm>
            <a:off x="7641069" y="3098762"/>
            <a:ext cx="41275" cy="576263"/>
          </a:xfrm>
          <a:prstGeom prst="rect">
            <a:avLst/>
          </a:prstGeom>
          <a:solidFill>
            <a:srgbClr val="F4E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4" name="Rectangle 1020"/>
          <p:cNvSpPr>
            <a:spLocks noChangeArrowheads="1"/>
          </p:cNvSpPr>
          <p:nvPr/>
        </p:nvSpPr>
        <p:spPr bwMode="auto">
          <a:xfrm>
            <a:off x="7682344" y="3098762"/>
            <a:ext cx="33338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5" name="Rectangle 1021"/>
          <p:cNvSpPr>
            <a:spLocks noChangeArrowheads="1"/>
          </p:cNvSpPr>
          <p:nvPr/>
        </p:nvSpPr>
        <p:spPr bwMode="auto">
          <a:xfrm>
            <a:off x="7715682" y="3098762"/>
            <a:ext cx="33338" cy="576263"/>
          </a:xfrm>
          <a:prstGeom prst="rect">
            <a:avLst/>
          </a:prstGeom>
          <a:solidFill>
            <a:srgbClr val="F1E4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6" name="Rectangle 1022"/>
          <p:cNvSpPr>
            <a:spLocks noChangeArrowheads="1"/>
          </p:cNvSpPr>
          <p:nvPr/>
        </p:nvSpPr>
        <p:spPr bwMode="auto">
          <a:xfrm>
            <a:off x="7749019" y="3098762"/>
            <a:ext cx="33338" cy="576263"/>
          </a:xfrm>
          <a:prstGeom prst="rect">
            <a:avLst/>
          </a:prstGeom>
          <a:solidFill>
            <a:srgbClr val="F1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7" name="Rectangle 1023"/>
          <p:cNvSpPr>
            <a:spLocks noChangeArrowheads="1"/>
          </p:cNvSpPr>
          <p:nvPr/>
        </p:nvSpPr>
        <p:spPr bwMode="auto">
          <a:xfrm>
            <a:off x="7782357" y="3098762"/>
            <a:ext cx="333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" name="Rectangle 1024"/>
          <p:cNvSpPr>
            <a:spLocks noChangeArrowheads="1"/>
          </p:cNvSpPr>
          <p:nvPr/>
        </p:nvSpPr>
        <p:spPr bwMode="auto">
          <a:xfrm>
            <a:off x="7815694" y="3098762"/>
            <a:ext cx="333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" name="Rectangle 1025"/>
          <p:cNvSpPr>
            <a:spLocks noChangeArrowheads="1"/>
          </p:cNvSpPr>
          <p:nvPr/>
        </p:nvSpPr>
        <p:spPr bwMode="auto">
          <a:xfrm>
            <a:off x="7849032" y="3098762"/>
            <a:ext cx="42863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" name="Rectangle 1026"/>
          <p:cNvSpPr>
            <a:spLocks noChangeArrowheads="1"/>
          </p:cNvSpPr>
          <p:nvPr/>
        </p:nvSpPr>
        <p:spPr bwMode="auto">
          <a:xfrm>
            <a:off x="7891894" y="3098762"/>
            <a:ext cx="412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" name="Rectangle 1027"/>
          <p:cNvSpPr>
            <a:spLocks noChangeArrowheads="1"/>
          </p:cNvSpPr>
          <p:nvPr/>
        </p:nvSpPr>
        <p:spPr bwMode="auto">
          <a:xfrm>
            <a:off x="7933169" y="3098762"/>
            <a:ext cx="33338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" name="Rectangle 1028"/>
          <p:cNvSpPr>
            <a:spLocks noChangeArrowheads="1"/>
          </p:cNvSpPr>
          <p:nvPr/>
        </p:nvSpPr>
        <p:spPr bwMode="auto">
          <a:xfrm>
            <a:off x="7966507" y="3098762"/>
            <a:ext cx="33338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3" name="Rectangle 1029"/>
          <p:cNvSpPr>
            <a:spLocks noChangeArrowheads="1"/>
          </p:cNvSpPr>
          <p:nvPr/>
        </p:nvSpPr>
        <p:spPr bwMode="auto">
          <a:xfrm>
            <a:off x="7999844" y="3098762"/>
            <a:ext cx="17463" cy="576263"/>
          </a:xfrm>
          <a:prstGeom prst="rect">
            <a:avLst/>
          </a:prstGeom>
          <a:solidFill>
            <a:srgbClr val="E8D7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4" name="Rectangle 1030"/>
          <p:cNvSpPr>
            <a:spLocks noChangeArrowheads="1"/>
          </p:cNvSpPr>
          <p:nvPr/>
        </p:nvSpPr>
        <p:spPr bwMode="auto">
          <a:xfrm>
            <a:off x="6713969" y="3098762"/>
            <a:ext cx="1303338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5" name="Rectangle 1031"/>
          <p:cNvSpPr>
            <a:spLocks noChangeArrowheads="1"/>
          </p:cNvSpPr>
          <p:nvPr/>
        </p:nvSpPr>
        <p:spPr bwMode="auto">
          <a:xfrm>
            <a:off x="7021944" y="3173374"/>
            <a:ext cx="6667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EventTarget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Line 1032"/>
          <p:cNvSpPr>
            <a:spLocks noChangeShapeType="1"/>
          </p:cNvSpPr>
          <p:nvPr/>
        </p:nvSpPr>
        <p:spPr bwMode="auto">
          <a:xfrm>
            <a:off x="6713969" y="3324187"/>
            <a:ext cx="130333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7" name="Rectangle 1033"/>
          <p:cNvSpPr>
            <a:spLocks noChangeArrowheads="1"/>
          </p:cNvSpPr>
          <p:nvPr/>
        </p:nvSpPr>
        <p:spPr bwMode="auto">
          <a:xfrm>
            <a:off x="6755244" y="3390862"/>
            <a:ext cx="1000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+ 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1034"/>
          <p:cNvSpPr>
            <a:spLocks noChangeArrowheads="1"/>
          </p:cNvSpPr>
          <p:nvPr/>
        </p:nvSpPr>
        <p:spPr bwMode="auto">
          <a:xfrm>
            <a:off x="6896532" y="3390862"/>
            <a:ext cx="1455738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rgbClr val="004040"/>
                </a:solidFill>
                <a:effectLst/>
                <a:latin typeface="Arial" panose="020B0604020202020204" pitchFamily="34" charset="0"/>
              </a:rPr>
              <a:t>processEvent(Event *)  :void</a:t>
            </a:r>
            <a:endParaRPr kumimoji="0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Rectangle 1035"/>
          <p:cNvSpPr>
            <a:spLocks noChangeArrowheads="1"/>
          </p:cNvSpPr>
          <p:nvPr/>
        </p:nvSpPr>
        <p:spPr bwMode="auto">
          <a:xfrm>
            <a:off x="5534457" y="2298662"/>
            <a:ext cx="74453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0" name="Rectangle 1036"/>
          <p:cNvSpPr>
            <a:spLocks noChangeArrowheads="1"/>
          </p:cNvSpPr>
          <p:nvPr/>
        </p:nvSpPr>
        <p:spPr bwMode="auto">
          <a:xfrm>
            <a:off x="5534457" y="2298662"/>
            <a:ext cx="74453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1" name="Rectangle 1037"/>
          <p:cNvSpPr>
            <a:spLocks noChangeArrowheads="1"/>
          </p:cNvSpPr>
          <p:nvPr/>
        </p:nvSpPr>
        <p:spPr bwMode="auto">
          <a:xfrm>
            <a:off x="5510644" y="2273262"/>
            <a:ext cx="3841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2" name="Rectangle 1038"/>
          <p:cNvSpPr>
            <a:spLocks noChangeArrowheads="1"/>
          </p:cNvSpPr>
          <p:nvPr/>
        </p:nvSpPr>
        <p:spPr bwMode="auto">
          <a:xfrm>
            <a:off x="5894819" y="2273262"/>
            <a:ext cx="7938" cy="576263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3" name="Rectangle 1039"/>
          <p:cNvSpPr>
            <a:spLocks noChangeArrowheads="1"/>
          </p:cNvSpPr>
          <p:nvPr/>
        </p:nvSpPr>
        <p:spPr bwMode="auto">
          <a:xfrm>
            <a:off x="5902757" y="2273262"/>
            <a:ext cx="7938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4" name="Rectangle 1040"/>
          <p:cNvSpPr>
            <a:spLocks noChangeArrowheads="1"/>
          </p:cNvSpPr>
          <p:nvPr/>
        </p:nvSpPr>
        <p:spPr bwMode="auto">
          <a:xfrm>
            <a:off x="5910694" y="2273262"/>
            <a:ext cx="9525" cy="576263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5" name="Rectangle 1041"/>
          <p:cNvSpPr>
            <a:spLocks noChangeArrowheads="1"/>
          </p:cNvSpPr>
          <p:nvPr/>
        </p:nvSpPr>
        <p:spPr bwMode="auto">
          <a:xfrm>
            <a:off x="5920219" y="2273262"/>
            <a:ext cx="7938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6" name="Rectangle 1042"/>
          <p:cNvSpPr>
            <a:spLocks noChangeArrowheads="1"/>
          </p:cNvSpPr>
          <p:nvPr/>
        </p:nvSpPr>
        <p:spPr bwMode="auto">
          <a:xfrm>
            <a:off x="5928157" y="2273262"/>
            <a:ext cx="7938" cy="576263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7" name="Rectangle 1043"/>
          <p:cNvSpPr>
            <a:spLocks noChangeArrowheads="1"/>
          </p:cNvSpPr>
          <p:nvPr/>
        </p:nvSpPr>
        <p:spPr bwMode="auto">
          <a:xfrm>
            <a:off x="5936094" y="2273262"/>
            <a:ext cx="1746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8" name="Rectangle 1044"/>
          <p:cNvSpPr>
            <a:spLocks noChangeArrowheads="1"/>
          </p:cNvSpPr>
          <p:nvPr/>
        </p:nvSpPr>
        <p:spPr bwMode="auto">
          <a:xfrm>
            <a:off x="5953557" y="2273262"/>
            <a:ext cx="7938" cy="576263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9" name="Rectangle 1045"/>
          <p:cNvSpPr>
            <a:spLocks noChangeArrowheads="1"/>
          </p:cNvSpPr>
          <p:nvPr/>
        </p:nvSpPr>
        <p:spPr bwMode="auto">
          <a:xfrm>
            <a:off x="5961494" y="2273262"/>
            <a:ext cx="7938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0" name="Rectangle 1046"/>
          <p:cNvSpPr>
            <a:spLocks noChangeArrowheads="1"/>
          </p:cNvSpPr>
          <p:nvPr/>
        </p:nvSpPr>
        <p:spPr bwMode="auto">
          <a:xfrm>
            <a:off x="5969432" y="2273262"/>
            <a:ext cx="17463" cy="576263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1" name="Rectangle 1047"/>
          <p:cNvSpPr>
            <a:spLocks noChangeArrowheads="1"/>
          </p:cNvSpPr>
          <p:nvPr/>
        </p:nvSpPr>
        <p:spPr bwMode="auto">
          <a:xfrm>
            <a:off x="5986894" y="2273262"/>
            <a:ext cx="7938" cy="576263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2" name="Rectangle 1048"/>
          <p:cNvSpPr>
            <a:spLocks noChangeArrowheads="1"/>
          </p:cNvSpPr>
          <p:nvPr/>
        </p:nvSpPr>
        <p:spPr bwMode="auto">
          <a:xfrm>
            <a:off x="5994832" y="2273262"/>
            <a:ext cx="7938" cy="576263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3" name="Rectangle 1049"/>
          <p:cNvSpPr>
            <a:spLocks noChangeArrowheads="1"/>
          </p:cNvSpPr>
          <p:nvPr/>
        </p:nvSpPr>
        <p:spPr bwMode="auto">
          <a:xfrm>
            <a:off x="6002769" y="2273262"/>
            <a:ext cx="7938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4" name="Rectangle 1050"/>
          <p:cNvSpPr>
            <a:spLocks noChangeArrowheads="1"/>
          </p:cNvSpPr>
          <p:nvPr/>
        </p:nvSpPr>
        <p:spPr bwMode="auto">
          <a:xfrm>
            <a:off x="6010707" y="2273262"/>
            <a:ext cx="9525" cy="576263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5" name="Rectangle 1051"/>
          <p:cNvSpPr>
            <a:spLocks noChangeArrowheads="1"/>
          </p:cNvSpPr>
          <p:nvPr/>
        </p:nvSpPr>
        <p:spPr bwMode="auto">
          <a:xfrm>
            <a:off x="6020232" y="2273262"/>
            <a:ext cx="79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6" name="Rectangle 1052"/>
          <p:cNvSpPr>
            <a:spLocks noChangeArrowheads="1"/>
          </p:cNvSpPr>
          <p:nvPr/>
        </p:nvSpPr>
        <p:spPr bwMode="auto">
          <a:xfrm>
            <a:off x="6028169" y="2273262"/>
            <a:ext cx="7938" cy="576263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7" name="Rectangle 1053"/>
          <p:cNvSpPr>
            <a:spLocks noChangeArrowheads="1"/>
          </p:cNvSpPr>
          <p:nvPr/>
        </p:nvSpPr>
        <p:spPr bwMode="auto">
          <a:xfrm>
            <a:off x="6036107" y="2273262"/>
            <a:ext cx="7938" cy="576263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8" name="Rectangle 1054"/>
          <p:cNvSpPr>
            <a:spLocks noChangeArrowheads="1"/>
          </p:cNvSpPr>
          <p:nvPr/>
        </p:nvSpPr>
        <p:spPr bwMode="auto">
          <a:xfrm>
            <a:off x="6044044" y="2273262"/>
            <a:ext cx="9525" cy="576263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29" name="Rectangle 1055"/>
          <p:cNvSpPr>
            <a:spLocks noChangeArrowheads="1"/>
          </p:cNvSpPr>
          <p:nvPr/>
        </p:nvSpPr>
        <p:spPr bwMode="auto">
          <a:xfrm>
            <a:off x="6053569" y="2273262"/>
            <a:ext cx="7938" cy="576263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0" name="Rectangle 1056"/>
          <p:cNvSpPr>
            <a:spLocks noChangeArrowheads="1"/>
          </p:cNvSpPr>
          <p:nvPr/>
        </p:nvSpPr>
        <p:spPr bwMode="auto">
          <a:xfrm>
            <a:off x="6061507" y="2273262"/>
            <a:ext cx="7938" cy="576263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1" name="Rectangle 1057"/>
          <p:cNvSpPr>
            <a:spLocks noChangeArrowheads="1"/>
          </p:cNvSpPr>
          <p:nvPr/>
        </p:nvSpPr>
        <p:spPr bwMode="auto">
          <a:xfrm>
            <a:off x="6069444" y="2273262"/>
            <a:ext cx="9525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2" name="Rectangle 1058"/>
          <p:cNvSpPr>
            <a:spLocks noChangeArrowheads="1"/>
          </p:cNvSpPr>
          <p:nvPr/>
        </p:nvSpPr>
        <p:spPr bwMode="auto">
          <a:xfrm>
            <a:off x="6078969" y="2273262"/>
            <a:ext cx="7938" cy="576263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3" name="Rectangle 1059"/>
          <p:cNvSpPr>
            <a:spLocks noChangeArrowheads="1"/>
          </p:cNvSpPr>
          <p:nvPr/>
        </p:nvSpPr>
        <p:spPr bwMode="auto">
          <a:xfrm>
            <a:off x="6086907" y="2273262"/>
            <a:ext cx="7938" cy="576263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4" name="Rectangle 1060"/>
          <p:cNvSpPr>
            <a:spLocks noChangeArrowheads="1"/>
          </p:cNvSpPr>
          <p:nvPr/>
        </p:nvSpPr>
        <p:spPr bwMode="auto">
          <a:xfrm>
            <a:off x="6094844" y="2273262"/>
            <a:ext cx="7938" cy="576263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5" name="Rectangle 1061"/>
          <p:cNvSpPr>
            <a:spLocks noChangeArrowheads="1"/>
          </p:cNvSpPr>
          <p:nvPr/>
        </p:nvSpPr>
        <p:spPr bwMode="auto">
          <a:xfrm>
            <a:off x="6102782" y="2273262"/>
            <a:ext cx="9525" cy="576263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6" name="Rectangle 1062"/>
          <p:cNvSpPr>
            <a:spLocks noChangeArrowheads="1"/>
          </p:cNvSpPr>
          <p:nvPr/>
        </p:nvSpPr>
        <p:spPr bwMode="auto">
          <a:xfrm>
            <a:off x="6112307" y="2273262"/>
            <a:ext cx="7938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7" name="Rectangle 1063"/>
          <p:cNvSpPr>
            <a:spLocks noChangeArrowheads="1"/>
          </p:cNvSpPr>
          <p:nvPr/>
        </p:nvSpPr>
        <p:spPr bwMode="auto">
          <a:xfrm>
            <a:off x="6120244" y="2273262"/>
            <a:ext cx="79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8" name="Rectangle 1064"/>
          <p:cNvSpPr>
            <a:spLocks noChangeArrowheads="1"/>
          </p:cNvSpPr>
          <p:nvPr/>
        </p:nvSpPr>
        <p:spPr bwMode="auto">
          <a:xfrm>
            <a:off x="6128182" y="2273262"/>
            <a:ext cx="17463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39" name="Rectangle 1065"/>
          <p:cNvSpPr>
            <a:spLocks noChangeArrowheads="1"/>
          </p:cNvSpPr>
          <p:nvPr/>
        </p:nvSpPr>
        <p:spPr bwMode="auto">
          <a:xfrm>
            <a:off x="6145644" y="2273262"/>
            <a:ext cx="79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0" name="Rectangle 1066"/>
          <p:cNvSpPr>
            <a:spLocks noChangeArrowheads="1"/>
          </p:cNvSpPr>
          <p:nvPr/>
        </p:nvSpPr>
        <p:spPr bwMode="auto">
          <a:xfrm>
            <a:off x="6153582" y="2273262"/>
            <a:ext cx="7938" cy="576263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1" name="Rectangle 1067"/>
          <p:cNvSpPr>
            <a:spLocks noChangeArrowheads="1"/>
          </p:cNvSpPr>
          <p:nvPr/>
        </p:nvSpPr>
        <p:spPr bwMode="auto">
          <a:xfrm>
            <a:off x="6161519" y="2273262"/>
            <a:ext cx="7938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2" name="Rectangle 1068"/>
          <p:cNvSpPr>
            <a:spLocks noChangeArrowheads="1"/>
          </p:cNvSpPr>
          <p:nvPr/>
        </p:nvSpPr>
        <p:spPr bwMode="auto">
          <a:xfrm>
            <a:off x="6169457" y="2273262"/>
            <a:ext cx="9525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3" name="Rectangle 1069"/>
          <p:cNvSpPr>
            <a:spLocks noChangeArrowheads="1"/>
          </p:cNvSpPr>
          <p:nvPr/>
        </p:nvSpPr>
        <p:spPr bwMode="auto">
          <a:xfrm>
            <a:off x="6178982" y="2273262"/>
            <a:ext cx="158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4" name="Rectangle 1070"/>
          <p:cNvSpPr>
            <a:spLocks noChangeArrowheads="1"/>
          </p:cNvSpPr>
          <p:nvPr/>
        </p:nvSpPr>
        <p:spPr bwMode="auto">
          <a:xfrm>
            <a:off x="6194857" y="2273262"/>
            <a:ext cx="7938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5" name="Rectangle 1071"/>
          <p:cNvSpPr>
            <a:spLocks noChangeArrowheads="1"/>
          </p:cNvSpPr>
          <p:nvPr/>
        </p:nvSpPr>
        <p:spPr bwMode="auto">
          <a:xfrm>
            <a:off x="6202794" y="2273262"/>
            <a:ext cx="17463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6" name="Rectangle 1072"/>
          <p:cNvSpPr>
            <a:spLocks noChangeArrowheads="1"/>
          </p:cNvSpPr>
          <p:nvPr/>
        </p:nvSpPr>
        <p:spPr bwMode="auto">
          <a:xfrm>
            <a:off x="6220257" y="2273262"/>
            <a:ext cx="7938" cy="576263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7" name="Rectangle 1073"/>
          <p:cNvSpPr>
            <a:spLocks noChangeArrowheads="1"/>
          </p:cNvSpPr>
          <p:nvPr/>
        </p:nvSpPr>
        <p:spPr bwMode="auto">
          <a:xfrm>
            <a:off x="6228194" y="2273262"/>
            <a:ext cx="9525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8" name="Rectangle 1074"/>
          <p:cNvSpPr>
            <a:spLocks noChangeArrowheads="1"/>
          </p:cNvSpPr>
          <p:nvPr/>
        </p:nvSpPr>
        <p:spPr bwMode="auto">
          <a:xfrm>
            <a:off x="6237719" y="2273262"/>
            <a:ext cx="79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49" name="Rectangle 1075"/>
          <p:cNvSpPr>
            <a:spLocks noChangeArrowheads="1"/>
          </p:cNvSpPr>
          <p:nvPr/>
        </p:nvSpPr>
        <p:spPr bwMode="auto">
          <a:xfrm>
            <a:off x="6245657" y="2273262"/>
            <a:ext cx="7938" cy="576263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0" name="Rectangle 1076"/>
          <p:cNvSpPr>
            <a:spLocks noChangeArrowheads="1"/>
          </p:cNvSpPr>
          <p:nvPr/>
        </p:nvSpPr>
        <p:spPr bwMode="auto">
          <a:xfrm>
            <a:off x="5510644" y="2273262"/>
            <a:ext cx="742950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1" name="Rectangle 1077"/>
          <p:cNvSpPr>
            <a:spLocks noChangeArrowheads="1"/>
          </p:cNvSpPr>
          <p:nvPr/>
        </p:nvSpPr>
        <p:spPr bwMode="auto">
          <a:xfrm>
            <a:off x="5636057" y="2347874"/>
            <a:ext cx="3905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Sensor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Line 1078"/>
          <p:cNvSpPr>
            <a:spLocks noChangeShapeType="1"/>
          </p:cNvSpPr>
          <p:nvPr/>
        </p:nvSpPr>
        <p:spPr bwMode="auto">
          <a:xfrm>
            <a:off x="5510644" y="2498687"/>
            <a:ext cx="742950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3" name="Rectangle 1079"/>
          <p:cNvSpPr>
            <a:spLocks noChangeArrowheads="1"/>
          </p:cNvSpPr>
          <p:nvPr/>
        </p:nvSpPr>
        <p:spPr bwMode="auto">
          <a:xfrm>
            <a:off x="8460219" y="3132099"/>
            <a:ext cx="742950" cy="576263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4" name="Rectangle 1080"/>
          <p:cNvSpPr>
            <a:spLocks noChangeArrowheads="1"/>
          </p:cNvSpPr>
          <p:nvPr/>
        </p:nvSpPr>
        <p:spPr bwMode="auto">
          <a:xfrm>
            <a:off x="8460219" y="3132099"/>
            <a:ext cx="742950" cy="576263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5" name="Rectangle 1081"/>
          <p:cNvSpPr>
            <a:spLocks noChangeArrowheads="1"/>
          </p:cNvSpPr>
          <p:nvPr/>
        </p:nvSpPr>
        <p:spPr bwMode="auto">
          <a:xfrm>
            <a:off x="8434819" y="3106699"/>
            <a:ext cx="384175" cy="576263"/>
          </a:xfrm>
          <a:prstGeom prst="rect">
            <a:avLst/>
          </a:pr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6" name="Rectangle 1082"/>
          <p:cNvSpPr>
            <a:spLocks noChangeArrowheads="1"/>
          </p:cNvSpPr>
          <p:nvPr/>
        </p:nvSpPr>
        <p:spPr bwMode="auto">
          <a:xfrm>
            <a:off x="8818994" y="3106699"/>
            <a:ext cx="7938" cy="576263"/>
          </a:xfrm>
          <a:prstGeom prst="rect">
            <a:avLst/>
          </a:prstGeom>
          <a:solidFill>
            <a:srgbClr val="FBF1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7" name="Rectangle 1083"/>
          <p:cNvSpPr>
            <a:spLocks noChangeArrowheads="1"/>
          </p:cNvSpPr>
          <p:nvPr/>
        </p:nvSpPr>
        <p:spPr bwMode="auto">
          <a:xfrm>
            <a:off x="8826932" y="3106699"/>
            <a:ext cx="9525" cy="576263"/>
          </a:xfrm>
          <a:prstGeom prst="rect">
            <a:avLst/>
          </a:prstGeom>
          <a:solidFill>
            <a:srgbClr val="FBF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8" name="Rectangle 1084"/>
          <p:cNvSpPr>
            <a:spLocks noChangeArrowheads="1"/>
          </p:cNvSpPr>
          <p:nvPr/>
        </p:nvSpPr>
        <p:spPr bwMode="auto">
          <a:xfrm>
            <a:off x="8836457" y="3106699"/>
            <a:ext cx="7938" cy="576263"/>
          </a:xfrm>
          <a:prstGeom prst="rect">
            <a:avLst/>
          </a:prstGeom>
          <a:solidFill>
            <a:srgbClr val="FBF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59" name="Rectangle 1085"/>
          <p:cNvSpPr>
            <a:spLocks noChangeArrowheads="1"/>
          </p:cNvSpPr>
          <p:nvPr/>
        </p:nvSpPr>
        <p:spPr bwMode="auto">
          <a:xfrm>
            <a:off x="8844394" y="3106699"/>
            <a:ext cx="7938" cy="576263"/>
          </a:xfrm>
          <a:prstGeom prst="rect">
            <a:avLst/>
          </a:prstGeom>
          <a:solidFill>
            <a:srgbClr val="FAF0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0" name="Rectangle 1086"/>
          <p:cNvSpPr>
            <a:spLocks noChangeArrowheads="1"/>
          </p:cNvSpPr>
          <p:nvPr/>
        </p:nvSpPr>
        <p:spPr bwMode="auto">
          <a:xfrm>
            <a:off x="8852332" y="3106699"/>
            <a:ext cx="7938" cy="576263"/>
          </a:xfrm>
          <a:prstGeom prst="rect">
            <a:avLst/>
          </a:prstGeom>
          <a:solidFill>
            <a:srgbClr val="FAEF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1" name="Rectangle 1087"/>
          <p:cNvSpPr>
            <a:spLocks noChangeArrowheads="1"/>
          </p:cNvSpPr>
          <p:nvPr/>
        </p:nvSpPr>
        <p:spPr bwMode="auto">
          <a:xfrm>
            <a:off x="8860269" y="3106699"/>
            <a:ext cx="17463" cy="576263"/>
          </a:xfrm>
          <a:prstGeom prst="rect">
            <a:avLst/>
          </a:prstGeom>
          <a:solidFill>
            <a:srgbClr val="F9EE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2" name="Rectangle 1088"/>
          <p:cNvSpPr>
            <a:spLocks noChangeArrowheads="1"/>
          </p:cNvSpPr>
          <p:nvPr/>
        </p:nvSpPr>
        <p:spPr bwMode="auto">
          <a:xfrm>
            <a:off x="8877732" y="3106699"/>
            <a:ext cx="7938" cy="576263"/>
          </a:xfrm>
          <a:prstGeom prst="rect">
            <a:avLst/>
          </a:prstGeom>
          <a:solidFill>
            <a:srgbClr val="F8ED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3" name="Rectangle 1089"/>
          <p:cNvSpPr>
            <a:spLocks noChangeArrowheads="1"/>
          </p:cNvSpPr>
          <p:nvPr/>
        </p:nvSpPr>
        <p:spPr bwMode="auto">
          <a:xfrm>
            <a:off x="8885669" y="3106699"/>
            <a:ext cx="7938" cy="576263"/>
          </a:xfrm>
          <a:prstGeom prst="rect">
            <a:avLst/>
          </a:prstGeom>
          <a:solidFill>
            <a:srgbClr val="F8EC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4" name="Rectangle 1090"/>
          <p:cNvSpPr>
            <a:spLocks noChangeArrowheads="1"/>
          </p:cNvSpPr>
          <p:nvPr/>
        </p:nvSpPr>
        <p:spPr bwMode="auto">
          <a:xfrm>
            <a:off x="8893607" y="3106699"/>
            <a:ext cx="17463" cy="576263"/>
          </a:xfrm>
          <a:prstGeom prst="rect">
            <a:avLst/>
          </a:prstGeom>
          <a:solidFill>
            <a:srgbClr val="F7EB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5" name="Rectangle 1091"/>
          <p:cNvSpPr>
            <a:spLocks noChangeArrowheads="1"/>
          </p:cNvSpPr>
          <p:nvPr/>
        </p:nvSpPr>
        <p:spPr bwMode="auto">
          <a:xfrm>
            <a:off x="8911069" y="3106699"/>
            <a:ext cx="7938" cy="576263"/>
          </a:xfrm>
          <a:prstGeom prst="rect">
            <a:avLst/>
          </a:prstGeom>
          <a:solidFill>
            <a:srgbClr val="F7EA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6" name="Rectangle 1092"/>
          <p:cNvSpPr>
            <a:spLocks noChangeArrowheads="1"/>
          </p:cNvSpPr>
          <p:nvPr/>
        </p:nvSpPr>
        <p:spPr bwMode="auto">
          <a:xfrm>
            <a:off x="8919007" y="3106699"/>
            <a:ext cx="7938" cy="576263"/>
          </a:xfrm>
          <a:prstGeom prst="rect">
            <a:avLst/>
          </a:prstGeom>
          <a:solidFill>
            <a:srgbClr val="F6EA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7" name="Rectangle 1093"/>
          <p:cNvSpPr>
            <a:spLocks noChangeArrowheads="1"/>
          </p:cNvSpPr>
          <p:nvPr/>
        </p:nvSpPr>
        <p:spPr bwMode="auto">
          <a:xfrm>
            <a:off x="8926944" y="3106699"/>
            <a:ext cx="9525" cy="576263"/>
          </a:xfrm>
          <a:prstGeom prst="rect">
            <a:avLst/>
          </a:prstGeom>
          <a:solidFill>
            <a:srgbClr val="F6E9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8" name="Rectangle 1094"/>
          <p:cNvSpPr>
            <a:spLocks noChangeArrowheads="1"/>
          </p:cNvSpPr>
          <p:nvPr/>
        </p:nvSpPr>
        <p:spPr bwMode="auto">
          <a:xfrm>
            <a:off x="8936469" y="3106699"/>
            <a:ext cx="7938" cy="576263"/>
          </a:xfrm>
          <a:prstGeom prst="rect">
            <a:avLst/>
          </a:prstGeom>
          <a:solidFill>
            <a:srgbClr val="F5E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69" name="Rectangle 1095"/>
          <p:cNvSpPr>
            <a:spLocks noChangeArrowheads="1"/>
          </p:cNvSpPr>
          <p:nvPr/>
        </p:nvSpPr>
        <p:spPr bwMode="auto">
          <a:xfrm>
            <a:off x="8944407" y="3106699"/>
            <a:ext cx="7938" cy="576263"/>
          </a:xfrm>
          <a:prstGeom prst="rect">
            <a:avLst/>
          </a:prstGeom>
          <a:solidFill>
            <a:srgbClr val="F5E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0" name="Rectangle 1096"/>
          <p:cNvSpPr>
            <a:spLocks noChangeArrowheads="1"/>
          </p:cNvSpPr>
          <p:nvPr/>
        </p:nvSpPr>
        <p:spPr bwMode="auto">
          <a:xfrm>
            <a:off x="8952344" y="3106699"/>
            <a:ext cx="7938" cy="576263"/>
          </a:xfrm>
          <a:prstGeom prst="rect">
            <a:avLst/>
          </a:prstGeom>
          <a:solidFill>
            <a:srgbClr val="F5E8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1" name="Rectangle 1097"/>
          <p:cNvSpPr>
            <a:spLocks noChangeArrowheads="1"/>
          </p:cNvSpPr>
          <p:nvPr/>
        </p:nvSpPr>
        <p:spPr bwMode="auto">
          <a:xfrm>
            <a:off x="8960282" y="3106699"/>
            <a:ext cx="9525" cy="576263"/>
          </a:xfrm>
          <a:prstGeom prst="rect">
            <a:avLst/>
          </a:prstGeom>
          <a:solidFill>
            <a:srgbClr val="F4E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2" name="Rectangle 1098"/>
          <p:cNvSpPr>
            <a:spLocks noChangeArrowheads="1"/>
          </p:cNvSpPr>
          <p:nvPr/>
        </p:nvSpPr>
        <p:spPr bwMode="auto">
          <a:xfrm>
            <a:off x="8969807" y="3106699"/>
            <a:ext cx="7938" cy="576263"/>
          </a:xfrm>
          <a:prstGeom prst="rect">
            <a:avLst/>
          </a:prstGeom>
          <a:solidFill>
            <a:srgbClr val="F3E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3" name="Rectangle 1099"/>
          <p:cNvSpPr>
            <a:spLocks noChangeArrowheads="1"/>
          </p:cNvSpPr>
          <p:nvPr/>
        </p:nvSpPr>
        <p:spPr bwMode="auto">
          <a:xfrm>
            <a:off x="8977744" y="3106699"/>
            <a:ext cx="7938" cy="576263"/>
          </a:xfrm>
          <a:prstGeom prst="rect">
            <a:avLst/>
          </a:prstGeom>
          <a:solidFill>
            <a:srgbClr val="F3E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4" name="Rectangle 1100"/>
          <p:cNvSpPr>
            <a:spLocks noChangeArrowheads="1"/>
          </p:cNvSpPr>
          <p:nvPr/>
        </p:nvSpPr>
        <p:spPr bwMode="auto">
          <a:xfrm>
            <a:off x="8985682" y="3106699"/>
            <a:ext cx="9525" cy="576263"/>
          </a:xfrm>
          <a:prstGeom prst="rect">
            <a:avLst/>
          </a:prstGeom>
          <a:solidFill>
            <a:srgbClr val="F2E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5" name="Rectangle 1101"/>
          <p:cNvSpPr>
            <a:spLocks noChangeArrowheads="1"/>
          </p:cNvSpPr>
          <p:nvPr/>
        </p:nvSpPr>
        <p:spPr bwMode="auto">
          <a:xfrm>
            <a:off x="8995207" y="3106699"/>
            <a:ext cx="7938" cy="576263"/>
          </a:xfrm>
          <a:prstGeom prst="rect">
            <a:avLst/>
          </a:prstGeom>
          <a:solidFill>
            <a:srgbClr val="F2E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6" name="Rectangle 1102"/>
          <p:cNvSpPr>
            <a:spLocks noChangeArrowheads="1"/>
          </p:cNvSpPr>
          <p:nvPr/>
        </p:nvSpPr>
        <p:spPr bwMode="auto">
          <a:xfrm>
            <a:off x="9003144" y="3106699"/>
            <a:ext cx="7938" cy="576263"/>
          </a:xfrm>
          <a:prstGeom prst="rect">
            <a:avLst/>
          </a:prstGeom>
          <a:solidFill>
            <a:srgbClr val="F2E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7" name="Rectangle 1103"/>
          <p:cNvSpPr>
            <a:spLocks noChangeArrowheads="1"/>
          </p:cNvSpPr>
          <p:nvPr/>
        </p:nvSpPr>
        <p:spPr bwMode="auto">
          <a:xfrm>
            <a:off x="9011082" y="3106699"/>
            <a:ext cx="7938" cy="576263"/>
          </a:xfrm>
          <a:prstGeom prst="rect">
            <a:avLst/>
          </a:prstGeom>
          <a:solidFill>
            <a:srgbClr val="F1E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8" name="Rectangle 1104"/>
          <p:cNvSpPr>
            <a:spLocks noChangeArrowheads="1"/>
          </p:cNvSpPr>
          <p:nvPr/>
        </p:nvSpPr>
        <p:spPr bwMode="auto">
          <a:xfrm>
            <a:off x="9019019" y="3106699"/>
            <a:ext cx="9525" cy="576263"/>
          </a:xfrm>
          <a:prstGeom prst="rect">
            <a:avLst/>
          </a:prstGeom>
          <a:solidFill>
            <a:srgbClr val="F1E3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79" name="Rectangle 1105"/>
          <p:cNvSpPr>
            <a:spLocks noChangeArrowheads="1"/>
          </p:cNvSpPr>
          <p:nvPr/>
        </p:nvSpPr>
        <p:spPr bwMode="auto">
          <a:xfrm>
            <a:off x="9028544" y="3106699"/>
            <a:ext cx="7938" cy="576263"/>
          </a:xfrm>
          <a:prstGeom prst="rect">
            <a:avLst/>
          </a:prstGeom>
          <a:solidFill>
            <a:srgbClr val="F0E2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0" name="Rectangle 1106"/>
          <p:cNvSpPr>
            <a:spLocks noChangeArrowheads="1"/>
          </p:cNvSpPr>
          <p:nvPr/>
        </p:nvSpPr>
        <p:spPr bwMode="auto">
          <a:xfrm>
            <a:off x="9036482" y="3106699"/>
            <a:ext cx="7938" cy="576263"/>
          </a:xfrm>
          <a:prstGeom prst="rect">
            <a:avLst/>
          </a:prstGeom>
          <a:solidFill>
            <a:srgbClr val="F0E1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1" name="Rectangle 1107"/>
          <p:cNvSpPr>
            <a:spLocks noChangeArrowheads="1"/>
          </p:cNvSpPr>
          <p:nvPr/>
        </p:nvSpPr>
        <p:spPr bwMode="auto">
          <a:xfrm>
            <a:off x="9044419" y="3106699"/>
            <a:ext cx="7938" cy="576263"/>
          </a:xfrm>
          <a:prstGeom prst="rect">
            <a:avLst/>
          </a:prstGeom>
          <a:solidFill>
            <a:srgbClr val="F0E1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2" name="Rectangle 1108"/>
          <p:cNvSpPr>
            <a:spLocks noChangeArrowheads="1"/>
          </p:cNvSpPr>
          <p:nvPr/>
        </p:nvSpPr>
        <p:spPr bwMode="auto">
          <a:xfrm>
            <a:off x="9052357" y="3106699"/>
            <a:ext cx="17463" cy="576263"/>
          </a:xfrm>
          <a:prstGeom prst="rect">
            <a:avLst/>
          </a:prstGeom>
          <a:solidFill>
            <a:srgbClr val="EFE0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3" name="Rectangle 1109"/>
          <p:cNvSpPr>
            <a:spLocks noChangeArrowheads="1"/>
          </p:cNvSpPr>
          <p:nvPr/>
        </p:nvSpPr>
        <p:spPr bwMode="auto">
          <a:xfrm>
            <a:off x="9069819" y="3106699"/>
            <a:ext cx="7938" cy="576263"/>
          </a:xfrm>
          <a:prstGeom prst="rect">
            <a:avLst/>
          </a:prstGeom>
          <a:solidFill>
            <a:srgbClr val="EEDF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4" name="Rectangle 1110"/>
          <p:cNvSpPr>
            <a:spLocks noChangeArrowheads="1"/>
          </p:cNvSpPr>
          <p:nvPr/>
        </p:nvSpPr>
        <p:spPr bwMode="auto">
          <a:xfrm>
            <a:off x="9077757" y="3106699"/>
            <a:ext cx="7938" cy="576263"/>
          </a:xfrm>
          <a:prstGeom prst="rect">
            <a:avLst/>
          </a:prstGeom>
          <a:solidFill>
            <a:srgbClr val="EDDE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5" name="Rectangle 1111"/>
          <p:cNvSpPr>
            <a:spLocks noChangeArrowheads="1"/>
          </p:cNvSpPr>
          <p:nvPr/>
        </p:nvSpPr>
        <p:spPr bwMode="auto">
          <a:xfrm>
            <a:off x="9085694" y="3106699"/>
            <a:ext cx="9525" cy="576263"/>
          </a:xfrm>
          <a:prstGeom prst="rect">
            <a:avLst/>
          </a:prstGeom>
          <a:solidFill>
            <a:srgbClr val="EDDE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6" name="Rectangle 1112"/>
          <p:cNvSpPr>
            <a:spLocks noChangeArrowheads="1"/>
          </p:cNvSpPr>
          <p:nvPr/>
        </p:nvSpPr>
        <p:spPr bwMode="auto">
          <a:xfrm>
            <a:off x="9095219" y="3106699"/>
            <a:ext cx="7938" cy="576263"/>
          </a:xfrm>
          <a:prstGeom prst="rect">
            <a:avLst/>
          </a:prstGeom>
          <a:solidFill>
            <a:srgbClr val="EDDD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7" name="Rectangle 1113"/>
          <p:cNvSpPr>
            <a:spLocks noChangeArrowheads="1"/>
          </p:cNvSpPr>
          <p:nvPr/>
        </p:nvSpPr>
        <p:spPr bwMode="auto">
          <a:xfrm>
            <a:off x="9103157" y="3106699"/>
            <a:ext cx="15875" cy="576263"/>
          </a:xfrm>
          <a:prstGeom prst="rect">
            <a:avLst/>
          </a:prstGeom>
          <a:solidFill>
            <a:srgbClr val="ECDC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8" name="Rectangle 1114"/>
          <p:cNvSpPr>
            <a:spLocks noChangeArrowheads="1"/>
          </p:cNvSpPr>
          <p:nvPr/>
        </p:nvSpPr>
        <p:spPr bwMode="auto">
          <a:xfrm>
            <a:off x="9119032" y="3106699"/>
            <a:ext cx="9525" cy="576263"/>
          </a:xfrm>
          <a:prstGeom prst="rect">
            <a:avLst/>
          </a:prstGeom>
          <a:solidFill>
            <a:srgbClr val="ECDB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89" name="Rectangle 1115"/>
          <p:cNvSpPr>
            <a:spLocks noChangeArrowheads="1"/>
          </p:cNvSpPr>
          <p:nvPr/>
        </p:nvSpPr>
        <p:spPr bwMode="auto">
          <a:xfrm>
            <a:off x="9128557" y="3106699"/>
            <a:ext cx="15875" cy="576263"/>
          </a:xfrm>
          <a:prstGeom prst="rect">
            <a:avLst/>
          </a:prstGeom>
          <a:solidFill>
            <a:srgbClr val="EBDA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0" name="Rectangle 1116"/>
          <p:cNvSpPr>
            <a:spLocks noChangeArrowheads="1"/>
          </p:cNvSpPr>
          <p:nvPr/>
        </p:nvSpPr>
        <p:spPr bwMode="auto">
          <a:xfrm>
            <a:off x="9144432" y="3106699"/>
            <a:ext cx="9525" cy="576263"/>
          </a:xfrm>
          <a:prstGeom prst="rect">
            <a:avLst/>
          </a:prstGeom>
          <a:solidFill>
            <a:srgbClr val="EAD9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1" name="Rectangle 1117"/>
          <p:cNvSpPr>
            <a:spLocks noChangeArrowheads="1"/>
          </p:cNvSpPr>
          <p:nvPr/>
        </p:nvSpPr>
        <p:spPr bwMode="auto">
          <a:xfrm>
            <a:off x="9153957" y="3106699"/>
            <a:ext cx="7938" cy="576263"/>
          </a:xfrm>
          <a:prstGeom prst="rect">
            <a:avLst/>
          </a:prstGeom>
          <a:solidFill>
            <a:srgbClr val="EAD9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2" name="Rectangle 1118"/>
          <p:cNvSpPr>
            <a:spLocks noChangeArrowheads="1"/>
          </p:cNvSpPr>
          <p:nvPr/>
        </p:nvSpPr>
        <p:spPr bwMode="auto">
          <a:xfrm>
            <a:off x="9161894" y="3106699"/>
            <a:ext cx="7938" cy="576263"/>
          </a:xfrm>
          <a:prstGeom prst="rect">
            <a:avLst/>
          </a:prstGeom>
          <a:solidFill>
            <a:srgbClr val="E9D8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3" name="Rectangle 1119"/>
          <p:cNvSpPr>
            <a:spLocks noChangeArrowheads="1"/>
          </p:cNvSpPr>
          <p:nvPr/>
        </p:nvSpPr>
        <p:spPr bwMode="auto">
          <a:xfrm>
            <a:off x="9169832" y="3106699"/>
            <a:ext cx="7938" cy="576263"/>
          </a:xfrm>
          <a:prstGeom prst="rect">
            <a:avLst/>
          </a:prstGeom>
          <a:solidFill>
            <a:srgbClr val="E9D8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4" name="Rectangle 1120"/>
          <p:cNvSpPr>
            <a:spLocks noChangeArrowheads="1"/>
          </p:cNvSpPr>
          <p:nvPr/>
        </p:nvSpPr>
        <p:spPr bwMode="auto">
          <a:xfrm>
            <a:off x="8434819" y="3106699"/>
            <a:ext cx="742950" cy="576263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95" name="Rectangle 1121"/>
          <p:cNvSpPr>
            <a:spLocks noChangeArrowheads="1"/>
          </p:cNvSpPr>
          <p:nvPr/>
        </p:nvSpPr>
        <p:spPr bwMode="auto">
          <a:xfrm>
            <a:off x="8534832" y="3182899"/>
            <a:ext cx="47466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Actuator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Line 1122"/>
          <p:cNvSpPr>
            <a:spLocks noChangeShapeType="1"/>
          </p:cNvSpPr>
          <p:nvPr/>
        </p:nvSpPr>
        <p:spPr bwMode="auto">
          <a:xfrm>
            <a:off x="8434819" y="3332124"/>
            <a:ext cx="742950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5" name="Line 1276"/>
          <p:cNvSpPr>
            <a:spLocks noChangeShapeType="1"/>
          </p:cNvSpPr>
          <p:nvPr/>
        </p:nvSpPr>
        <p:spPr bwMode="auto">
          <a:xfrm flipH="1">
            <a:off x="6261532" y="2565362"/>
            <a:ext cx="317500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6" name="Freeform 1277"/>
          <p:cNvSpPr>
            <a:spLocks noEditPoints="1"/>
          </p:cNvSpPr>
          <p:nvPr/>
        </p:nvSpPr>
        <p:spPr bwMode="auto">
          <a:xfrm>
            <a:off x="6261532" y="2514562"/>
            <a:ext cx="125413" cy="100013"/>
          </a:xfrm>
          <a:custGeom>
            <a:avLst/>
            <a:gdLst>
              <a:gd name="T0" fmla="*/ 0 w 79"/>
              <a:gd name="T1" fmla="*/ 32 h 63"/>
              <a:gd name="T2" fmla="*/ 79 w 79"/>
              <a:gd name="T3" fmla="*/ 0 h 63"/>
              <a:gd name="T4" fmla="*/ 0 w 79"/>
              <a:gd name="T5" fmla="*/ 32 h 63"/>
              <a:gd name="T6" fmla="*/ 79 w 79"/>
              <a:gd name="T7" fmla="*/ 63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0" y="32"/>
                </a:moveTo>
                <a:lnTo>
                  <a:pt x="79" y="0"/>
                </a:lnTo>
                <a:moveTo>
                  <a:pt x="0" y="32"/>
                </a:moveTo>
                <a:lnTo>
                  <a:pt x="79" y="63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7" name="Line 1278"/>
          <p:cNvSpPr>
            <a:spLocks noChangeShapeType="1"/>
          </p:cNvSpPr>
          <p:nvPr/>
        </p:nvSpPr>
        <p:spPr bwMode="auto">
          <a:xfrm>
            <a:off x="8025244" y="3390862"/>
            <a:ext cx="409575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8" name="Freeform 1279"/>
          <p:cNvSpPr>
            <a:spLocks noEditPoints="1"/>
          </p:cNvSpPr>
          <p:nvPr/>
        </p:nvSpPr>
        <p:spPr bwMode="auto">
          <a:xfrm>
            <a:off x="8309407" y="3341649"/>
            <a:ext cx="125413" cy="100013"/>
          </a:xfrm>
          <a:custGeom>
            <a:avLst/>
            <a:gdLst>
              <a:gd name="T0" fmla="*/ 79 w 79"/>
              <a:gd name="T1" fmla="*/ 31 h 63"/>
              <a:gd name="T2" fmla="*/ 0 w 79"/>
              <a:gd name="T3" fmla="*/ 63 h 63"/>
              <a:gd name="T4" fmla="*/ 79 w 79"/>
              <a:gd name="T5" fmla="*/ 31 h 63"/>
              <a:gd name="T6" fmla="*/ 0 w 79"/>
              <a:gd name="T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79" y="31"/>
                </a:moveTo>
                <a:lnTo>
                  <a:pt x="0" y="63"/>
                </a:lnTo>
                <a:moveTo>
                  <a:pt x="79" y="31"/>
                </a:moveTo>
                <a:lnTo>
                  <a:pt x="0" y="0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09" name="Line 1280"/>
          <p:cNvSpPr>
            <a:spLocks noChangeShapeType="1"/>
          </p:cNvSpPr>
          <p:nvPr/>
        </p:nvSpPr>
        <p:spPr bwMode="auto">
          <a:xfrm flipV="1">
            <a:off x="7364844" y="2865399"/>
            <a:ext cx="0" cy="233363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0" name="Freeform 1281"/>
          <p:cNvSpPr>
            <a:spLocks/>
          </p:cNvSpPr>
          <p:nvPr/>
        </p:nvSpPr>
        <p:spPr bwMode="auto">
          <a:xfrm>
            <a:off x="7315632" y="28653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1" name="Freeform 1282"/>
          <p:cNvSpPr>
            <a:spLocks/>
          </p:cNvSpPr>
          <p:nvPr/>
        </p:nvSpPr>
        <p:spPr bwMode="auto">
          <a:xfrm>
            <a:off x="7315632" y="28653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2" name="Line 1283"/>
          <p:cNvSpPr>
            <a:spLocks noChangeShapeType="1"/>
          </p:cNvSpPr>
          <p:nvPr/>
        </p:nvSpPr>
        <p:spPr bwMode="auto">
          <a:xfrm flipV="1">
            <a:off x="7364844" y="2065299"/>
            <a:ext cx="0" cy="21590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3" name="Freeform 1284"/>
          <p:cNvSpPr>
            <a:spLocks/>
          </p:cNvSpPr>
          <p:nvPr/>
        </p:nvSpPr>
        <p:spPr bwMode="auto">
          <a:xfrm>
            <a:off x="7315632" y="20652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214" name="Freeform 1285"/>
          <p:cNvSpPr>
            <a:spLocks/>
          </p:cNvSpPr>
          <p:nvPr/>
        </p:nvSpPr>
        <p:spPr bwMode="auto">
          <a:xfrm>
            <a:off x="7315632" y="2065299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grpSp>
        <p:nvGrpSpPr>
          <p:cNvPr id="261" name="그룹 260"/>
          <p:cNvGrpSpPr/>
          <p:nvPr/>
        </p:nvGrpSpPr>
        <p:grpSpPr>
          <a:xfrm>
            <a:off x="6340410" y="3758122"/>
            <a:ext cx="779174" cy="842963"/>
            <a:chOff x="6995103" y="3942255"/>
            <a:chExt cx="779174" cy="842963"/>
          </a:xfrm>
        </p:grpSpPr>
        <p:sp>
          <p:nvSpPr>
            <p:cNvPr id="197" name="Rectangle 1123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98" name="Rectangle 1124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99" name="Rectangle 1125"/>
            <p:cNvSpPr>
              <a:spLocks noChangeArrowheads="1"/>
            </p:cNvSpPr>
            <p:nvPr/>
          </p:nvSpPr>
          <p:spPr bwMode="auto">
            <a:xfrm>
              <a:off x="7004339" y="4183555"/>
              <a:ext cx="384175" cy="5762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0" name="Rectangle 1126"/>
            <p:cNvSpPr>
              <a:spLocks noChangeArrowheads="1"/>
            </p:cNvSpPr>
            <p:nvPr/>
          </p:nvSpPr>
          <p:spPr bwMode="auto">
            <a:xfrm>
              <a:off x="7388514" y="4183555"/>
              <a:ext cx="9525" cy="576263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1" name="Rectangle 1127"/>
            <p:cNvSpPr>
              <a:spLocks noChangeArrowheads="1"/>
            </p:cNvSpPr>
            <p:nvPr/>
          </p:nvSpPr>
          <p:spPr bwMode="auto">
            <a:xfrm>
              <a:off x="7398039" y="4183555"/>
              <a:ext cx="7938" cy="5762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2" name="Rectangle 1128"/>
            <p:cNvSpPr>
              <a:spLocks noChangeArrowheads="1"/>
            </p:cNvSpPr>
            <p:nvPr/>
          </p:nvSpPr>
          <p:spPr bwMode="auto">
            <a:xfrm>
              <a:off x="7405976" y="4183555"/>
              <a:ext cx="7938" cy="5762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3" name="Rectangle 1129"/>
            <p:cNvSpPr>
              <a:spLocks noChangeArrowheads="1"/>
            </p:cNvSpPr>
            <p:nvPr/>
          </p:nvSpPr>
          <p:spPr bwMode="auto">
            <a:xfrm>
              <a:off x="7413914" y="4183555"/>
              <a:ext cx="7938" cy="5762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04" name="Rectangle 1130"/>
            <p:cNvSpPr>
              <a:spLocks noChangeArrowheads="1"/>
            </p:cNvSpPr>
            <p:nvPr/>
          </p:nvSpPr>
          <p:spPr bwMode="auto">
            <a:xfrm>
              <a:off x="7421851" y="4183555"/>
              <a:ext cx="9525" cy="5762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6" name="Rectangle 1132"/>
            <p:cNvSpPr>
              <a:spLocks noChangeArrowheads="1"/>
            </p:cNvSpPr>
            <p:nvPr/>
          </p:nvSpPr>
          <p:spPr bwMode="auto">
            <a:xfrm>
              <a:off x="7422140" y="4183555"/>
              <a:ext cx="7938" cy="576263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7" name="Rectangle 1133"/>
            <p:cNvSpPr>
              <a:spLocks noChangeArrowheads="1"/>
            </p:cNvSpPr>
            <p:nvPr/>
          </p:nvSpPr>
          <p:spPr bwMode="auto">
            <a:xfrm>
              <a:off x="7430078" y="4183555"/>
              <a:ext cx="7938" cy="576263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8" name="Rectangle 1134"/>
            <p:cNvSpPr>
              <a:spLocks noChangeArrowheads="1"/>
            </p:cNvSpPr>
            <p:nvPr/>
          </p:nvSpPr>
          <p:spPr bwMode="auto">
            <a:xfrm>
              <a:off x="7438015" y="4183555"/>
              <a:ext cx="9525" cy="576263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19" name="Rectangle 1135"/>
            <p:cNvSpPr>
              <a:spLocks noChangeArrowheads="1"/>
            </p:cNvSpPr>
            <p:nvPr/>
          </p:nvSpPr>
          <p:spPr bwMode="auto">
            <a:xfrm>
              <a:off x="7447540" y="4183555"/>
              <a:ext cx="7938" cy="576263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0" name="Rectangle 1136"/>
            <p:cNvSpPr>
              <a:spLocks noChangeArrowheads="1"/>
            </p:cNvSpPr>
            <p:nvPr/>
          </p:nvSpPr>
          <p:spPr bwMode="auto">
            <a:xfrm>
              <a:off x="7455478" y="4183555"/>
              <a:ext cx="7938" cy="576263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1" name="Rectangle 1137"/>
            <p:cNvSpPr>
              <a:spLocks noChangeArrowheads="1"/>
            </p:cNvSpPr>
            <p:nvPr/>
          </p:nvSpPr>
          <p:spPr bwMode="auto">
            <a:xfrm>
              <a:off x="7463415" y="4183555"/>
              <a:ext cx="7938" cy="576263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2" name="Rectangle 1138"/>
            <p:cNvSpPr>
              <a:spLocks noChangeArrowheads="1"/>
            </p:cNvSpPr>
            <p:nvPr/>
          </p:nvSpPr>
          <p:spPr bwMode="auto">
            <a:xfrm>
              <a:off x="7471353" y="4183555"/>
              <a:ext cx="9525" cy="576263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3" name="Rectangle 1139"/>
            <p:cNvSpPr>
              <a:spLocks noChangeArrowheads="1"/>
            </p:cNvSpPr>
            <p:nvPr/>
          </p:nvSpPr>
          <p:spPr bwMode="auto">
            <a:xfrm>
              <a:off x="7480878" y="4183555"/>
              <a:ext cx="7938" cy="576263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4" name="Rectangle 1140"/>
            <p:cNvSpPr>
              <a:spLocks noChangeArrowheads="1"/>
            </p:cNvSpPr>
            <p:nvPr/>
          </p:nvSpPr>
          <p:spPr bwMode="auto">
            <a:xfrm>
              <a:off x="7488815" y="4183555"/>
              <a:ext cx="7938" cy="576263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5" name="Rectangle 1141"/>
            <p:cNvSpPr>
              <a:spLocks noChangeArrowheads="1"/>
            </p:cNvSpPr>
            <p:nvPr/>
          </p:nvSpPr>
          <p:spPr bwMode="auto">
            <a:xfrm>
              <a:off x="7496753" y="4183555"/>
              <a:ext cx="7938" cy="576263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6" name="Rectangle 1142"/>
            <p:cNvSpPr>
              <a:spLocks noChangeArrowheads="1"/>
            </p:cNvSpPr>
            <p:nvPr/>
          </p:nvSpPr>
          <p:spPr bwMode="auto">
            <a:xfrm>
              <a:off x="7504690" y="4183555"/>
              <a:ext cx="9525" cy="576263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7" name="Rectangle 1143"/>
            <p:cNvSpPr>
              <a:spLocks noChangeArrowheads="1"/>
            </p:cNvSpPr>
            <p:nvPr/>
          </p:nvSpPr>
          <p:spPr bwMode="auto">
            <a:xfrm>
              <a:off x="7514215" y="4183555"/>
              <a:ext cx="7938" cy="576263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8" name="Rectangle 1144"/>
            <p:cNvSpPr>
              <a:spLocks noChangeArrowheads="1"/>
            </p:cNvSpPr>
            <p:nvPr/>
          </p:nvSpPr>
          <p:spPr bwMode="auto">
            <a:xfrm>
              <a:off x="7522153" y="4183555"/>
              <a:ext cx="7938" cy="576263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29" name="Rectangle 1145"/>
            <p:cNvSpPr>
              <a:spLocks noChangeArrowheads="1"/>
            </p:cNvSpPr>
            <p:nvPr/>
          </p:nvSpPr>
          <p:spPr bwMode="auto">
            <a:xfrm>
              <a:off x="7530090" y="4183555"/>
              <a:ext cx="7938" cy="576263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0" name="Rectangle 1146"/>
            <p:cNvSpPr>
              <a:spLocks noChangeArrowheads="1"/>
            </p:cNvSpPr>
            <p:nvPr/>
          </p:nvSpPr>
          <p:spPr bwMode="auto">
            <a:xfrm>
              <a:off x="7538028" y="4183555"/>
              <a:ext cx="9525" cy="576263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1" name="Rectangle 1147"/>
            <p:cNvSpPr>
              <a:spLocks noChangeArrowheads="1"/>
            </p:cNvSpPr>
            <p:nvPr/>
          </p:nvSpPr>
          <p:spPr bwMode="auto">
            <a:xfrm>
              <a:off x="7547553" y="4183555"/>
              <a:ext cx="7938" cy="576263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2" name="Rectangle 1148"/>
            <p:cNvSpPr>
              <a:spLocks noChangeArrowheads="1"/>
            </p:cNvSpPr>
            <p:nvPr/>
          </p:nvSpPr>
          <p:spPr bwMode="auto">
            <a:xfrm>
              <a:off x="7555490" y="4183555"/>
              <a:ext cx="7938" cy="576263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3" name="Rectangle 1149"/>
            <p:cNvSpPr>
              <a:spLocks noChangeArrowheads="1"/>
            </p:cNvSpPr>
            <p:nvPr/>
          </p:nvSpPr>
          <p:spPr bwMode="auto">
            <a:xfrm>
              <a:off x="7563428" y="4183555"/>
              <a:ext cx="7938" cy="576263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4" name="Rectangle 1150"/>
            <p:cNvSpPr>
              <a:spLocks noChangeArrowheads="1"/>
            </p:cNvSpPr>
            <p:nvPr/>
          </p:nvSpPr>
          <p:spPr bwMode="auto">
            <a:xfrm>
              <a:off x="7571365" y="4183555"/>
              <a:ext cx="9525" cy="576263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5" name="Rectangle 1151"/>
            <p:cNvSpPr>
              <a:spLocks noChangeArrowheads="1"/>
            </p:cNvSpPr>
            <p:nvPr/>
          </p:nvSpPr>
          <p:spPr bwMode="auto">
            <a:xfrm>
              <a:off x="7580890" y="4183555"/>
              <a:ext cx="7938" cy="576263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6" name="Rectangle 1152"/>
            <p:cNvSpPr>
              <a:spLocks noChangeArrowheads="1"/>
            </p:cNvSpPr>
            <p:nvPr/>
          </p:nvSpPr>
          <p:spPr bwMode="auto">
            <a:xfrm>
              <a:off x="7588828" y="4183555"/>
              <a:ext cx="7938" cy="576263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7" name="Rectangle 1153"/>
            <p:cNvSpPr>
              <a:spLocks noChangeArrowheads="1"/>
            </p:cNvSpPr>
            <p:nvPr/>
          </p:nvSpPr>
          <p:spPr bwMode="auto">
            <a:xfrm>
              <a:off x="7596765" y="4183555"/>
              <a:ext cx="9525" cy="576263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8" name="Rectangle 1154"/>
            <p:cNvSpPr>
              <a:spLocks noChangeArrowheads="1"/>
            </p:cNvSpPr>
            <p:nvPr/>
          </p:nvSpPr>
          <p:spPr bwMode="auto">
            <a:xfrm>
              <a:off x="7606290" y="4183555"/>
              <a:ext cx="7938" cy="576263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39" name="Rectangle 1155"/>
            <p:cNvSpPr>
              <a:spLocks noChangeArrowheads="1"/>
            </p:cNvSpPr>
            <p:nvPr/>
          </p:nvSpPr>
          <p:spPr bwMode="auto">
            <a:xfrm>
              <a:off x="7614228" y="4183555"/>
              <a:ext cx="15875" cy="576263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0" name="Rectangle 1156"/>
            <p:cNvSpPr>
              <a:spLocks noChangeArrowheads="1"/>
            </p:cNvSpPr>
            <p:nvPr/>
          </p:nvSpPr>
          <p:spPr bwMode="auto">
            <a:xfrm>
              <a:off x="7630103" y="4183555"/>
              <a:ext cx="9525" cy="576263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1" name="Rectangle 1157"/>
            <p:cNvSpPr>
              <a:spLocks noChangeArrowheads="1"/>
            </p:cNvSpPr>
            <p:nvPr/>
          </p:nvSpPr>
          <p:spPr bwMode="auto">
            <a:xfrm>
              <a:off x="7639628" y="4183555"/>
              <a:ext cx="7938" cy="576263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2" name="Rectangle 1158"/>
            <p:cNvSpPr>
              <a:spLocks noChangeArrowheads="1"/>
            </p:cNvSpPr>
            <p:nvPr/>
          </p:nvSpPr>
          <p:spPr bwMode="auto">
            <a:xfrm>
              <a:off x="7647565" y="4183555"/>
              <a:ext cx="7938" cy="576263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3" name="Rectangle 1159"/>
            <p:cNvSpPr>
              <a:spLocks noChangeArrowheads="1"/>
            </p:cNvSpPr>
            <p:nvPr/>
          </p:nvSpPr>
          <p:spPr bwMode="auto">
            <a:xfrm>
              <a:off x="7655503" y="4183555"/>
              <a:ext cx="7938" cy="576263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4" name="Rectangle 1160"/>
            <p:cNvSpPr>
              <a:spLocks noChangeArrowheads="1"/>
            </p:cNvSpPr>
            <p:nvPr/>
          </p:nvSpPr>
          <p:spPr bwMode="auto">
            <a:xfrm>
              <a:off x="7663440" y="4183555"/>
              <a:ext cx="9525" cy="576263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5" name="Rectangle 1161"/>
            <p:cNvSpPr>
              <a:spLocks noChangeArrowheads="1"/>
            </p:cNvSpPr>
            <p:nvPr/>
          </p:nvSpPr>
          <p:spPr bwMode="auto">
            <a:xfrm>
              <a:off x="7672965" y="4183555"/>
              <a:ext cx="7938" cy="576263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6" name="Rectangle 1162"/>
            <p:cNvSpPr>
              <a:spLocks noChangeArrowheads="1"/>
            </p:cNvSpPr>
            <p:nvPr/>
          </p:nvSpPr>
          <p:spPr bwMode="auto">
            <a:xfrm>
              <a:off x="7680903" y="4183555"/>
              <a:ext cx="7938" cy="576263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7" name="Rectangle 1163"/>
            <p:cNvSpPr>
              <a:spLocks noChangeArrowheads="1"/>
            </p:cNvSpPr>
            <p:nvPr/>
          </p:nvSpPr>
          <p:spPr bwMode="auto">
            <a:xfrm>
              <a:off x="7688840" y="4183555"/>
              <a:ext cx="17463" cy="576263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8" name="Rectangle 1164"/>
            <p:cNvSpPr>
              <a:spLocks noChangeArrowheads="1"/>
            </p:cNvSpPr>
            <p:nvPr/>
          </p:nvSpPr>
          <p:spPr bwMode="auto">
            <a:xfrm>
              <a:off x="7706303" y="4183555"/>
              <a:ext cx="7938" cy="576263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49" name="Rectangle 1165"/>
            <p:cNvSpPr>
              <a:spLocks noChangeArrowheads="1"/>
            </p:cNvSpPr>
            <p:nvPr/>
          </p:nvSpPr>
          <p:spPr bwMode="auto">
            <a:xfrm>
              <a:off x="7714240" y="4183555"/>
              <a:ext cx="7938" cy="576263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0" name="Rectangle 1166"/>
            <p:cNvSpPr>
              <a:spLocks noChangeArrowheads="1"/>
            </p:cNvSpPr>
            <p:nvPr/>
          </p:nvSpPr>
          <p:spPr bwMode="auto">
            <a:xfrm>
              <a:off x="7722178" y="4183555"/>
              <a:ext cx="7938" cy="576263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1" name="Rectangle 1167"/>
            <p:cNvSpPr>
              <a:spLocks noChangeArrowheads="1"/>
            </p:cNvSpPr>
            <p:nvPr/>
          </p:nvSpPr>
          <p:spPr bwMode="auto">
            <a:xfrm>
              <a:off x="7730115" y="4183555"/>
              <a:ext cx="9525" cy="576263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2" name="Rectangle 1168"/>
            <p:cNvSpPr>
              <a:spLocks noChangeArrowheads="1"/>
            </p:cNvSpPr>
            <p:nvPr/>
          </p:nvSpPr>
          <p:spPr bwMode="auto">
            <a:xfrm>
              <a:off x="6995103" y="41835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3" name="Rectangle 1169"/>
            <p:cNvSpPr>
              <a:spLocks noChangeArrowheads="1"/>
            </p:cNvSpPr>
            <p:nvPr/>
          </p:nvSpPr>
          <p:spPr bwMode="auto">
            <a:xfrm>
              <a:off x="7239578" y="4251817"/>
              <a:ext cx="217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PTZ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4" name="Line 1170"/>
            <p:cNvSpPr>
              <a:spLocks noChangeShapeType="1"/>
            </p:cNvSpPr>
            <p:nvPr/>
          </p:nvSpPr>
          <p:spPr bwMode="auto">
            <a:xfrm>
              <a:off x="6995103" y="4408980"/>
              <a:ext cx="74453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5" name="Line 1286"/>
            <p:cNvSpPr>
              <a:spLocks noChangeShapeType="1"/>
            </p:cNvSpPr>
            <p:nvPr/>
          </p:nvSpPr>
          <p:spPr bwMode="auto">
            <a:xfrm flipV="1">
              <a:off x="7371340" y="3942255"/>
              <a:ext cx="0" cy="24130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6" name="Freeform 1287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57" name="Freeform 1288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258" name="직사각형 257"/>
          <p:cNvSpPr/>
          <p:nvPr/>
        </p:nvSpPr>
        <p:spPr>
          <a:xfrm>
            <a:off x="4938590" y="3680652"/>
            <a:ext cx="13949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algn="ctr"/>
            <a:r>
              <a:rPr lang="en-US" altLang="ko-KR" sz="1400" b="1" i="1" dirty="0"/>
              <a:t>Implementation</a:t>
            </a:r>
          </a:p>
          <a:p>
            <a:pPr marL="0" lvl="2" algn="ctr"/>
            <a:r>
              <a:rPr lang="en-US" altLang="ko-KR" sz="1400" b="1" i="1" dirty="0"/>
              <a:t>Class</a:t>
            </a:r>
          </a:p>
        </p:txBody>
      </p:sp>
      <p:sp>
        <p:nvSpPr>
          <p:cNvPr id="259" name="직사각형 258"/>
          <p:cNvSpPr/>
          <p:nvPr/>
        </p:nvSpPr>
        <p:spPr>
          <a:xfrm>
            <a:off x="5058130" y="1470095"/>
            <a:ext cx="15885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ko-KR" sz="1400" b="1" i="1" dirty="0"/>
              <a:t>Standard Interface</a:t>
            </a:r>
          </a:p>
        </p:txBody>
      </p:sp>
      <p:grpSp>
        <p:nvGrpSpPr>
          <p:cNvPr id="262" name="그룹 261"/>
          <p:cNvGrpSpPr/>
          <p:nvPr/>
        </p:nvGrpSpPr>
        <p:grpSpPr>
          <a:xfrm>
            <a:off x="7719795" y="3744070"/>
            <a:ext cx="779174" cy="842963"/>
            <a:chOff x="6995103" y="3942255"/>
            <a:chExt cx="779174" cy="842963"/>
          </a:xfrm>
        </p:grpSpPr>
        <p:sp>
          <p:nvSpPr>
            <p:cNvPr id="263" name="Rectangle 1123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4" name="Rectangle 1124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5" name="Rectangle 1125"/>
            <p:cNvSpPr>
              <a:spLocks noChangeArrowheads="1"/>
            </p:cNvSpPr>
            <p:nvPr/>
          </p:nvSpPr>
          <p:spPr bwMode="auto">
            <a:xfrm>
              <a:off x="7004339" y="4183555"/>
              <a:ext cx="384175" cy="5762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6" name="Rectangle 1126"/>
            <p:cNvSpPr>
              <a:spLocks noChangeArrowheads="1"/>
            </p:cNvSpPr>
            <p:nvPr/>
          </p:nvSpPr>
          <p:spPr bwMode="auto">
            <a:xfrm>
              <a:off x="7388514" y="4183555"/>
              <a:ext cx="9525" cy="576263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7" name="Rectangle 1127"/>
            <p:cNvSpPr>
              <a:spLocks noChangeArrowheads="1"/>
            </p:cNvSpPr>
            <p:nvPr/>
          </p:nvSpPr>
          <p:spPr bwMode="auto">
            <a:xfrm>
              <a:off x="7398039" y="4183555"/>
              <a:ext cx="7938" cy="5762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8" name="Rectangle 1128"/>
            <p:cNvSpPr>
              <a:spLocks noChangeArrowheads="1"/>
            </p:cNvSpPr>
            <p:nvPr/>
          </p:nvSpPr>
          <p:spPr bwMode="auto">
            <a:xfrm>
              <a:off x="7405976" y="4183555"/>
              <a:ext cx="7938" cy="5762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69" name="Rectangle 1129"/>
            <p:cNvSpPr>
              <a:spLocks noChangeArrowheads="1"/>
            </p:cNvSpPr>
            <p:nvPr/>
          </p:nvSpPr>
          <p:spPr bwMode="auto">
            <a:xfrm>
              <a:off x="7413914" y="4183555"/>
              <a:ext cx="7938" cy="5762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0" name="Rectangle 1130"/>
            <p:cNvSpPr>
              <a:spLocks noChangeArrowheads="1"/>
            </p:cNvSpPr>
            <p:nvPr/>
          </p:nvSpPr>
          <p:spPr bwMode="auto">
            <a:xfrm>
              <a:off x="7421851" y="4183555"/>
              <a:ext cx="9525" cy="5762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1" name="Rectangle 1132"/>
            <p:cNvSpPr>
              <a:spLocks noChangeArrowheads="1"/>
            </p:cNvSpPr>
            <p:nvPr/>
          </p:nvSpPr>
          <p:spPr bwMode="auto">
            <a:xfrm>
              <a:off x="7422140" y="4183555"/>
              <a:ext cx="7938" cy="576263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2" name="Rectangle 1133"/>
            <p:cNvSpPr>
              <a:spLocks noChangeArrowheads="1"/>
            </p:cNvSpPr>
            <p:nvPr/>
          </p:nvSpPr>
          <p:spPr bwMode="auto">
            <a:xfrm>
              <a:off x="7430078" y="4183555"/>
              <a:ext cx="7938" cy="576263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3" name="Rectangle 1134"/>
            <p:cNvSpPr>
              <a:spLocks noChangeArrowheads="1"/>
            </p:cNvSpPr>
            <p:nvPr/>
          </p:nvSpPr>
          <p:spPr bwMode="auto">
            <a:xfrm>
              <a:off x="7438015" y="4183555"/>
              <a:ext cx="9525" cy="576263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4" name="Rectangle 1135"/>
            <p:cNvSpPr>
              <a:spLocks noChangeArrowheads="1"/>
            </p:cNvSpPr>
            <p:nvPr/>
          </p:nvSpPr>
          <p:spPr bwMode="auto">
            <a:xfrm>
              <a:off x="7447540" y="4183555"/>
              <a:ext cx="7938" cy="576263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5" name="Rectangle 1136"/>
            <p:cNvSpPr>
              <a:spLocks noChangeArrowheads="1"/>
            </p:cNvSpPr>
            <p:nvPr/>
          </p:nvSpPr>
          <p:spPr bwMode="auto">
            <a:xfrm>
              <a:off x="7455478" y="4183555"/>
              <a:ext cx="7938" cy="576263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6" name="Rectangle 1137"/>
            <p:cNvSpPr>
              <a:spLocks noChangeArrowheads="1"/>
            </p:cNvSpPr>
            <p:nvPr/>
          </p:nvSpPr>
          <p:spPr bwMode="auto">
            <a:xfrm>
              <a:off x="7463415" y="4183555"/>
              <a:ext cx="7938" cy="576263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7" name="Rectangle 1138"/>
            <p:cNvSpPr>
              <a:spLocks noChangeArrowheads="1"/>
            </p:cNvSpPr>
            <p:nvPr/>
          </p:nvSpPr>
          <p:spPr bwMode="auto">
            <a:xfrm>
              <a:off x="7471353" y="4183555"/>
              <a:ext cx="9525" cy="576263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8" name="Rectangle 1139"/>
            <p:cNvSpPr>
              <a:spLocks noChangeArrowheads="1"/>
            </p:cNvSpPr>
            <p:nvPr/>
          </p:nvSpPr>
          <p:spPr bwMode="auto">
            <a:xfrm>
              <a:off x="7480878" y="4183555"/>
              <a:ext cx="7938" cy="576263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79" name="Rectangle 1140"/>
            <p:cNvSpPr>
              <a:spLocks noChangeArrowheads="1"/>
            </p:cNvSpPr>
            <p:nvPr/>
          </p:nvSpPr>
          <p:spPr bwMode="auto">
            <a:xfrm>
              <a:off x="7488815" y="4183555"/>
              <a:ext cx="7938" cy="576263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0" name="Rectangle 1141"/>
            <p:cNvSpPr>
              <a:spLocks noChangeArrowheads="1"/>
            </p:cNvSpPr>
            <p:nvPr/>
          </p:nvSpPr>
          <p:spPr bwMode="auto">
            <a:xfrm>
              <a:off x="7496753" y="4183555"/>
              <a:ext cx="7938" cy="576263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1" name="Rectangle 1142"/>
            <p:cNvSpPr>
              <a:spLocks noChangeArrowheads="1"/>
            </p:cNvSpPr>
            <p:nvPr/>
          </p:nvSpPr>
          <p:spPr bwMode="auto">
            <a:xfrm>
              <a:off x="7504690" y="4183555"/>
              <a:ext cx="9525" cy="576263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2" name="Rectangle 1143"/>
            <p:cNvSpPr>
              <a:spLocks noChangeArrowheads="1"/>
            </p:cNvSpPr>
            <p:nvPr/>
          </p:nvSpPr>
          <p:spPr bwMode="auto">
            <a:xfrm>
              <a:off x="7514215" y="4183555"/>
              <a:ext cx="7938" cy="576263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3" name="Rectangle 1144"/>
            <p:cNvSpPr>
              <a:spLocks noChangeArrowheads="1"/>
            </p:cNvSpPr>
            <p:nvPr/>
          </p:nvSpPr>
          <p:spPr bwMode="auto">
            <a:xfrm>
              <a:off x="7522153" y="4183555"/>
              <a:ext cx="7938" cy="576263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4" name="Rectangle 1145"/>
            <p:cNvSpPr>
              <a:spLocks noChangeArrowheads="1"/>
            </p:cNvSpPr>
            <p:nvPr/>
          </p:nvSpPr>
          <p:spPr bwMode="auto">
            <a:xfrm>
              <a:off x="7530090" y="4183555"/>
              <a:ext cx="7938" cy="576263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5" name="Rectangle 1146"/>
            <p:cNvSpPr>
              <a:spLocks noChangeArrowheads="1"/>
            </p:cNvSpPr>
            <p:nvPr/>
          </p:nvSpPr>
          <p:spPr bwMode="auto">
            <a:xfrm>
              <a:off x="7538028" y="4183555"/>
              <a:ext cx="9525" cy="576263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6" name="Rectangle 1147"/>
            <p:cNvSpPr>
              <a:spLocks noChangeArrowheads="1"/>
            </p:cNvSpPr>
            <p:nvPr/>
          </p:nvSpPr>
          <p:spPr bwMode="auto">
            <a:xfrm>
              <a:off x="7547553" y="4183555"/>
              <a:ext cx="7938" cy="576263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7" name="Rectangle 1148"/>
            <p:cNvSpPr>
              <a:spLocks noChangeArrowheads="1"/>
            </p:cNvSpPr>
            <p:nvPr/>
          </p:nvSpPr>
          <p:spPr bwMode="auto">
            <a:xfrm>
              <a:off x="7555490" y="4183555"/>
              <a:ext cx="7938" cy="576263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8" name="Rectangle 1149"/>
            <p:cNvSpPr>
              <a:spLocks noChangeArrowheads="1"/>
            </p:cNvSpPr>
            <p:nvPr/>
          </p:nvSpPr>
          <p:spPr bwMode="auto">
            <a:xfrm>
              <a:off x="7563428" y="4183555"/>
              <a:ext cx="7938" cy="576263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89" name="Rectangle 1150"/>
            <p:cNvSpPr>
              <a:spLocks noChangeArrowheads="1"/>
            </p:cNvSpPr>
            <p:nvPr/>
          </p:nvSpPr>
          <p:spPr bwMode="auto">
            <a:xfrm>
              <a:off x="7571365" y="4183555"/>
              <a:ext cx="9525" cy="576263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0" name="Rectangle 1151"/>
            <p:cNvSpPr>
              <a:spLocks noChangeArrowheads="1"/>
            </p:cNvSpPr>
            <p:nvPr/>
          </p:nvSpPr>
          <p:spPr bwMode="auto">
            <a:xfrm>
              <a:off x="7580890" y="4183555"/>
              <a:ext cx="7938" cy="576263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1" name="Rectangle 1152"/>
            <p:cNvSpPr>
              <a:spLocks noChangeArrowheads="1"/>
            </p:cNvSpPr>
            <p:nvPr/>
          </p:nvSpPr>
          <p:spPr bwMode="auto">
            <a:xfrm>
              <a:off x="7588828" y="4183555"/>
              <a:ext cx="7938" cy="576263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2" name="Rectangle 1153"/>
            <p:cNvSpPr>
              <a:spLocks noChangeArrowheads="1"/>
            </p:cNvSpPr>
            <p:nvPr/>
          </p:nvSpPr>
          <p:spPr bwMode="auto">
            <a:xfrm>
              <a:off x="7596765" y="4183555"/>
              <a:ext cx="9525" cy="576263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3" name="Rectangle 1154"/>
            <p:cNvSpPr>
              <a:spLocks noChangeArrowheads="1"/>
            </p:cNvSpPr>
            <p:nvPr/>
          </p:nvSpPr>
          <p:spPr bwMode="auto">
            <a:xfrm>
              <a:off x="7606290" y="4183555"/>
              <a:ext cx="7938" cy="576263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4" name="Rectangle 1155"/>
            <p:cNvSpPr>
              <a:spLocks noChangeArrowheads="1"/>
            </p:cNvSpPr>
            <p:nvPr/>
          </p:nvSpPr>
          <p:spPr bwMode="auto">
            <a:xfrm>
              <a:off x="7614228" y="4183555"/>
              <a:ext cx="15875" cy="576263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5" name="Rectangle 1156"/>
            <p:cNvSpPr>
              <a:spLocks noChangeArrowheads="1"/>
            </p:cNvSpPr>
            <p:nvPr/>
          </p:nvSpPr>
          <p:spPr bwMode="auto">
            <a:xfrm>
              <a:off x="7630103" y="4183555"/>
              <a:ext cx="9525" cy="576263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6" name="Rectangle 1157"/>
            <p:cNvSpPr>
              <a:spLocks noChangeArrowheads="1"/>
            </p:cNvSpPr>
            <p:nvPr/>
          </p:nvSpPr>
          <p:spPr bwMode="auto">
            <a:xfrm>
              <a:off x="7639628" y="4183555"/>
              <a:ext cx="7938" cy="576263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7" name="Rectangle 1158"/>
            <p:cNvSpPr>
              <a:spLocks noChangeArrowheads="1"/>
            </p:cNvSpPr>
            <p:nvPr/>
          </p:nvSpPr>
          <p:spPr bwMode="auto">
            <a:xfrm>
              <a:off x="7647565" y="4183555"/>
              <a:ext cx="7938" cy="576263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8" name="Rectangle 1159"/>
            <p:cNvSpPr>
              <a:spLocks noChangeArrowheads="1"/>
            </p:cNvSpPr>
            <p:nvPr/>
          </p:nvSpPr>
          <p:spPr bwMode="auto">
            <a:xfrm>
              <a:off x="7655503" y="4183555"/>
              <a:ext cx="7938" cy="576263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299" name="Rectangle 1160"/>
            <p:cNvSpPr>
              <a:spLocks noChangeArrowheads="1"/>
            </p:cNvSpPr>
            <p:nvPr/>
          </p:nvSpPr>
          <p:spPr bwMode="auto">
            <a:xfrm>
              <a:off x="7663440" y="4183555"/>
              <a:ext cx="9525" cy="576263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0" name="Rectangle 1161"/>
            <p:cNvSpPr>
              <a:spLocks noChangeArrowheads="1"/>
            </p:cNvSpPr>
            <p:nvPr/>
          </p:nvSpPr>
          <p:spPr bwMode="auto">
            <a:xfrm>
              <a:off x="7672965" y="4183555"/>
              <a:ext cx="7938" cy="576263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1" name="Rectangle 1162"/>
            <p:cNvSpPr>
              <a:spLocks noChangeArrowheads="1"/>
            </p:cNvSpPr>
            <p:nvPr/>
          </p:nvSpPr>
          <p:spPr bwMode="auto">
            <a:xfrm>
              <a:off x="7680903" y="4183555"/>
              <a:ext cx="7938" cy="576263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2" name="Rectangle 1163"/>
            <p:cNvSpPr>
              <a:spLocks noChangeArrowheads="1"/>
            </p:cNvSpPr>
            <p:nvPr/>
          </p:nvSpPr>
          <p:spPr bwMode="auto">
            <a:xfrm>
              <a:off x="7688840" y="4183555"/>
              <a:ext cx="17463" cy="576263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3" name="Rectangle 1164"/>
            <p:cNvSpPr>
              <a:spLocks noChangeArrowheads="1"/>
            </p:cNvSpPr>
            <p:nvPr/>
          </p:nvSpPr>
          <p:spPr bwMode="auto">
            <a:xfrm>
              <a:off x="7706303" y="4183555"/>
              <a:ext cx="7938" cy="576263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4" name="Rectangle 1165"/>
            <p:cNvSpPr>
              <a:spLocks noChangeArrowheads="1"/>
            </p:cNvSpPr>
            <p:nvPr/>
          </p:nvSpPr>
          <p:spPr bwMode="auto">
            <a:xfrm>
              <a:off x="7714240" y="4183555"/>
              <a:ext cx="7938" cy="576263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5" name="Rectangle 1166"/>
            <p:cNvSpPr>
              <a:spLocks noChangeArrowheads="1"/>
            </p:cNvSpPr>
            <p:nvPr/>
          </p:nvSpPr>
          <p:spPr bwMode="auto">
            <a:xfrm>
              <a:off x="7722178" y="4183555"/>
              <a:ext cx="7938" cy="576263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6" name="Rectangle 1167"/>
            <p:cNvSpPr>
              <a:spLocks noChangeArrowheads="1"/>
            </p:cNvSpPr>
            <p:nvPr/>
          </p:nvSpPr>
          <p:spPr bwMode="auto">
            <a:xfrm>
              <a:off x="7730115" y="4183555"/>
              <a:ext cx="9525" cy="576263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7" name="Rectangle 1168"/>
            <p:cNvSpPr>
              <a:spLocks noChangeArrowheads="1"/>
            </p:cNvSpPr>
            <p:nvPr/>
          </p:nvSpPr>
          <p:spPr bwMode="auto">
            <a:xfrm>
              <a:off x="6995103" y="41835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08" name="Rectangle 1169"/>
            <p:cNvSpPr>
              <a:spLocks noChangeArrowheads="1"/>
            </p:cNvSpPr>
            <p:nvPr/>
          </p:nvSpPr>
          <p:spPr bwMode="auto">
            <a:xfrm>
              <a:off x="7127634" y="4223788"/>
              <a:ext cx="47448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900" b="1" dirty="0">
                  <a:solidFill>
                    <a:srgbClr val="000000"/>
                  </a:solidFill>
                </a:rPr>
                <a:t>Video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Manager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9" name="Line 1170"/>
            <p:cNvSpPr>
              <a:spLocks noChangeShapeType="1"/>
            </p:cNvSpPr>
            <p:nvPr/>
          </p:nvSpPr>
          <p:spPr bwMode="auto">
            <a:xfrm>
              <a:off x="6995103" y="4519812"/>
              <a:ext cx="74453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0" name="Line 1286"/>
            <p:cNvSpPr>
              <a:spLocks noChangeShapeType="1"/>
            </p:cNvSpPr>
            <p:nvPr/>
          </p:nvSpPr>
          <p:spPr bwMode="auto">
            <a:xfrm flipV="1">
              <a:off x="7371340" y="3942255"/>
              <a:ext cx="0" cy="24130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1" name="Freeform 1287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2" name="Freeform 1288"/>
            <p:cNvSpPr>
              <a:spLocks/>
            </p:cNvSpPr>
            <p:nvPr/>
          </p:nvSpPr>
          <p:spPr bwMode="auto">
            <a:xfrm>
              <a:off x="7322128" y="3942255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7062178" y="4614233"/>
            <a:ext cx="779174" cy="601663"/>
            <a:chOff x="6895233" y="4706360"/>
            <a:chExt cx="779174" cy="601663"/>
          </a:xfrm>
        </p:grpSpPr>
        <p:sp>
          <p:nvSpPr>
            <p:cNvPr id="314" name="Rectangle 1123"/>
            <p:cNvSpPr>
              <a:spLocks noChangeArrowheads="1"/>
            </p:cNvSpPr>
            <p:nvPr/>
          </p:nvSpPr>
          <p:spPr bwMode="auto">
            <a:xfrm>
              <a:off x="6929869" y="4731760"/>
              <a:ext cx="744538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5" name="Rectangle 1124"/>
            <p:cNvSpPr>
              <a:spLocks noChangeArrowheads="1"/>
            </p:cNvSpPr>
            <p:nvPr/>
          </p:nvSpPr>
          <p:spPr bwMode="auto">
            <a:xfrm>
              <a:off x="6929869" y="4731760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6" name="Rectangle 1125"/>
            <p:cNvSpPr>
              <a:spLocks noChangeArrowheads="1"/>
            </p:cNvSpPr>
            <p:nvPr/>
          </p:nvSpPr>
          <p:spPr bwMode="auto">
            <a:xfrm>
              <a:off x="6904469" y="4706360"/>
              <a:ext cx="384175" cy="5762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7" name="Rectangle 1126"/>
            <p:cNvSpPr>
              <a:spLocks noChangeArrowheads="1"/>
            </p:cNvSpPr>
            <p:nvPr/>
          </p:nvSpPr>
          <p:spPr bwMode="auto">
            <a:xfrm>
              <a:off x="7288644" y="4706360"/>
              <a:ext cx="9525" cy="576263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8" name="Rectangle 1127"/>
            <p:cNvSpPr>
              <a:spLocks noChangeArrowheads="1"/>
            </p:cNvSpPr>
            <p:nvPr/>
          </p:nvSpPr>
          <p:spPr bwMode="auto">
            <a:xfrm>
              <a:off x="7298169" y="4706360"/>
              <a:ext cx="7938" cy="5762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19" name="Rectangle 1128"/>
            <p:cNvSpPr>
              <a:spLocks noChangeArrowheads="1"/>
            </p:cNvSpPr>
            <p:nvPr/>
          </p:nvSpPr>
          <p:spPr bwMode="auto">
            <a:xfrm>
              <a:off x="7306106" y="4706360"/>
              <a:ext cx="7938" cy="5762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0" name="Rectangle 1129"/>
            <p:cNvSpPr>
              <a:spLocks noChangeArrowheads="1"/>
            </p:cNvSpPr>
            <p:nvPr/>
          </p:nvSpPr>
          <p:spPr bwMode="auto">
            <a:xfrm>
              <a:off x="7314044" y="4706360"/>
              <a:ext cx="7938" cy="5762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1" name="Rectangle 1130"/>
            <p:cNvSpPr>
              <a:spLocks noChangeArrowheads="1"/>
            </p:cNvSpPr>
            <p:nvPr/>
          </p:nvSpPr>
          <p:spPr bwMode="auto">
            <a:xfrm>
              <a:off x="7321981" y="4706360"/>
              <a:ext cx="9525" cy="5762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2" name="Rectangle 1132"/>
            <p:cNvSpPr>
              <a:spLocks noChangeArrowheads="1"/>
            </p:cNvSpPr>
            <p:nvPr/>
          </p:nvSpPr>
          <p:spPr bwMode="auto">
            <a:xfrm>
              <a:off x="7322270" y="4706360"/>
              <a:ext cx="7938" cy="576263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3" name="Rectangle 1133"/>
            <p:cNvSpPr>
              <a:spLocks noChangeArrowheads="1"/>
            </p:cNvSpPr>
            <p:nvPr/>
          </p:nvSpPr>
          <p:spPr bwMode="auto">
            <a:xfrm>
              <a:off x="7330208" y="4706360"/>
              <a:ext cx="7938" cy="576263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4" name="Rectangle 1134"/>
            <p:cNvSpPr>
              <a:spLocks noChangeArrowheads="1"/>
            </p:cNvSpPr>
            <p:nvPr/>
          </p:nvSpPr>
          <p:spPr bwMode="auto">
            <a:xfrm>
              <a:off x="7338145" y="4706360"/>
              <a:ext cx="9525" cy="576263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5" name="Rectangle 1135"/>
            <p:cNvSpPr>
              <a:spLocks noChangeArrowheads="1"/>
            </p:cNvSpPr>
            <p:nvPr/>
          </p:nvSpPr>
          <p:spPr bwMode="auto">
            <a:xfrm>
              <a:off x="7347670" y="4706360"/>
              <a:ext cx="7938" cy="576263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6" name="Rectangle 1136"/>
            <p:cNvSpPr>
              <a:spLocks noChangeArrowheads="1"/>
            </p:cNvSpPr>
            <p:nvPr/>
          </p:nvSpPr>
          <p:spPr bwMode="auto">
            <a:xfrm>
              <a:off x="7355608" y="4706360"/>
              <a:ext cx="7938" cy="576263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7" name="Rectangle 1137"/>
            <p:cNvSpPr>
              <a:spLocks noChangeArrowheads="1"/>
            </p:cNvSpPr>
            <p:nvPr/>
          </p:nvSpPr>
          <p:spPr bwMode="auto">
            <a:xfrm>
              <a:off x="7363545" y="4706360"/>
              <a:ext cx="7938" cy="576263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8" name="Rectangle 1138"/>
            <p:cNvSpPr>
              <a:spLocks noChangeArrowheads="1"/>
            </p:cNvSpPr>
            <p:nvPr/>
          </p:nvSpPr>
          <p:spPr bwMode="auto">
            <a:xfrm>
              <a:off x="7371483" y="4706360"/>
              <a:ext cx="9525" cy="576263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29" name="Rectangle 1139"/>
            <p:cNvSpPr>
              <a:spLocks noChangeArrowheads="1"/>
            </p:cNvSpPr>
            <p:nvPr/>
          </p:nvSpPr>
          <p:spPr bwMode="auto">
            <a:xfrm>
              <a:off x="7381008" y="4706360"/>
              <a:ext cx="7938" cy="576263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0" name="Rectangle 1140"/>
            <p:cNvSpPr>
              <a:spLocks noChangeArrowheads="1"/>
            </p:cNvSpPr>
            <p:nvPr/>
          </p:nvSpPr>
          <p:spPr bwMode="auto">
            <a:xfrm>
              <a:off x="7388945" y="4706360"/>
              <a:ext cx="7938" cy="576263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1" name="Rectangle 1141"/>
            <p:cNvSpPr>
              <a:spLocks noChangeArrowheads="1"/>
            </p:cNvSpPr>
            <p:nvPr/>
          </p:nvSpPr>
          <p:spPr bwMode="auto">
            <a:xfrm>
              <a:off x="7396883" y="4706360"/>
              <a:ext cx="7938" cy="576263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2" name="Rectangle 1142"/>
            <p:cNvSpPr>
              <a:spLocks noChangeArrowheads="1"/>
            </p:cNvSpPr>
            <p:nvPr/>
          </p:nvSpPr>
          <p:spPr bwMode="auto">
            <a:xfrm>
              <a:off x="7404820" y="4706360"/>
              <a:ext cx="9525" cy="576263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3" name="Rectangle 1143"/>
            <p:cNvSpPr>
              <a:spLocks noChangeArrowheads="1"/>
            </p:cNvSpPr>
            <p:nvPr/>
          </p:nvSpPr>
          <p:spPr bwMode="auto">
            <a:xfrm>
              <a:off x="7414345" y="4706360"/>
              <a:ext cx="7938" cy="576263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4" name="Rectangle 1144"/>
            <p:cNvSpPr>
              <a:spLocks noChangeArrowheads="1"/>
            </p:cNvSpPr>
            <p:nvPr/>
          </p:nvSpPr>
          <p:spPr bwMode="auto">
            <a:xfrm>
              <a:off x="7422283" y="4706360"/>
              <a:ext cx="7938" cy="576263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5" name="Rectangle 1145"/>
            <p:cNvSpPr>
              <a:spLocks noChangeArrowheads="1"/>
            </p:cNvSpPr>
            <p:nvPr/>
          </p:nvSpPr>
          <p:spPr bwMode="auto">
            <a:xfrm>
              <a:off x="7430220" y="4706360"/>
              <a:ext cx="7938" cy="576263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6" name="Rectangle 1146"/>
            <p:cNvSpPr>
              <a:spLocks noChangeArrowheads="1"/>
            </p:cNvSpPr>
            <p:nvPr/>
          </p:nvSpPr>
          <p:spPr bwMode="auto">
            <a:xfrm>
              <a:off x="7438158" y="4706360"/>
              <a:ext cx="9525" cy="576263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7" name="Rectangle 1147"/>
            <p:cNvSpPr>
              <a:spLocks noChangeArrowheads="1"/>
            </p:cNvSpPr>
            <p:nvPr/>
          </p:nvSpPr>
          <p:spPr bwMode="auto">
            <a:xfrm>
              <a:off x="7447683" y="4706360"/>
              <a:ext cx="7938" cy="576263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8" name="Rectangle 1148"/>
            <p:cNvSpPr>
              <a:spLocks noChangeArrowheads="1"/>
            </p:cNvSpPr>
            <p:nvPr/>
          </p:nvSpPr>
          <p:spPr bwMode="auto">
            <a:xfrm>
              <a:off x="7455620" y="4706360"/>
              <a:ext cx="7938" cy="576263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39" name="Rectangle 1149"/>
            <p:cNvSpPr>
              <a:spLocks noChangeArrowheads="1"/>
            </p:cNvSpPr>
            <p:nvPr/>
          </p:nvSpPr>
          <p:spPr bwMode="auto">
            <a:xfrm>
              <a:off x="7463558" y="4706360"/>
              <a:ext cx="7938" cy="576263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0" name="Rectangle 1150"/>
            <p:cNvSpPr>
              <a:spLocks noChangeArrowheads="1"/>
            </p:cNvSpPr>
            <p:nvPr/>
          </p:nvSpPr>
          <p:spPr bwMode="auto">
            <a:xfrm>
              <a:off x="7471495" y="4706360"/>
              <a:ext cx="9525" cy="576263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1" name="Rectangle 1151"/>
            <p:cNvSpPr>
              <a:spLocks noChangeArrowheads="1"/>
            </p:cNvSpPr>
            <p:nvPr/>
          </p:nvSpPr>
          <p:spPr bwMode="auto">
            <a:xfrm>
              <a:off x="7481020" y="4706360"/>
              <a:ext cx="7938" cy="576263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2" name="Rectangle 1152"/>
            <p:cNvSpPr>
              <a:spLocks noChangeArrowheads="1"/>
            </p:cNvSpPr>
            <p:nvPr/>
          </p:nvSpPr>
          <p:spPr bwMode="auto">
            <a:xfrm>
              <a:off x="7488958" y="4706360"/>
              <a:ext cx="7938" cy="576263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3" name="Rectangle 1153"/>
            <p:cNvSpPr>
              <a:spLocks noChangeArrowheads="1"/>
            </p:cNvSpPr>
            <p:nvPr/>
          </p:nvSpPr>
          <p:spPr bwMode="auto">
            <a:xfrm>
              <a:off x="7496895" y="4706360"/>
              <a:ext cx="9525" cy="576263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4" name="Rectangle 1154"/>
            <p:cNvSpPr>
              <a:spLocks noChangeArrowheads="1"/>
            </p:cNvSpPr>
            <p:nvPr/>
          </p:nvSpPr>
          <p:spPr bwMode="auto">
            <a:xfrm>
              <a:off x="7506420" y="4706360"/>
              <a:ext cx="7938" cy="576263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5" name="Rectangle 1155"/>
            <p:cNvSpPr>
              <a:spLocks noChangeArrowheads="1"/>
            </p:cNvSpPr>
            <p:nvPr/>
          </p:nvSpPr>
          <p:spPr bwMode="auto">
            <a:xfrm>
              <a:off x="7514358" y="4706360"/>
              <a:ext cx="15875" cy="576263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6" name="Rectangle 1156"/>
            <p:cNvSpPr>
              <a:spLocks noChangeArrowheads="1"/>
            </p:cNvSpPr>
            <p:nvPr/>
          </p:nvSpPr>
          <p:spPr bwMode="auto">
            <a:xfrm>
              <a:off x="7530233" y="4706360"/>
              <a:ext cx="9525" cy="576263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7" name="Rectangle 1157"/>
            <p:cNvSpPr>
              <a:spLocks noChangeArrowheads="1"/>
            </p:cNvSpPr>
            <p:nvPr/>
          </p:nvSpPr>
          <p:spPr bwMode="auto">
            <a:xfrm>
              <a:off x="7539758" y="4706360"/>
              <a:ext cx="7938" cy="576263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8" name="Rectangle 1158"/>
            <p:cNvSpPr>
              <a:spLocks noChangeArrowheads="1"/>
            </p:cNvSpPr>
            <p:nvPr/>
          </p:nvSpPr>
          <p:spPr bwMode="auto">
            <a:xfrm>
              <a:off x="7547695" y="4706360"/>
              <a:ext cx="7938" cy="576263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49" name="Rectangle 1159"/>
            <p:cNvSpPr>
              <a:spLocks noChangeArrowheads="1"/>
            </p:cNvSpPr>
            <p:nvPr/>
          </p:nvSpPr>
          <p:spPr bwMode="auto">
            <a:xfrm>
              <a:off x="7555633" y="4706360"/>
              <a:ext cx="7938" cy="576263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0" name="Rectangle 1160"/>
            <p:cNvSpPr>
              <a:spLocks noChangeArrowheads="1"/>
            </p:cNvSpPr>
            <p:nvPr/>
          </p:nvSpPr>
          <p:spPr bwMode="auto">
            <a:xfrm>
              <a:off x="7563570" y="4706360"/>
              <a:ext cx="9525" cy="576263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1" name="Rectangle 1161"/>
            <p:cNvSpPr>
              <a:spLocks noChangeArrowheads="1"/>
            </p:cNvSpPr>
            <p:nvPr/>
          </p:nvSpPr>
          <p:spPr bwMode="auto">
            <a:xfrm>
              <a:off x="7573095" y="4706360"/>
              <a:ext cx="7938" cy="576263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2" name="Rectangle 1162"/>
            <p:cNvSpPr>
              <a:spLocks noChangeArrowheads="1"/>
            </p:cNvSpPr>
            <p:nvPr/>
          </p:nvSpPr>
          <p:spPr bwMode="auto">
            <a:xfrm>
              <a:off x="7581033" y="4706360"/>
              <a:ext cx="7938" cy="576263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3" name="Rectangle 1163"/>
            <p:cNvSpPr>
              <a:spLocks noChangeArrowheads="1"/>
            </p:cNvSpPr>
            <p:nvPr/>
          </p:nvSpPr>
          <p:spPr bwMode="auto">
            <a:xfrm>
              <a:off x="7588970" y="4706360"/>
              <a:ext cx="17463" cy="576263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4" name="Rectangle 1164"/>
            <p:cNvSpPr>
              <a:spLocks noChangeArrowheads="1"/>
            </p:cNvSpPr>
            <p:nvPr/>
          </p:nvSpPr>
          <p:spPr bwMode="auto">
            <a:xfrm>
              <a:off x="7606433" y="4706360"/>
              <a:ext cx="7938" cy="576263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5" name="Rectangle 1165"/>
            <p:cNvSpPr>
              <a:spLocks noChangeArrowheads="1"/>
            </p:cNvSpPr>
            <p:nvPr/>
          </p:nvSpPr>
          <p:spPr bwMode="auto">
            <a:xfrm>
              <a:off x="7614370" y="4706360"/>
              <a:ext cx="7938" cy="576263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6" name="Rectangle 1166"/>
            <p:cNvSpPr>
              <a:spLocks noChangeArrowheads="1"/>
            </p:cNvSpPr>
            <p:nvPr/>
          </p:nvSpPr>
          <p:spPr bwMode="auto">
            <a:xfrm>
              <a:off x="7622308" y="4706360"/>
              <a:ext cx="7938" cy="576263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7" name="Rectangle 1167"/>
            <p:cNvSpPr>
              <a:spLocks noChangeArrowheads="1"/>
            </p:cNvSpPr>
            <p:nvPr/>
          </p:nvSpPr>
          <p:spPr bwMode="auto">
            <a:xfrm>
              <a:off x="7630245" y="4706360"/>
              <a:ext cx="9525" cy="576263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8" name="Rectangle 1168"/>
            <p:cNvSpPr>
              <a:spLocks noChangeArrowheads="1"/>
            </p:cNvSpPr>
            <p:nvPr/>
          </p:nvSpPr>
          <p:spPr bwMode="auto">
            <a:xfrm>
              <a:off x="6895233" y="4706360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59" name="Rectangle 1169"/>
            <p:cNvSpPr>
              <a:spLocks noChangeArrowheads="1"/>
            </p:cNvSpPr>
            <p:nvPr/>
          </p:nvSpPr>
          <p:spPr bwMode="auto">
            <a:xfrm>
              <a:off x="7107913" y="4746593"/>
              <a:ext cx="31419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900" b="1" dirty="0">
                  <a:solidFill>
                    <a:srgbClr val="000000"/>
                  </a:solidFill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Event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0" name="Line 1170"/>
            <p:cNvSpPr>
              <a:spLocks noChangeShapeType="1"/>
            </p:cNvSpPr>
            <p:nvPr/>
          </p:nvSpPr>
          <p:spPr bwMode="auto">
            <a:xfrm>
              <a:off x="6895233" y="5042617"/>
              <a:ext cx="74453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grpSp>
        <p:nvGrpSpPr>
          <p:cNvPr id="364" name="그룹 363"/>
          <p:cNvGrpSpPr/>
          <p:nvPr/>
        </p:nvGrpSpPr>
        <p:grpSpPr>
          <a:xfrm>
            <a:off x="7397295" y="3772868"/>
            <a:ext cx="100013" cy="892760"/>
            <a:chOff x="7237990" y="4724353"/>
            <a:chExt cx="100013" cy="892760"/>
          </a:xfrm>
        </p:grpSpPr>
        <p:sp>
          <p:nvSpPr>
            <p:cNvPr id="361" name="Line 1286"/>
            <p:cNvSpPr>
              <a:spLocks noChangeShapeType="1"/>
            </p:cNvSpPr>
            <p:nvPr/>
          </p:nvSpPr>
          <p:spPr bwMode="auto">
            <a:xfrm flipV="1">
              <a:off x="7287202" y="4724353"/>
              <a:ext cx="0" cy="89276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62" name="Freeform 1287"/>
            <p:cNvSpPr>
              <a:spLocks/>
            </p:cNvSpPr>
            <p:nvPr/>
          </p:nvSpPr>
          <p:spPr bwMode="auto">
            <a:xfrm>
              <a:off x="7237990" y="4724353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63" name="Freeform 1288"/>
            <p:cNvSpPr>
              <a:spLocks/>
            </p:cNvSpPr>
            <p:nvPr/>
          </p:nvSpPr>
          <p:spPr bwMode="auto">
            <a:xfrm>
              <a:off x="7237990" y="4724353"/>
              <a:ext cx="100013" cy="133350"/>
            </a:xfrm>
            <a:custGeom>
              <a:avLst/>
              <a:gdLst>
                <a:gd name="T0" fmla="*/ 63 w 63"/>
                <a:gd name="T1" fmla="*/ 84 h 84"/>
                <a:gd name="T2" fmla="*/ 0 w 63"/>
                <a:gd name="T3" fmla="*/ 84 h 84"/>
                <a:gd name="T4" fmla="*/ 31 w 63"/>
                <a:gd name="T5" fmla="*/ 0 h 84"/>
                <a:gd name="T6" fmla="*/ 63 w 63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4">
                  <a:moveTo>
                    <a:pt x="63" y="84"/>
                  </a:moveTo>
                  <a:lnTo>
                    <a:pt x="0" y="84"/>
                  </a:lnTo>
                  <a:lnTo>
                    <a:pt x="31" y="0"/>
                  </a:lnTo>
                  <a:lnTo>
                    <a:pt x="63" y="8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366" name="아래쪽 화살표 365"/>
          <p:cNvSpPr/>
          <p:nvPr/>
        </p:nvSpPr>
        <p:spPr>
          <a:xfrm>
            <a:off x="6202794" y="5030243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7" name="Group 1527"/>
          <p:cNvGrpSpPr>
            <a:grpSpLocks noChangeAspect="1"/>
          </p:cNvGrpSpPr>
          <p:nvPr/>
        </p:nvGrpSpPr>
        <p:grpSpPr bwMode="auto">
          <a:xfrm>
            <a:off x="5811341" y="5485702"/>
            <a:ext cx="1114099" cy="642642"/>
            <a:chOff x="2375" y="3501"/>
            <a:chExt cx="593" cy="328"/>
          </a:xfrm>
        </p:grpSpPr>
        <p:sp>
          <p:nvSpPr>
            <p:cNvPr id="368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69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0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1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2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3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4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5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6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7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8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79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0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1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2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3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4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5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6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7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8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89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0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1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2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3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4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5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6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7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8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399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0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1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2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3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4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5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6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7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8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09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0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1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2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3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4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5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6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7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8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19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0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1" name="Rectangle 1586"/>
            <p:cNvSpPr>
              <a:spLocks noChangeArrowheads="1"/>
            </p:cNvSpPr>
            <p:nvPr/>
          </p:nvSpPr>
          <p:spPr bwMode="auto">
            <a:xfrm>
              <a:off x="2588" y="3627"/>
              <a:ext cx="116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PTZ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22" name="아래쪽 화살표 421"/>
          <p:cNvSpPr/>
          <p:nvPr/>
        </p:nvSpPr>
        <p:spPr>
          <a:xfrm>
            <a:off x="7408034" y="5033660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3" name="Group 1527"/>
          <p:cNvGrpSpPr>
            <a:grpSpLocks noChangeAspect="1"/>
          </p:cNvGrpSpPr>
          <p:nvPr/>
        </p:nvGrpSpPr>
        <p:grpSpPr bwMode="auto">
          <a:xfrm>
            <a:off x="7016581" y="5489119"/>
            <a:ext cx="1114099" cy="642642"/>
            <a:chOff x="2375" y="3501"/>
            <a:chExt cx="593" cy="328"/>
          </a:xfrm>
        </p:grpSpPr>
        <p:sp>
          <p:nvSpPr>
            <p:cNvPr id="424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5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6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7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8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29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0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1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2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3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4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5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6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7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8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39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0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1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2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3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4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5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6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7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8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49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0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1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2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3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4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5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6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7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8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59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0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1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2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3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4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5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6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7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8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69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0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1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2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3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4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5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6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77" name="Rectangle 1586"/>
            <p:cNvSpPr>
              <a:spLocks noChangeArrowheads="1"/>
            </p:cNvSpPr>
            <p:nvPr/>
          </p:nvSpPr>
          <p:spPr bwMode="auto">
            <a:xfrm>
              <a:off x="2499" y="3625"/>
              <a:ext cx="321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User Event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78" name="아래쪽 화살표 477"/>
          <p:cNvSpPr/>
          <p:nvPr/>
        </p:nvSpPr>
        <p:spPr>
          <a:xfrm>
            <a:off x="8581050" y="5023592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9" name="Group 1527"/>
          <p:cNvGrpSpPr>
            <a:grpSpLocks noChangeAspect="1"/>
          </p:cNvGrpSpPr>
          <p:nvPr/>
        </p:nvGrpSpPr>
        <p:grpSpPr bwMode="auto">
          <a:xfrm>
            <a:off x="8189597" y="5479051"/>
            <a:ext cx="1114099" cy="642642"/>
            <a:chOff x="2375" y="3501"/>
            <a:chExt cx="593" cy="328"/>
          </a:xfrm>
        </p:grpSpPr>
        <p:sp>
          <p:nvSpPr>
            <p:cNvPr id="480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1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2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3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4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5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6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7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8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89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0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1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2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3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4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5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6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7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8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499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0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1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2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3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4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5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6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7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8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09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0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1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2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3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4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5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6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7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8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19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0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1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2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3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4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5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6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7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8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29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0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1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2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3" name="Rectangle 1586"/>
            <p:cNvSpPr>
              <a:spLocks noChangeArrowheads="1"/>
            </p:cNvSpPr>
            <p:nvPr/>
          </p:nvSpPr>
          <p:spPr bwMode="auto">
            <a:xfrm>
              <a:off x="2435" y="3622"/>
              <a:ext cx="437" cy="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Video Manager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34" name="직사각형 533"/>
          <p:cNvSpPr/>
          <p:nvPr/>
        </p:nvSpPr>
        <p:spPr>
          <a:xfrm>
            <a:off x="4503033" y="5551544"/>
            <a:ext cx="1056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algn="ctr"/>
            <a:r>
              <a:rPr lang="en-US" altLang="ko-KR" sz="1400" b="1" i="1" dirty="0"/>
              <a:t>Generated</a:t>
            </a:r>
          </a:p>
          <a:p>
            <a:pPr marL="0" lvl="2" algn="ctr"/>
            <a:r>
              <a:rPr lang="en-US" altLang="ko-KR" sz="1400" b="1" i="1" dirty="0"/>
              <a:t>Component</a:t>
            </a:r>
          </a:p>
        </p:txBody>
      </p:sp>
      <p:grpSp>
        <p:nvGrpSpPr>
          <p:cNvPr id="537" name="그룹 536"/>
          <p:cNvGrpSpPr/>
          <p:nvPr/>
        </p:nvGrpSpPr>
        <p:grpSpPr>
          <a:xfrm>
            <a:off x="7771245" y="1466744"/>
            <a:ext cx="1177925" cy="601663"/>
            <a:chOff x="7771245" y="1512924"/>
            <a:chExt cx="1177925" cy="601663"/>
          </a:xfrm>
        </p:grpSpPr>
        <p:sp>
          <p:nvSpPr>
            <p:cNvPr id="538" name="Rectangle 1079"/>
            <p:cNvSpPr>
              <a:spLocks noChangeArrowheads="1"/>
            </p:cNvSpPr>
            <p:nvPr/>
          </p:nvSpPr>
          <p:spPr bwMode="auto">
            <a:xfrm>
              <a:off x="8206220" y="1538324"/>
              <a:ext cx="742950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39" name="Rectangle 1080"/>
            <p:cNvSpPr>
              <a:spLocks noChangeArrowheads="1"/>
            </p:cNvSpPr>
            <p:nvPr/>
          </p:nvSpPr>
          <p:spPr bwMode="auto">
            <a:xfrm>
              <a:off x="8206220" y="1538324"/>
              <a:ext cx="742950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0" name="Rectangle 1081"/>
            <p:cNvSpPr>
              <a:spLocks noChangeArrowheads="1"/>
            </p:cNvSpPr>
            <p:nvPr/>
          </p:nvSpPr>
          <p:spPr bwMode="auto">
            <a:xfrm>
              <a:off x="8180820" y="1512924"/>
              <a:ext cx="384175" cy="5762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1" name="Rectangle 1082"/>
            <p:cNvSpPr>
              <a:spLocks noChangeArrowheads="1"/>
            </p:cNvSpPr>
            <p:nvPr/>
          </p:nvSpPr>
          <p:spPr bwMode="auto">
            <a:xfrm>
              <a:off x="8564995" y="1512924"/>
              <a:ext cx="7938" cy="576263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2" name="Rectangle 1083"/>
            <p:cNvSpPr>
              <a:spLocks noChangeArrowheads="1"/>
            </p:cNvSpPr>
            <p:nvPr/>
          </p:nvSpPr>
          <p:spPr bwMode="auto">
            <a:xfrm>
              <a:off x="8572933" y="1512924"/>
              <a:ext cx="9525" cy="5762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3" name="Rectangle 1084"/>
            <p:cNvSpPr>
              <a:spLocks noChangeArrowheads="1"/>
            </p:cNvSpPr>
            <p:nvPr/>
          </p:nvSpPr>
          <p:spPr bwMode="auto">
            <a:xfrm>
              <a:off x="8582458" y="1512924"/>
              <a:ext cx="7938" cy="576263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4" name="Rectangle 1085"/>
            <p:cNvSpPr>
              <a:spLocks noChangeArrowheads="1"/>
            </p:cNvSpPr>
            <p:nvPr/>
          </p:nvSpPr>
          <p:spPr bwMode="auto">
            <a:xfrm>
              <a:off x="8590395" y="1512924"/>
              <a:ext cx="7938" cy="576263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5" name="Rectangle 1086"/>
            <p:cNvSpPr>
              <a:spLocks noChangeArrowheads="1"/>
            </p:cNvSpPr>
            <p:nvPr/>
          </p:nvSpPr>
          <p:spPr bwMode="auto">
            <a:xfrm>
              <a:off x="8598333" y="1512924"/>
              <a:ext cx="7938" cy="576263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6" name="Rectangle 1087"/>
            <p:cNvSpPr>
              <a:spLocks noChangeArrowheads="1"/>
            </p:cNvSpPr>
            <p:nvPr/>
          </p:nvSpPr>
          <p:spPr bwMode="auto">
            <a:xfrm>
              <a:off x="8606270" y="1512924"/>
              <a:ext cx="17463" cy="5762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7" name="Rectangle 1088"/>
            <p:cNvSpPr>
              <a:spLocks noChangeArrowheads="1"/>
            </p:cNvSpPr>
            <p:nvPr/>
          </p:nvSpPr>
          <p:spPr bwMode="auto">
            <a:xfrm>
              <a:off x="8623733" y="1512924"/>
              <a:ext cx="7938" cy="576263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8" name="Rectangle 1089"/>
            <p:cNvSpPr>
              <a:spLocks noChangeArrowheads="1"/>
            </p:cNvSpPr>
            <p:nvPr/>
          </p:nvSpPr>
          <p:spPr bwMode="auto">
            <a:xfrm>
              <a:off x="8631670" y="1512924"/>
              <a:ext cx="7938" cy="5762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49" name="Rectangle 1090"/>
            <p:cNvSpPr>
              <a:spLocks noChangeArrowheads="1"/>
            </p:cNvSpPr>
            <p:nvPr/>
          </p:nvSpPr>
          <p:spPr bwMode="auto">
            <a:xfrm>
              <a:off x="8639608" y="1512924"/>
              <a:ext cx="17463" cy="576263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0" name="Rectangle 1091"/>
            <p:cNvSpPr>
              <a:spLocks noChangeArrowheads="1"/>
            </p:cNvSpPr>
            <p:nvPr/>
          </p:nvSpPr>
          <p:spPr bwMode="auto">
            <a:xfrm>
              <a:off x="8657070" y="1512924"/>
              <a:ext cx="7938" cy="576263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1" name="Rectangle 1092"/>
            <p:cNvSpPr>
              <a:spLocks noChangeArrowheads="1"/>
            </p:cNvSpPr>
            <p:nvPr/>
          </p:nvSpPr>
          <p:spPr bwMode="auto">
            <a:xfrm>
              <a:off x="8665008" y="1512924"/>
              <a:ext cx="7938" cy="576263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2" name="Rectangle 1093"/>
            <p:cNvSpPr>
              <a:spLocks noChangeArrowheads="1"/>
            </p:cNvSpPr>
            <p:nvPr/>
          </p:nvSpPr>
          <p:spPr bwMode="auto">
            <a:xfrm>
              <a:off x="8672945" y="1512924"/>
              <a:ext cx="9525" cy="5762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3" name="Rectangle 1094"/>
            <p:cNvSpPr>
              <a:spLocks noChangeArrowheads="1"/>
            </p:cNvSpPr>
            <p:nvPr/>
          </p:nvSpPr>
          <p:spPr bwMode="auto">
            <a:xfrm>
              <a:off x="8682470" y="1512924"/>
              <a:ext cx="7938" cy="576263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4" name="Rectangle 1095"/>
            <p:cNvSpPr>
              <a:spLocks noChangeArrowheads="1"/>
            </p:cNvSpPr>
            <p:nvPr/>
          </p:nvSpPr>
          <p:spPr bwMode="auto">
            <a:xfrm>
              <a:off x="8690408" y="1512924"/>
              <a:ext cx="7938" cy="5762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5" name="Rectangle 1096"/>
            <p:cNvSpPr>
              <a:spLocks noChangeArrowheads="1"/>
            </p:cNvSpPr>
            <p:nvPr/>
          </p:nvSpPr>
          <p:spPr bwMode="auto">
            <a:xfrm>
              <a:off x="8698345" y="1512924"/>
              <a:ext cx="7938" cy="576263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6" name="Rectangle 1097"/>
            <p:cNvSpPr>
              <a:spLocks noChangeArrowheads="1"/>
            </p:cNvSpPr>
            <p:nvPr/>
          </p:nvSpPr>
          <p:spPr bwMode="auto">
            <a:xfrm>
              <a:off x="8706283" y="1512924"/>
              <a:ext cx="9525" cy="576263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7" name="Rectangle 1098"/>
            <p:cNvSpPr>
              <a:spLocks noChangeArrowheads="1"/>
            </p:cNvSpPr>
            <p:nvPr/>
          </p:nvSpPr>
          <p:spPr bwMode="auto">
            <a:xfrm>
              <a:off x="8715808" y="1512924"/>
              <a:ext cx="7938" cy="576263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8" name="Rectangle 1099"/>
            <p:cNvSpPr>
              <a:spLocks noChangeArrowheads="1"/>
            </p:cNvSpPr>
            <p:nvPr/>
          </p:nvSpPr>
          <p:spPr bwMode="auto">
            <a:xfrm>
              <a:off x="8723745" y="1512924"/>
              <a:ext cx="7938" cy="576263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59" name="Rectangle 1100"/>
            <p:cNvSpPr>
              <a:spLocks noChangeArrowheads="1"/>
            </p:cNvSpPr>
            <p:nvPr/>
          </p:nvSpPr>
          <p:spPr bwMode="auto">
            <a:xfrm>
              <a:off x="8731683" y="1512924"/>
              <a:ext cx="9525" cy="576263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0" name="Rectangle 1101"/>
            <p:cNvSpPr>
              <a:spLocks noChangeArrowheads="1"/>
            </p:cNvSpPr>
            <p:nvPr/>
          </p:nvSpPr>
          <p:spPr bwMode="auto">
            <a:xfrm>
              <a:off x="8741208" y="1512924"/>
              <a:ext cx="7938" cy="5762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1" name="Rectangle 1102"/>
            <p:cNvSpPr>
              <a:spLocks noChangeArrowheads="1"/>
            </p:cNvSpPr>
            <p:nvPr/>
          </p:nvSpPr>
          <p:spPr bwMode="auto">
            <a:xfrm>
              <a:off x="8749145" y="1512924"/>
              <a:ext cx="7938" cy="576263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2" name="Rectangle 1103"/>
            <p:cNvSpPr>
              <a:spLocks noChangeArrowheads="1"/>
            </p:cNvSpPr>
            <p:nvPr/>
          </p:nvSpPr>
          <p:spPr bwMode="auto">
            <a:xfrm>
              <a:off x="8757083" y="1512924"/>
              <a:ext cx="7938" cy="576263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3" name="Rectangle 1104"/>
            <p:cNvSpPr>
              <a:spLocks noChangeArrowheads="1"/>
            </p:cNvSpPr>
            <p:nvPr/>
          </p:nvSpPr>
          <p:spPr bwMode="auto">
            <a:xfrm>
              <a:off x="8765020" y="1512924"/>
              <a:ext cx="9525" cy="576263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4" name="Rectangle 1105"/>
            <p:cNvSpPr>
              <a:spLocks noChangeArrowheads="1"/>
            </p:cNvSpPr>
            <p:nvPr/>
          </p:nvSpPr>
          <p:spPr bwMode="auto">
            <a:xfrm>
              <a:off x="8774545" y="1512924"/>
              <a:ext cx="7938" cy="576263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5" name="Rectangle 1106"/>
            <p:cNvSpPr>
              <a:spLocks noChangeArrowheads="1"/>
            </p:cNvSpPr>
            <p:nvPr/>
          </p:nvSpPr>
          <p:spPr bwMode="auto">
            <a:xfrm>
              <a:off x="8782483" y="1512924"/>
              <a:ext cx="7938" cy="576263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6" name="Rectangle 1107"/>
            <p:cNvSpPr>
              <a:spLocks noChangeArrowheads="1"/>
            </p:cNvSpPr>
            <p:nvPr/>
          </p:nvSpPr>
          <p:spPr bwMode="auto">
            <a:xfrm>
              <a:off x="8790420" y="1512924"/>
              <a:ext cx="7938" cy="576263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7" name="Rectangle 1108"/>
            <p:cNvSpPr>
              <a:spLocks noChangeArrowheads="1"/>
            </p:cNvSpPr>
            <p:nvPr/>
          </p:nvSpPr>
          <p:spPr bwMode="auto">
            <a:xfrm>
              <a:off x="8798358" y="1512924"/>
              <a:ext cx="17463" cy="576263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8" name="Rectangle 1109"/>
            <p:cNvSpPr>
              <a:spLocks noChangeArrowheads="1"/>
            </p:cNvSpPr>
            <p:nvPr/>
          </p:nvSpPr>
          <p:spPr bwMode="auto">
            <a:xfrm>
              <a:off x="8815820" y="1512924"/>
              <a:ext cx="7938" cy="576263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69" name="Rectangle 1110"/>
            <p:cNvSpPr>
              <a:spLocks noChangeArrowheads="1"/>
            </p:cNvSpPr>
            <p:nvPr/>
          </p:nvSpPr>
          <p:spPr bwMode="auto">
            <a:xfrm>
              <a:off x="8823758" y="1512924"/>
              <a:ext cx="7938" cy="576263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0" name="Rectangle 1111"/>
            <p:cNvSpPr>
              <a:spLocks noChangeArrowheads="1"/>
            </p:cNvSpPr>
            <p:nvPr/>
          </p:nvSpPr>
          <p:spPr bwMode="auto">
            <a:xfrm>
              <a:off x="8831695" y="1512924"/>
              <a:ext cx="9525" cy="576263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1" name="Rectangle 1112"/>
            <p:cNvSpPr>
              <a:spLocks noChangeArrowheads="1"/>
            </p:cNvSpPr>
            <p:nvPr/>
          </p:nvSpPr>
          <p:spPr bwMode="auto">
            <a:xfrm>
              <a:off x="8841220" y="1512924"/>
              <a:ext cx="7938" cy="576263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2" name="Rectangle 1113"/>
            <p:cNvSpPr>
              <a:spLocks noChangeArrowheads="1"/>
            </p:cNvSpPr>
            <p:nvPr/>
          </p:nvSpPr>
          <p:spPr bwMode="auto">
            <a:xfrm>
              <a:off x="8849158" y="1512924"/>
              <a:ext cx="15875" cy="576263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3" name="Rectangle 1114"/>
            <p:cNvSpPr>
              <a:spLocks noChangeArrowheads="1"/>
            </p:cNvSpPr>
            <p:nvPr/>
          </p:nvSpPr>
          <p:spPr bwMode="auto">
            <a:xfrm>
              <a:off x="8865033" y="1512924"/>
              <a:ext cx="9525" cy="576263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4" name="Rectangle 1115"/>
            <p:cNvSpPr>
              <a:spLocks noChangeArrowheads="1"/>
            </p:cNvSpPr>
            <p:nvPr/>
          </p:nvSpPr>
          <p:spPr bwMode="auto">
            <a:xfrm>
              <a:off x="8874558" y="1512924"/>
              <a:ext cx="15875" cy="576263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5" name="Rectangle 1116"/>
            <p:cNvSpPr>
              <a:spLocks noChangeArrowheads="1"/>
            </p:cNvSpPr>
            <p:nvPr/>
          </p:nvSpPr>
          <p:spPr bwMode="auto">
            <a:xfrm>
              <a:off x="8890433" y="1512924"/>
              <a:ext cx="9525" cy="576263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6" name="Rectangle 1117"/>
            <p:cNvSpPr>
              <a:spLocks noChangeArrowheads="1"/>
            </p:cNvSpPr>
            <p:nvPr/>
          </p:nvSpPr>
          <p:spPr bwMode="auto">
            <a:xfrm>
              <a:off x="8899958" y="1512924"/>
              <a:ext cx="7938" cy="576263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7" name="Rectangle 1118"/>
            <p:cNvSpPr>
              <a:spLocks noChangeArrowheads="1"/>
            </p:cNvSpPr>
            <p:nvPr/>
          </p:nvSpPr>
          <p:spPr bwMode="auto">
            <a:xfrm>
              <a:off x="8907895" y="1512924"/>
              <a:ext cx="7938" cy="576263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8" name="Rectangle 1119"/>
            <p:cNvSpPr>
              <a:spLocks noChangeArrowheads="1"/>
            </p:cNvSpPr>
            <p:nvPr/>
          </p:nvSpPr>
          <p:spPr bwMode="auto">
            <a:xfrm>
              <a:off x="8915833" y="1512924"/>
              <a:ext cx="7938" cy="576263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79" name="Rectangle 1120"/>
            <p:cNvSpPr>
              <a:spLocks noChangeArrowheads="1"/>
            </p:cNvSpPr>
            <p:nvPr/>
          </p:nvSpPr>
          <p:spPr bwMode="auto">
            <a:xfrm>
              <a:off x="8180820" y="1512924"/>
              <a:ext cx="742950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80" name="Rectangle 1121"/>
            <p:cNvSpPr>
              <a:spLocks noChangeArrowheads="1"/>
            </p:cNvSpPr>
            <p:nvPr/>
          </p:nvSpPr>
          <p:spPr bwMode="auto">
            <a:xfrm>
              <a:off x="8428327" y="1589124"/>
              <a:ext cx="25006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Data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1" name="Line 1122"/>
            <p:cNvSpPr>
              <a:spLocks noChangeShapeType="1"/>
            </p:cNvSpPr>
            <p:nvPr/>
          </p:nvSpPr>
          <p:spPr bwMode="auto">
            <a:xfrm>
              <a:off x="8180820" y="1738349"/>
              <a:ext cx="742950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82" name="Line 1278"/>
            <p:cNvSpPr>
              <a:spLocks noChangeShapeType="1"/>
            </p:cNvSpPr>
            <p:nvPr/>
          </p:nvSpPr>
          <p:spPr bwMode="auto">
            <a:xfrm>
              <a:off x="7771245" y="1797087"/>
              <a:ext cx="409575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583" name="Freeform 1279"/>
            <p:cNvSpPr>
              <a:spLocks noEditPoints="1"/>
            </p:cNvSpPr>
            <p:nvPr/>
          </p:nvSpPr>
          <p:spPr bwMode="auto">
            <a:xfrm>
              <a:off x="8055408" y="1747874"/>
              <a:ext cx="125413" cy="100013"/>
            </a:xfrm>
            <a:custGeom>
              <a:avLst/>
              <a:gdLst>
                <a:gd name="T0" fmla="*/ 79 w 79"/>
                <a:gd name="T1" fmla="*/ 31 h 63"/>
                <a:gd name="T2" fmla="*/ 0 w 79"/>
                <a:gd name="T3" fmla="*/ 63 h 63"/>
                <a:gd name="T4" fmla="*/ 79 w 79"/>
                <a:gd name="T5" fmla="*/ 31 h 63"/>
                <a:gd name="T6" fmla="*/ 0 w 79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63">
                  <a:moveTo>
                    <a:pt x="79" y="31"/>
                  </a:moveTo>
                  <a:lnTo>
                    <a:pt x="0" y="63"/>
                  </a:lnTo>
                  <a:moveTo>
                    <a:pt x="79" y="31"/>
                  </a:move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cxnSp>
        <p:nvCxnSpPr>
          <p:cNvPr id="584" name="직선 연결선 583"/>
          <p:cNvCxnSpPr/>
          <p:nvPr/>
        </p:nvCxnSpPr>
        <p:spPr>
          <a:xfrm>
            <a:off x="5248274" y="5127886"/>
            <a:ext cx="41926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5" name="자유형 584"/>
          <p:cNvSpPr/>
          <p:nvPr/>
        </p:nvSpPr>
        <p:spPr>
          <a:xfrm>
            <a:off x="5237018" y="1290055"/>
            <a:ext cx="4203900" cy="2458037"/>
          </a:xfrm>
          <a:custGeom>
            <a:avLst/>
            <a:gdLst>
              <a:gd name="connsiteX0" fmla="*/ 2318327 w 4203900"/>
              <a:gd name="connsiteY0" fmla="*/ 3438964 h 3443701"/>
              <a:gd name="connsiteX1" fmla="*/ 1976582 w 4203900"/>
              <a:gd name="connsiteY1" fmla="*/ 3420491 h 3443701"/>
              <a:gd name="connsiteX2" fmla="*/ 1838037 w 4203900"/>
              <a:gd name="connsiteY2" fmla="*/ 3402019 h 3443701"/>
              <a:gd name="connsiteX3" fmla="*/ 1810327 w 4203900"/>
              <a:gd name="connsiteY3" fmla="*/ 3392782 h 3443701"/>
              <a:gd name="connsiteX4" fmla="*/ 1459346 w 4203900"/>
              <a:gd name="connsiteY4" fmla="*/ 3355837 h 3443701"/>
              <a:gd name="connsiteX5" fmla="*/ 1403927 w 4203900"/>
              <a:gd name="connsiteY5" fmla="*/ 3337364 h 3443701"/>
              <a:gd name="connsiteX6" fmla="*/ 1394691 w 4203900"/>
              <a:gd name="connsiteY6" fmla="*/ 3309655 h 3443701"/>
              <a:gd name="connsiteX7" fmla="*/ 1376218 w 4203900"/>
              <a:gd name="connsiteY7" fmla="*/ 3272710 h 3443701"/>
              <a:gd name="connsiteX8" fmla="*/ 1385455 w 4203900"/>
              <a:gd name="connsiteY8" fmla="*/ 3152637 h 3443701"/>
              <a:gd name="connsiteX9" fmla="*/ 1403927 w 4203900"/>
              <a:gd name="connsiteY9" fmla="*/ 3097219 h 3443701"/>
              <a:gd name="connsiteX10" fmla="*/ 1394691 w 4203900"/>
              <a:gd name="connsiteY10" fmla="*/ 2644637 h 3443701"/>
              <a:gd name="connsiteX11" fmla="*/ 1376218 w 4203900"/>
              <a:gd name="connsiteY11" fmla="*/ 2506091 h 3443701"/>
              <a:gd name="connsiteX12" fmla="*/ 1357746 w 4203900"/>
              <a:gd name="connsiteY12" fmla="*/ 2450673 h 3443701"/>
              <a:gd name="connsiteX13" fmla="*/ 1320800 w 4203900"/>
              <a:gd name="connsiteY13" fmla="*/ 2293655 h 3443701"/>
              <a:gd name="connsiteX14" fmla="*/ 1302327 w 4203900"/>
              <a:gd name="connsiteY14" fmla="*/ 2256710 h 3443701"/>
              <a:gd name="connsiteX15" fmla="*/ 1274618 w 4203900"/>
              <a:gd name="connsiteY15" fmla="*/ 2192055 h 3443701"/>
              <a:gd name="connsiteX16" fmla="*/ 1237673 w 4203900"/>
              <a:gd name="connsiteY16" fmla="*/ 2155110 h 3443701"/>
              <a:gd name="connsiteX17" fmla="*/ 1209964 w 4203900"/>
              <a:gd name="connsiteY17" fmla="*/ 2118164 h 3443701"/>
              <a:gd name="connsiteX18" fmla="*/ 1191491 w 4203900"/>
              <a:gd name="connsiteY18" fmla="*/ 2090455 h 3443701"/>
              <a:gd name="connsiteX19" fmla="*/ 1163782 w 4203900"/>
              <a:gd name="connsiteY19" fmla="*/ 2071982 h 3443701"/>
              <a:gd name="connsiteX20" fmla="*/ 1145309 w 4203900"/>
              <a:gd name="connsiteY20" fmla="*/ 2035037 h 3443701"/>
              <a:gd name="connsiteX21" fmla="*/ 1080655 w 4203900"/>
              <a:gd name="connsiteY21" fmla="*/ 1998091 h 3443701"/>
              <a:gd name="connsiteX22" fmla="*/ 1043709 w 4203900"/>
              <a:gd name="connsiteY22" fmla="*/ 1970382 h 3443701"/>
              <a:gd name="connsiteX23" fmla="*/ 1034473 w 4203900"/>
              <a:gd name="connsiteY23" fmla="*/ 1942673 h 3443701"/>
              <a:gd name="connsiteX24" fmla="*/ 960582 w 4203900"/>
              <a:gd name="connsiteY24" fmla="*/ 1896491 h 3443701"/>
              <a:gd name="connsiteX25" fmla="*/ 923637 w 4203900"/>
              <a:gd name="connsiteY25" fmla="*/ 1859546 h 3443701"/>
              <a:gd name="connsiteX26" fmla="*/ 868218 w 4203900"/>
              <a:gd name="connsiteY26" fmla="*/ 1841073 h 3443701"/>
              <a:gd name="connsiteX27" fmla="*/ 831273 w 4203900"/>
              <a:gd name="connsiteY27" fmla="*/ 1822601 h 3443701"/>
              <a:gd name="connsiteX28" fmla="*/ 775855 w 4203900"/>
              <a:gd name="connsiteY28" fmla="*/ 1785655 h 3443701"/>
              <a:gd name="connsiteX29" fmla="*/ 738909 w 4203900"/>
              <a:gd name="connsiteY29" fmla="*/ 1776419 h 3443701"/>
              <a:gd name="connsiteX30" fmla="*/ 637309 w 4203900"/>
              <a:gd name="connsiteY30" fmla="*/ 1711764 h 3443701"/>
              <a:gd name="connsiteX31" fmla="*/ 508000 w 4203900"/>
              <a:gd name="connsiteY31" fmla="*/ 1637873 h 3443701"/>
              <a:gd name="connsiteX32" fmla="*/ 471055 w 4203900"/>
              <a:gd name="connsiteY32" fmla="*/ 1619401 h 3443701"/>
              <a:gd name="connsiteX33" fmla="*/ 387927 w 4203900"/>
              <a:gd name="connsiteY33" fmla="*/ 1600928 h 3443701"/>
              <a:gd name="connsiteX34" fmla="*/ 360218 w 4203900"/>
              <a:gd name="connsiteY34" fmla="*/ 1573219 h 3443701"/>
              <a:gd name="connsiteX35" fmla="*/ 258618 w 4203900"/>
              <a:gd name="connsiteY35" fmla="*/ 1536273 h 3443701"/>
              <a:gd name="connsiteX36" fmla="*/ 221673 w 4203900"/>
              <a:gd name="connsiteY36" fmla="*/ 1508564 h 3443701"/>
              <a:gd name="connsiteX37" fmla="*/ 138546 w 4203900"/>
              <a:gd name="connsiteY37" fmla="*/ 1416201 h 3443701"/>
              <a:gd name="connsiteX38" fmla="*/ 110837 w 4203900"/>
              <a:gd name="connsiteY38" fmla="*/ 1397728 h 3443701"/>
              <a:gd name="connsiteX39" fmla="*/ 18473 w 4203900"/>
              <a:gd name="connsiteY39" fmla="*/ 1286891 h 3443701"/>
              <a:gd name="connsiteX40" fmla="*/ 0 w 4203900"/>
              <a:gd name="connsiteY40" fmla="*/ 1240710 h 3443701"/>
              <a:gd name="connsiteX41" fmla="*/ 9237 w 4203900"/>
              <a:gd name="connsiteY41" fmla="*/ 1065219 h 3443701"/>
              <a:gd name="connsiteX42" fmla="*/ 46182 w 4203900"/>
              <a:gd name="connsiteY42" fmla="*/ 945146 h 3443701"/>
              <a:gd name="connsiteX43" fmla="*/ 83127 w 4203900"/>
              <a:gd name="connsiteY43" fmla="*/ 862019 h 3443701"/>
              <a:gd name="connsiteX44" fmla="*/ 129309 w 4203900"/>
              <a:gd name="connsiteY44" fmla="*/ 797364 h 3443701"/>
              <a:gd name="connsiteX45" fmla="*/ 157018 w 4203900"/>
              <a:gd name="connsiteY45" fmla="*/ 778891 h 3443701"/>
              <a:gd name="connsiteX46" fmla="*/ 397164 w 4203900"/>
              <a:gd name="connsiteY46" fmla="*/ 751182 h 3443701"/>
              <a:gd name="connsiteX47" fmla="*/ 572655 w 4203900"/>
              <a:gd name="connsiteY47" fmla="*/ 723473 h 3443701"/>
              <a:gd name="connsiteX48" fmla="*/ 683491 w 4203900"/>
              <a:gd name="connsiteY48" fmla="*/ 686528 h 3443701"/>
              <a:gd name="connsiteX49" fmla="*/ 785091 w 4203900"/>
              <a:gd name="connsiteY49" fmla="*/ 631110 h 3443701"/>
              <a:gd name="connsiteX50" fmla="*/ 840509 w 4203900"/>
              <a:gd name="connsiteY50" fmla="*/ 612637 h 3443701"/>
              <a:gd name="connsiteX51" fmla="*/ 877455 w 4203900"/>
              <a:gd name="connsiteY51" fmla="*/ 584928 h 3443701"/>
              <a:gd name="connsiteX52" fmla="*/ 905164 w 4203900"/>
              <a:gd name="connsiteY52" fmla="*/ 566455 h 3443701"/>
              <a:gd name="connsiteX53" fmla="*/ 923637 w 4203900"/>
              <a:gd name="connsiteY53" fmla="*/ 529510 h 3443701"/>
              <a:gd name="connsiteX54" fmla="*/ 979055 w 4203900"/>
              <a:gd name="connsiteY54" fmla="*/ 464855 h 3443701"/>
              <a:gd name="connsiteX55" fmla="*/ 1016000 w 4203900"/>
              <a:gd name="connsiteY55" fmla="*/ 390964 h 3443701"/>
              <a:gd name="connsiteX56" fmla="*/ 1025237 w 4203900"/>
              <a:gd name="connsiteY56" fmla="*/ 363255 h 3443701"/>
              <a:gd name="connsiteX57" fmla="*/ 1052946 w 4203900"/>
              <a:gd name="connsiteY57" fmla="*/ 344782 h 3443701"/>
              <a:gd name="connsiteX58" fmla="*/ 1071418 w 4203900"/>
              <a:gd name="connsiteY58" fmla="*/ 298601 h 3443701"/>
              <a:gd name="connsiteX59" fmla="*/ 1117600 w 4203900"/>
              <a:gd name="connsiteY59" fmla="*/ 197001 h 3443701"/>
              <a:gd name="connsiteX60" fmla="*/ 1191491 w 4203900"/>
              <a:gd name="connsiteY60" fmla="*/ 141582 h 3443701"/>
              <a:gd name="connsiteX61" fmla="*/ 1246909 w 4203900"/>
              <a:gd name="connsiteY61" fmla="*/ 104637 h 3443701"/>
              <a:gd name="connsiteX62" fmla="*/ 1376218 w 4203900"/>
              <a:gd name="connsiteY62" fmla="*/ 67691 h 3443701"/>
              <a:gd name="connsiteX63" fmla="*/ 1588655 w 4203900"/>
              <a:gd name="connsiteY63" fmla="*/ 49219 h 3443701"/>
              <a:gd name="connsiteX64" fmla="*/ 1717964 w 4203900"/>
              <a:gd name="connsiteY64" fmla="*/ 21510 h 3443701"/>
              <a:gd name="connsiteX65" fmla="*/ 2576946 w 4203900"/>
              <a:gd name="connsiteY65" fmla="*/ 49219 h 3443701"/>
              <a:gd name="connsiteX66" fmla="*/ 2613891 w 4203900"/>
              <a:gd name="connsiteY66" fmla="*/ 76928 h 3443701"/>
              <a:gd name="connsiteX67" fmla="*/ 2678546 w 4203900"/>
              <a:gd name="connsiteY67" fmla="*/ 95401 h 3443701"/>
              <a:gd name="connsiteX68" fmla="*/ 2733964 w 4203900"/>
              <a:gd name="connsiteY68" fmla="*/ 123110 h 3443701"/>
              <a:gd name="connsiteX69" fmla="*/ 2798618 w 4203900"/>
              <a:gd name="connsiteY69" fmla="*/ 197001 h 3443701"/>
              <a:gd name="connsiteX70" fmla="*/ 2835564 w 4203900"/>
              <a:gd name="connsiteY70" fmla="*/ 215473 h 3443701"/>
              <a:gd name="connsiteX71" fmla="*/ 2909455 w 4203900"/>
              <a:gd name="connsiteY71" fmla="*/ 289364 h 3443701"/>
              <a:gd name="connsiteX72" fmla="*/ 2983346 w 4203900"/>
              <a:gd name="connsiteY72" fmla="*/ 344782 h 3443701"/>
              <a:gd name="connsiteX73" fmla="*/ 3020291 w 4203900"/>
              <a:gd name="connsiteY73" fmla="*/ 381728 h 3443701"/>
              <a:gd name="connsiteX74" fmla="*/ 3084946 w 4203900"/>
              <a:gd name="connsiteY74" fmla="*/ 483328 h 3443701"/>
              <a:gd name="connsiteX75" fmla="*/ 3084946 w 4203900"/>
              <a:gd name="connsiteY75" fmla="*/ 483328 h 3443701"/>
              <a:gd name="connsiteX76" fmla="*/ 3177309 w 4203900"/>
              <a:gd name="connsiteY76" fmla="*/ 631110 h 3443701"/>
              <a:gd name="connsiteX77" fmla="*/ 3195782 w 4203900"/>
              <a:gd name="connsiteY77" fmla="*/ 677291 h 3443701"/>
              <a:gd name="connsiteX78" fmla="*/ 3260437 w 4203900"/>
              <a:gd name="connsiteY78" fmla="*/ 741946 h 3443701"/>
              <a:gd name="connsiteX79" fmla="*/ 3343564 w 4203900"/>
              <a:gd name="connsiteY79" fmla="*/ 843546 h 3443701"/>
              <a:gd name="connsiteX80" fmla="*/ 3417455 w 4203900"/>
              <a:gd name="connsiteY80" fmla="*/ 935910 h 3443701"/>
              <a:gd name="connsiteX81" fmla="*/ 3491346 w 4203900"/>
              <a:gd name="connsiteY81" fmla="*/ 1000564 h 3443701"/>
              <a:gd name="connsiteX82" fmla="*/ 3556000 w 4203900"/>
              <a:gd name="connsiteY82" fmla="*/ 1092928 h 3443701"/>
              <a:gd name="connsiteX83" fmla="*/ 3629891 w 4203900"/>
              <a:gd name="connsiteY83" fmla="*/ 1166819 h 3443701"/>
              <a:gd name="connsiteX84" fmla="*/ 3666837 w 4203900"/>
              <a:gd name="connsiteY84" fmla="*/ 1203764 h 3443701"/>
              <a:gd name="connsiteX85" fmla="*/ 3731491 w 4203900"/>
              <a:gd name="connsiteY85" fmla="*/ 1286891 h 3443701"/>
              <a:gd name="connsiteX86" fmla="*/ 3805382 w 4203900"/>
              <a:gd name="connsiteY86" fmla="*/ 1370019 h 3443701"/>
              <a:gd name="connsiteX87" fmla="*/ 3860800 w 4203900"/>
              <a:gd name="connsiteY87" fmla="*/ 1388491 h 3443701"/>
              <a:gd name="connsiteX88" fmla="*/ 3879273 w 4203900"/>
              <a:gd name="connsiteY88" fmla="*/ 1425437 h 3443701"/>
              <a:gd name="connsiteX89" fmla="*/ 3943927 w 4203900"/>
              <a:gd name="connsiteY89" fmla="*/ 1480855 h 3443701"/>
              <a:gd name="connsiteX90" fmla="*/ 3980873 w 4203900"/>
              <a:gd name="connsiteY90" fmla="*/ 1554746 h 3443701"/>
              <a:gd name="connsiteX91" fmla="*/ 4036291 w 4203900"/>
              <a:gd name="connsiteY91" fmla="*/ 1619401 h 3443701"/>
              <a:gd name="connsiteX92" fmla="*/ 4073237 w 4203900"/>
              <a:gd name="connsiteY92" fmla="*/ 1693291 h 3443701"/>
              <a:gd name="connsiteX93" fmla="*/ 4091709 w 4203900"/>
              <a:gd name="connsiteY93" fmla="*/ 1757946 h 3443701"/>
              <a:gd name="connsiteX94" fmla="*/ 4110182 w 4203900"/>
              <a:gd name="connsiteY94" fmla="*/ 1813364 h 3443701"/>
              <a:gd name="connsiteX95" fmla="*/ 4147127 w 4203900"/>
              <a:gd name="connsiteY95" fmla="*/ 2108928 h 3443701"/>
              <a:gd name="connsiteX96" fmla="*/ 4165600 w 4203900"/>
              <a:gd name="connsiteY96" fmla="*/ 2136637 h 3443701"/>
              <a:gd name="connsiteX97" fmla="*/ 4174837 w 4203900"/>
              <a:gd name="connsiteY97" fmla="*/ 2182819 h 3443701"/>
              <a:gd name="connsiteX98" fmla="*/ 4184073 w 4203900"/>
              <a:gd name="connsiteY98" fmla="*/ 2321364 h 3443701"/>
              <a:gd name="connsiteX99" fmla="*/ 4147127 w 4203900"/>
              <a:gd name="connsiteY99" fmla="*/ 2358310 h 3443701"/>
              <a:gd name="connsiteX100" fmla="*/ 4110182 w 4203900"/>
              <a:gd name="connsiteY100" fmla="*/ 2413728 h 3443701"/>
              <a:gd name="connsiteX101" fmla="*/ 4054764 w 4203900"/>
              <a:gd name="connsiteY101" fmla="*/ 2450673 h 3443701"/>
              <a:gd name="connsiteX102" fmla="*/ 3962400 w 4203900"/>
              <a:gd name="connsiteY102" fmla="*/ 2533801 h 3443701"/>
              <a:gd name="connsiteX103" fmla="*/ 3916218 w 4203900"/>
              <a:gd name="connsiteY103" fmla="*/ 2561510 h 3443701"/>
              <a:gd name="connsiteX104" fmla="*/ 3833091 w 4203900"/>
              <a:gd name="connsiteY104" fmla="*/ 2635401 h 3443701"/>
              <a:gd name="connsiteX105" fmla="*/ 3768437 w 4203900"/>
              <a:gd name="connsiteY105" fmla="*/ 2681582 h 3443701"/>
              <a:gd name="connsiteX106" fmla="*/ 3676073 w 4203900"/>
              <a:gd name="connsiteY106" fmla="*/ 2773946 h 3443701"/>
              <a:gd name="connsiteX107" fmla="*/ 3639127 w 4203900"/>
              <a:gd name="connsiteY107" fmla="*/ 2820128 h 3443701"/>
              <a:gd name="connsiteX108" fmla="*/ 3620655 w 4203900"/>
              <a:gd name="connsiteY108" fmla="*/ 2847837 h 3443701"/>
              <a:gd name="connsiteX109" fmla="*/ 3546764 w 4203900"/>
              <a:gd name="connsiteY109" fmla="*/ 2921728 h 3443701"/>
              <a:gd name="connsiteX110" fmla="*/ 3509818 w 4203900"/>
              <a:gd name="connsiteY110" fmla="*/ 2958673 h 3443701"/>
              <a:gd name="connsiteX111" fmla="*/ 3435927 w 4203900"/>
              <a:gd name="connsiteY111" fmla="*/ 2995619 h 3443701"/>
              <a:gd name="connsiteX112" fmla="*/ 3398982 w 4203900"/>
              <a:gd name="connsiteY112" fmla="*/ 3014091 h 3443701"/>
              <a:gd name="connsiteX113" fmla="*/ 3362037 w 4203900"/>
              <a:gd name="connsiteY113" fmla="*/ 3023328 h 3443701"/>
              <a:gd name="connsiteX114" fmla="*/ 3288146 w 4203900"/>
              <a:gd name="connsiteY114" fmla="*/ 3060273 h 3443701"/>
              <a:gd name="connsiteX115" fmla="*/ 3223491 w 4203900"/>
              <a:gd name="connsiteY115" fmla="*/ 3134164 h 3443701"/>
              <a:gd name="connsiteX116" fmla="*/ 3140364 w 4203900"/>
              <a:gd name="connsiteY116" fmla="*/ 3152637 h 3443701"/>
              <a:gd name="connsiteX117" fmla="*/ 2900218 w 4203900"/>
              <a:gd name="connsiteY117" fmla="*/ 3189582 h 3443701"/>
              <a:gd name="connsiteX118" fmla="*/ 2789382 w 4203900"/>
              <a:gd name="connsiteY118" fmla="*/ 3208055 h 3443701"/>
              <a:gd name="connsiteX119" fmla="*/ 2715491 w 4203900"/>
              <a:gd name="connsiteY119" fmla="*/ 3245001 h 3443701"/>
              <a:gd name="connsiteX120" fmla="*/ 2678546 w 4203900"/>
              <a:gd name="connsiteY120" fmla="*/ 3263473 h 3443701"/>
              <a:gd name="connsiteX121" fmla="*/ 2650837 w 4203900"/>
              <a:gd name="connsiteY121" fmla="*/ 3272710 h 3443701"/>
              <a:gd name="connsiteX122" fmla="*/ 2595418 w 4203900"/>
              <a:gd name="connsiteY122" fmla="*/ 3309655 h 3443701"/>
              <a:gd name="connsiteX123" fmla="*/ 2567709 w 4203900"/>
              <a:gd name="connsiteY123" fmla="*/ 3328128 h 3443701"/>
              <a:gd name="connsiteX124" fmla="*/ 2503055 w 4203900"/>
              <a:gd name="connsiteY124" fmla="*/ 3374310 h 3443701"/>
              <a:gd name="connsiteX125" fmla="*/ 2346037 w 4203900"/>
              <a:gd name="connsiteY125" fmla="*/ 3429728 h 3443701"/>
              <a:gd name="connsiteX126" fmla="*/ 2318327 w 4203900"/>
              <a:gd name="connsiteY126" fmla="*/ 3438964 h 3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203900" h="3443701">
                <a:moveTo>
                  <a:pt x="2318327" y="3438964"/>
                </a:moveTo>
                <a:cubicBezTo>
                  <a:pt x="2256751" y="3437425"/>
                  <a:pt x="2090327" y="3429241"/>
                  <a:pt x="1976582" y="3420491"/>
                </a:cubicBezTo>
                <a:cubicBezTo>
                  <a:pt x="1930129" y="3416918"/>
                  <a:pt x="1883993" y="3409678"/>
                  <a:pt x="1838037" y="3402019"/>
                </a:cubicBezTo>
                <a:cubicBezTo>
                  <a:pt x="1828433" y="3400418"/>
                  <a:pt x="1820004" y="3393857"/>
                  <a:pt x="1810327" y="3392782"/>
                </a:cubicBezTo>
                <a:cubicBezTo>
                  <a:pt x="1313333" y="3337561"/>
                  <a:pt x="1798252" y="3404253"/>
                  <a:pt x="1459346" y="3355837"/>
                </a:cubicBezTo>
                <a:cubicBezTo>
                  <a:pt x="1440873" y="3349679"/>
                  <a:pt x="1419772" y="3348682"/>
                  <a:pt x="1403927" y="3337364"/>
                </a:cubicBezTo>
                <a:cubicBezTo>
                  <a:pt x="1396005" y="3331705"/>
                  <a:pt x="1398526" y="3318604"/>
                  <a:pt x="1394691" y="3309655"/>
                </a:cubicBezTo>
                <a:cubicBezTo>
                  <a:pt x="1389267" y="3297000"/>
                  <a:pt x="1382376" y="3285025"/>
                  <a:pt x="1376218" y="3272710"/>
                </a:cubicBezTo>
                <a:cubicBezTo>
                  <a:pt x="1379297" y="3232686"/>
                  <a:pt x="1379194" y="3192288"/>
                  <a:pt x="1385455" y="3152637"/>
                </a:cubicBezTo>
                <a:cubicBezTo>
                  <a:pt x="1388492" y="3133403"/>
                  <a:pt x="1403573" y="3116688"/>
                  <a:pt x="1403927" y="3097219"/>
                </a:cubicBezTo>
                <a:cubicBezTo>
                  <a:pt x="1406670" y="2946352"/>
                  <a:pt x="1399891" y="2795439"/>
                  <a:pt x="1394691" y="2644637"/>
                </a:cubicBezTo>
                <a:cubicBezTo>
                  <a:pt x="1394076" y="2626793"/>
                  <a:pt x="1382858" y="2532653"/>
                  <a:pt x="1376218" y="2506091"/>
                </a:cubicBezTo>
                <a:cubicBezTo>
                  <a:pt x="1371495" y="2487201"/>
                  <a:pt x="1362763" y="2469487"/>
                  <a:pt x="1357746" y="2450673"/>
                </a:cubicBezTo>
                <a:cubicBezTo>
                  <a:pt x="1347587" y="2412578"/>
                  <a:pt x="1333795" y="2332638"/>
                  <a:pt x="1320800" y="2293655"/>
                </a:cubicBezTo>
                <a:cubicBezTo>
                  <a:pt x="1316446" y="2280593"/>
                  <a:pt x="1307751" y="2269365"/>
                  <a:pt x="1302327" y="2256710"/>
                </a:cubicBezTo>
                <a:cubicBezTo>
                  <a:pt x="1290436" y="2228964"/>
                  <a:pt x="1295042" y="2219288"/>
                  <a:pt x="1274618" y="2192055"/>
                </a:cubicBezTo>
                <a:cubicBezTo>
                  <a:pt x="1264168" y="2178122"/>
                  <a:pt x="1249141" y="2168217"/>
                  <a:pt x="1237673" y="2155110"/>
                </a:cubicBezTo>
                <a:cubicBezTo>
                  <a:pt x="1227536" y="2143525"/>
                  <a:pt x="1218912" y="2130691"/>
                  <a:pt x="1209964" y="2118164"/>
                </a:cubicBezTo>
                <a:cubicBezTo>
                  <a:pt x="1203512" y="2109131"/>
                  <a:pt x="1199340" y="2098304"/>
                  <a:pt x="1191491" y="2090455"/>
                </a:cubicBezTo>
                <a:cubicBezTo>
                  <a:pt x="1183642" y="2082606"/>
                  <a:pt x="1173018" y="2078140"/>
                  <a:pt x="1163782" y="2071982"/>
                </a:cubicBezTo>
                <a:cubicBezTo>
                  <a:pt x="1157624" y="2059667"/>
                  <a:pt x="1154124" y="2045614"/>
                  <a:pt x="1145309" y="2035037"/>
                </a:cubicBezTo>
                <a:cubicBezTo>
                  <a:pt x="1134255" y="2021773"/>
                  <a:pt x="1092661" y="2005595"/>
                  <a:pt x="1080655" y="1998091"/>
                </a:cubicBezTo>
                <a:cubicBezTo>
                  <a:pt x="1067601" y="1989932"/>
                  <a:pt x="1056024" y="1979618"/>
                  <a:pt x="1043709" y="1970382"/>
                </a:cubicBezTo>
                <a:cubicBezTo>
                  <a:pt x="1040630" y="1961146"/>
                  <a:pt x="1040706" y="1950152"/>
                  <a:pt x="1034473" y="1942673"/>
                </a:cubicBezTo>
                <a:cubicBezTo>
                  <a:pt x="1002975" y="1904875"/>
                  <a:pt x="996571" y="1923483"/>
                  <a:pt x="960582" y="1896491"/>
                </a:cubicBezTo>
                <a:cubicBezTo>
                  <a:pt x="946649" y="1886041"/>
                  <a:pt x="938571" y="1868506"/>
                  <a:pt x="923637" y="1859546"/>
                </a:cubicBezTo>
                <a:cubicBezTo>
                  <a:pt x="906940" y="1849528"/>
                  <a:pt x="886298" y="1848305"/>
                  <a:pt x="868218" y="1841073"/>
                </a:cubicBezTo>
                <a:cubicBezTo>
                  <a:pt x="855434" y="1835960"/>
                  <a:pt x="843079" y="1829685"/>
                  <a:pt x="831273" y="1822601"/>
                </a:cubicBezTo>
                <a:cubicBezTo>
                  <a:pt x="812235" y="1811178"/>
                  <a:pt x="797394" y="1791039"/>
                  <a:pt x="775855" y="1785655"/>
                </a:cubicBezTo>
                <a:lnTo>
                  <a:pt x="738909" y="1776419"/>
                </a:lnTo>
                <a:cubicBezTo>
                  <a:pt x="671433" y="1708943"/>
                  <a:pt x="765668" y="1797337"/>
                  <a:pt x="637309" y="1711764"/>
                </a:cubicBezTo>
                <a:cubicBezTo>
                  <a:pt x="509420" y="1626505"/>
                  <a:pt x="600519" y="1678992"/>
                  <a:pt x="508000" y="1637873"/>
                </a:cubicBezTo>
                <a:cubicBezTo>
                  <a:pt x="495418" y="1632281"/>
                  <a:pt x="483947" y="1624235"/>
                  <a:pt x="471055" y="1619401"/>
                </a:cubicBezTo>
                <a:cubicBezTo>
                  <a:pt x="456142" y="1613808"/>
                  <a:pt x="400475" y="1603438"/>
                  <a:pt x="387927" y="1600928"/>
                </a:cubicBezTo>
                <a:cubicBezTo>
                  <a:pt x="378691" y="1591692"/>
                  <a:pt x="371295" y="1580142"/>
                  <a:pt x="360218" y="1573219"/>
                </a:cubicBezTo>
                <a:cubicBezTo>
                  <a:pt x="345528" y="1564037"/>
                  <a:pt x="271547" y="1540583"/>
                  <a:pt x="258618" y="1536273"/>
                </a:cubicBezTo>
                <a:cubicBezTo>
                  <a:pt x="246303" y="1527037"/>
                  <a:pt x="232558" y="1519449"/>
                  <a:pt x="221673" y="1508564"/>
                </a:cubicBezTo>
                <a:cubicBezTo>
                  <a:pt x="158564" y="1445455"/>
                  <a:pt x="196679" y="1466029"/>
                  <a:pt x="138546" y="1416201"/>
                </a:cubicBezTo>
                <a:cubicBezTo>
                  <a:pt x="130118" y="1408977"/>
                  <a:pt x="119134" y="1405103"/>
                  <a:pt x="110837" y="1397728"/>
                </a:cubicBezTo>
                <a:cubicBezTo>
                  <a:pt x="82187" y="1372262"/>
                  <a:pt x="33818" y="1325251"/>
                  <a:pt x="18473" y="1286891"/>
                </a:cubicBezTo>
                <a:lnTo>
                  <a:pt x="0" y="1240710"/>
                </a:lnTo>
                <a:cubicBezTo>
                  <a:pt x="3079" y="1182213"/>
                  <a:pt x="2523" y="1123411"/>
                  <a:pt x="9237" y="1065219"/>
                </a:cubicBezTo>
                <a:cubicBezTo>
                  <a:pt x="12367" y="1038091"/>
                  <a:pt x="38596" y="972961"/>
                  <a:pt x="46182" y="945146"/>
                </a:cubicBezTo>
                <a:cubicBezTo>
                  <a:pt x="66760" y="869693"/>
                  <a:pt x="37837" y="925424"/>
                  <a:pt x="83127" y="862019"/>
                </a:cubicBezTo>
                <a:cubicBezTo>
                  <a:pt x="96237" y="843666"/>
                  <a:pt x="114219" y="812454"/>
                  <a:pt x="129309" y="797364"/>
                </a:cubicBezTo>
                <a:cubicBezTo>
                  <a:pt x="137158" y="789515"/>
                  <a:pt x="146292" y="781751"/>
                  <a:pt x="157018" y="778891"/>
                </a:cubicBezTo>
                <a:cubicBezTo>
                  <a:pt x="231871" y="758930"/>
                  <a:pt x="321187" y="756609"/>
                  <a:pt x="397164" y="751182"/>
                </a:cubicBezTo>
                <a:cubicBezTo>
                  <a:pt x="495129" y="718528"/>
                  <a:pt x="297122" y="782516"/>
                  <a:pt x="572655" y="723473"/>
                </a:cubicBezTo>
                <a:cubicBezTo>
                  <a:pt x="610734" y="715313"/>
                  <a:pt x="651088" y="708130"/>
                  <a:pt x="683491" y="686528"/>
                </a:cubicBezTo>
                <a:cubicBezTo>
                  <a:pt x="717220" y="664042"/>
                  <a:pt x="743177" y="645082"/>
                  <a:pt x="785091" y="631110"/>
                </a:cubicBezTo>
                <a:lnTo>
                  <a:pt x="840509" y="612637"/>
                </a:lnTo>
                <a:cubicBezTo>
                  <a:pt x="852824" y="603401"/>
                  <a:pt x="864928" y="593876"/>
                  <a:pt x="877455" y="584928"/>
                </a:cubicBezTo>
                <a:cubicBezTo>
                  <a:pt x="886488" y="578476"/>
                  <a:pt x="898057" y="574983"/>
                  <a:pt x="905164" y="566455"/>
                </a:cubicBezTo>
                <a:cubicBezTo>
                  <a:pt x="913979" y="555878"/>
                  <a:pt x="916806" y="541465"/>
                  <a:pt x="923637" y="529510"/>
                </a:cubicBezTo>
                <a:cubicBezTo>
                  <a:pt x="942394" y="496685"/>
                  <a:pt x="948970" y="494940"/>
                  <a:pt x="979055" y="464855"/>
                </a:cubicBezTo>
                <a:cubicBezTo>
                  <a:pt x="991370" y="440225"/>
                  <a:pt x="1007291" y="417088"/>
                  <a:pt x="1016000" y="390964"/>
                </a:cubicBezTo>
                <a:cubicBezTo>
                  <a:pt x="1019079" y="381728"/>
                  <a:pt x="1019155" y="370858"/>
                  <a:pt x="1025237" y="363255"/>
                </a:cubicBezTo>
                <a:cubicBezTo>
                  <a:pt x="1032172" y="354587"/>
                  <a:pt x="1043710" y="350940"/>
                  <a:pt x="1052946" y="344782"/>
                </a:cubicBezTo>
                <a:cubicBezTo>
                  <a:pt x="1059103" y="329388"/>
                  <a:pt x="1065597" y="314125"/>
                  <a:pt x="1071418" y="298601"/>
                </a:cubicBezTo>
                <a:cubicBezTo>
                  <a:pt x="1084190" y="264543"/>
                  <a:pt x="1090933" y="223668"/>
                  <a:pt x="1117600" y="197001"/>
                </a:cubicBezTo>
                <a:cubicBezTo>
                  <a:pt x="1180890" y="133711"/>
                  <a:pt x="1125839" y="180973"/>
                  <a:pt x="1191491" y="141582"/>
                </a:cubicBezTo>
                <a:cubicBezTo>
                  <a:pt x="1210528" y="130159"/>
                  <a:pt x="1227052" y="114566"/>
                  <a:pt x="1246909" y="104637"/>
                </a:cubicBezTo>
                <a:cubicBezTo>
                  <a:pt x="1267490" y="94347"/>
                  <a:pt x="1360263" y="69750"/>
                  <a:pt x="1376218" y="67691"/>
                </a:cubicBezTo>
                <a:cubicBezTo>
                  <a:pt x="1446713" y="58595"/>
                  <a:pt x="1517843" y="55376"/>
                  <a:pt x="1588655" y="49219"/>
                </a:cubicBezTo>
                <a:cubicBezTo>
                  <a:pt x="1631758" y="39983"/>
                  <a:pt x="1673891" y="22400"/>
                  <a:pt x="1717964" y="21510"/>
                </a:cubicBezTo>
                <a:cubicBezTo>
                  <a:pt x="2432558" y="7074"/>
                  <a:pt x="2258456" y="-30405"/>
                  <a:pt x="2576946" y="49219"/>
                </a:cubicBezTo>
                <a:cubicBezTo>
                  <a:pt x="2589261" y="58455"/>
                  <a:pt x="2599877" y="70558"/>
                  <a:pt x="2613891" y="76928"/>
                </a:cubicBezTo>
                <a:cubicBezTo>
                  <a:pt x="2634296" y="86203"/>
                  <a:pt x="2657626" y="87355"/>
                  <a:pt x="2678546" y="95401"/>
                </a:cubicBezTo>
                <a:cubicBezTo>
                  <a:pt x="2697822" y="102815"/>
                  <a:pt x="2715491" y="113874"/>
                  <a:pt x="2733964" y="123110"/>
                </a:cubicBezTo>
                <a:cubicBezTo>
                  <a:pt x="2754002" y="149827"/>
                  <a:pt x="2771289" y="176505"/>
                  <a:pt x="2798618" y="197001"/>
                </a:cubicBezTo>
                <a:cubicBezTo>
                  <a:pt x="2809633" y="205262"/>
                  <a:pt x="2823249" y="209316"/>
                  <a:pt x="2835564" y="215473"/>
                </a:cubicBezTo>
                <a:cubicBezTo>
                  <a:pt x="2860194" y="240103"/>
                  <a:pt x="2880473" y="270042"/>
                  <a:pt x="2909455" y="289364"/>
                </a:cubicBezTo>
                <a:cubicBezTo>
                  <a:pt x="2941210" y="310534"/>
                  <a:pt x="2950441" y="315533"/>
                  <a:pt x="2983346" y="344782"/>
                </a:cubicBezTo>
                <a:cubicBezTo>
                  <a:pt x="2996363" y="356353"/>
                  <a:pt x="3007976" y="369413"/>
                  <a:pt x="3020291" y="381728"/>
                </a:cubicBezTo>
                <a:cubicBezTo>
                  <a:pt x="3039263" y="438645"/>
                  <a:pt x="3023685" y="401648"/>
                  <a:pt x="3084946" y="483328"/>
                </a:cubicBezTo>
                <a:lnTo>
                  <a:pt x="3084946" y="483328"/>
                </a:lnTo>
                <a:cubicBezTo>
                  <a:pt x="3141881" y="597199"/>
                  <a:pt x="3109091" y="549247"/>
                  <a:pt x="3177309" y="631110"/>
                </a:cubicBezTo>
                <a:cubicBezTo>
                  <a:pt x="3183467" y="646504"/>
                  <a:pt x="3187252" y="663074"/>
                  <a:pt x="3195782" y="677291"/>
                </a:cubicBezTo>
                <a:cubicBezTo>
                  <a:pt x="3221380" y="719954"/>
                  <a:pt x="3226619" y="719401"/>
                  <a:pt x="3260437" y="741946"/>
                </a:cubicBezTo>
                <a:cubicBezTo>
                  <a:pt x="3300007" y="821088"/>
                  <a:pt x="3252643" y="736093"/>
                  <a:pt x="3343564" y="843546"/>
                </a:cubicBezTo>
                <a:cubicBezTo>
                  <a:pt x="3411165" y="923438"/>
                  <a:pt x="3348340" y="875434"/>
                  <a:pt x="3417455" y="935910"/>
                </a:cubicBezTo>
                <a:cubicBezTo>
                  <a:pt x="3455330" y="969051"/>
                  <a:pt x="3458226" y="958411"/>
                  <a:pt x="3491346" y="1000564"/>
                </a:cubicBezTo>
                <a:cubicBezTo>
                  <a:pt x="3514565" y="1030115"/>
                  <a:pt x="3531941" y="1064057"/>
                  <a:pt x="3556000" y="1092928"/>
                </a:cubicBezTo>
                <a:cubicBezTo>
                  <a:pt x="3578299" y="1119687"/>
                  <a:pt x="3605261" y="1142189"/>
                  <a:pt x="3629891" y="1166819"/>
                </a:cubicBezTo>
                <a:cubicBezTo>
                  <a:pt x="3642206" y="1179134"/>
                  <a:pt x="3657876" y="1188830"/>
                  <a:pt x="3666837" y="1203764"/>
                </a:cubicBezTo>
                <a:cubicBezTo>
                  <a:pt x="3715313" y="1284559"/>
                  <a:pt x="3670397" y="1218161"/>
                  <a:pt x="3731491" y="1286891"/>
                </a:cubicBezTo>
                <a:cubicBezTo>
                  <a:pt x="3746816" y="1304131"/>
                  <a:pt x="3783210" y="1356716"/>
                  <a:pt x="3805382" y="1370019"/>
                </a:cubicBezTo>
                <a:cubicBezTo>
                  <a:pt x="3822079" y="1380037"/>
                  <a:pt x="3842327" y="1382334"/>
                  <a:pt x="3860800" y="1388491"/>
                </a:cubicBezTo>
                <a:cubicBezTo>
                  <a:pt x="3866958" y="1400806"/>
                  <a:pt x="3871012" y="1414422"/>
                  <a:pt x="3879273" y="1425437"/>
                </a:cubicBezTo>
                <a:cubicBezTo>
                  <a:pt x="3901670" y="1455299"/>
                  <a:pt x="3916003" y="1462239"/>
                  <a:pt x="3943927" y="1480855"/>
                </a:cubicBezTo>
                <a:cubicBezTo>
                  <a:pt x="3956191" y="1511516"/>
                  <a:pt x="3960120" y="1530535"/>
                  <a:pt x="3980873" y="1554746"/>
                </a:cubicBezTo>
                <a:cubicBezTo>
                  <a:pt x="4014800" y="1594328"/>
                  <a:pt x="4015084" y="1580523"/>
                  <a:pt x="4036291" y="1619401"/>
                </a:cubicBezTo>
                <a:cubicBezTo>
                  <a:pt x="4049477" y="1643576"/>
                  <a:pt x="4064529" y="1667167"/>
                  <a:pt x="4073237" y="1693291"/>
                </a:cubicBezTo>
                <a:cubicBezTo>
                  <a:pt x="4104293" y="1786464"/>
                  <a:pt x="4056897" y="1641906"/>
                  <a:pt x="4091709" y="1757946"/>
                </a:cubicBezTo>
                <a:cubicBezTo>
                  <a:pt x="4097304" y="1776597"/>
                  <a:pt x="4104024" y="1794891"/>
                  <a:pt x="4110182" y="1813364"/>
                </a:cubicBezTo>
                <a:cubicBezTo>
                  <a:pt x="4122316" y="1983244"/>
                  <a:pt x="4091172" y="2011005"/>
                  <a:pt x="4147127" y="2108928"/>
                </a:cubicBezTo>
                <a:cubicBezTo>
                  <a:pt x="4152634" y="2118566"/>
                  <a:pt x="4159442" y="2127401"/>
                  <a:pt x="4165600" y="2136637"/>
                </a:cubicBezTo>
                <a:cubicBezTo>
                  <a:pt x="4168679" y="2152031"/>
                  <a:pt x="4169873" y="2167926"/>
                  <a:pt x="4174837" y="2182819"/>
                </a:cubicBezTo>
                <a:cubicBezTo>
                  <a:pt x="4197245" y="2250042"/>
                  <a:pt x="4222396" y="2206394"/>
                  <a:pt x="4184073" y="2321364"/>
                </a:cubicBezTo>
                <a:cubicBezTo>
                  <a:pt x="4178565" y="2337887"/>
                  <a:pt x="4158007" y="2344710"/>
                  <a:pt x="4147127" y="2358310"/>
                </a:cubicBezTo>
                <a:cubicBezTo>
                  <a:pt x="4133258" y="2375646"/>
                  <a:pt x="4125881" y="2398029"/>
                  <a:pt x="4110182" y="2413728"/>
                </a:cubicBezTo>
                <a:cubicBezTo>
                  <a:pt x="4094483" y="2429427"/>
                  <a:pt x="4070463" y="2434974"/>
                  <a:pt x="4054764" y="2450673"/>
                </a:cubicBezTo>
                <a:cubicBezTo>
                  <a:pt x="4017901" y="2487536"/>
                  <a:pt x="4004520" y="2504317"/>
                  <a:pt x="3962400" y="2533801"/>
                </a:cubicBezTo>
                <a:cubicBezTo>
                  <a:pt x="3947693" y="2544096"/>
                  <a:pt x="3930925" y="2551215"/>
                  <a:pt x="3916218" y="2561510"/>
                </a:cubicBezTo>
                <a:cubicBezTo>
                  <a:pt x="3818411" y="2629975"/>
                  <a:pt x="3917571" y="2566281"/>
                  <a:pt x="3833091" y="2635401"/>
                </a:cubicBezTo>
                <a:cubicBezTo>
                  <a:pt x="3812593" y="2652172"/>
                  <a:pt x="3788296" y="2664059"/>
                  <a:pt x="3768437" y="2681582"/>
                </a:cubicBezTo>
                <a:cubicBezTo>
                  <a:pt x="3735788" y="2710390"/>
                  <a:pt x="3703273" y="2739946"/>
                  <a:pt x="3676073" y="2773946"/>
                </a:cubicBezTo>
                <a:cubicBezTo>
                  <a:pt x="3663758" y="2789340"/>
                  <a:pt x="3650955" y="2804357"/>
                  <a:pt x="3639127" y="2820128"/>
                </a:cubicBezTo>
                <a:cubicBezTo>
                  <a:pt x="3632467" y="2829008"/>
                  <a:pt x="3628122" y="2839623"/>
                  <a:pt x="3620655" y="2847837"/>
                </a:cubicBezTo>
                <a:cubicBezTo>
                  <a:pt x="3597224" y="2873611"/>
                  <a:pt x="3571394" y="2897098"/>
                  <a:pt x="3546764" y="2921728"/>
                </a:cubicBezTo>
                <a:cubicBezTo>
                  <a:pt x="3534449" y="2934043"/>
                  <a:pt x="3525396" y="2950884"/>
                  <a:pt x="3509818" y="2958673"/>
                </a:cubicBezTo>
                <a:lnTo>
                  <a:pt x="3435927" y="2995619"/>
                </a:lnTo>
                <a:cubicBezTo>
                  <a:pt x="3423612" y="3001776"/>
                  <a:pt x="3412339" y="3010751"/>
                  <a:pt x="3398982" y="3014091"/>
                </a:cubicBezTo>
                <a:cubicBezTo>
                  <a:pt x="3386667" y="3017170"/>
                  <a:pt x="3373755" y="3018446"/>
                  <a:pt x="3362037" y="3023328"/>
                </a:cubicBezTo>
                <a:cubicBezTo>
                  <a:pt x="3336618" y="3033919"/>
                  <a:pt x="3288146" y="3060273"/>
                  <a:pt x="3288146" y="3060273"/>
                </a:cubicBezTo>
                <a:cubicBezTo>
                  <a:pt x="3287042" y="3061653"/>
                  <a:pt x="3235985" y="3128958"/>
                  <a:pt x="3223491" y="3134164"/>
                </a:cubicBezTo>
                <a:cubicBezTo>
                  <a:pt x="3197290" y="3145081"/>
                  <a:pt x="3168073" y="3146479"/>
                  <a:pt x="3140364" y="3152637"/>
                </a:cubicBezTo>
                <a:cubicBezTo>
                  <a:pt x="3041587" y="3202025"/>
                  <a:pt x="3122062" y="3167398"/>
                  <a:pt x="2900218" y="3189582"/>
                </a:cubicBezTo>
                <a:cubicBezTo>
                  <a:pt x="2828151" y="3196789"/>
                  <a:pt x="2843033" y="3194642"/>
                  <a:pt x="2789382" y="3208055"/>
                </a:cubicBezTo>
                <a:lnTo>
                  <a:pt x="2715491" y="3245001"/>
                </a:lnTo>
                <a:cubicBezTo>
                  <a:pt x="2703176" y="3251158"/>
                  <a:pt x="2691608" y="3259119"/>
                  <a:pt x="2678546" y="3263473"/>
                </a:cubicBezTo>
                <a:cubicBezTo>
                  <a:pt x="2669310" y="3266552"/>
                  <a:pt x="2659348" y="3267982"/>
                  <a:pt x="2650837" y="3272710"/>
                </a:cubicBezTo>
                <a:cubicBezTo>
                  <a:pt x="2631429" y="3283492"/>
                  <a:pt x="2613891" y="3297340"/>
                  <a:pt x="2595418" y="3309655"/>
                </a:cubicBezTo>
                <a:lnTo>
                  <a:pt x="2567709" y="3328128"/>
                </a:lnTo>
                <a:cubicBezTo>
                  <a:pt x="2537800" y="3372994"/>
                  <a:pt x="2562891" y="3346694"/>
                  <a:pt x="2503055" y="3374310"/>
                </a:cubicBezTo>
                <a:cubicBezTo>
                  <a:pt x="2387821" y="3427494"/>
                  <a:pt x="2472491" y="3401627"/>
                  <a:pt x="2346037" y="3429728"/>
                </a:cubicBezTo>
                <a:cubicBezTo>
                  <a:pt x="2311082" y="3453031"/>
                  <a:pt x="2379903" y="3440503"/>
                  <a:pt x="2318327" y="3438964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52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5338165" y="3491345"/>
            <a:ext cx="3944380" cy="1644073"/>
          </a:xfrm>
          <a:custGeom>
            <a:avLst/>
            <a:gdLst>
              <a:gd name="connsiteX0" fmla="*/ 268308 w 3944380"/>
              <a:gd name="connsiteY0" fmla="*/ 526473 h 1644073"/>
              <a:gd name="connsiteX1" fmla="*/ 296017 w 3944380"/>
              <a:gd name="connsiteY1" fmla="*/ 415637 h 1644073"/>
              <a:gd name="connsiteX2" fmla="*/ 314490 w 3944380"/>
              <a:gd name="connsiteY2" fmla="*/ 387928 h 1644073"/>
              <a:gd name="connsiteX3" fmla="*/ 434562 w 3944380"/>
              <a:gd name="connsiteY3" fmla="*/ 332510 h 1644073"/>
              <a:gd name="connsiteX4" fmla="*/ 508453 w 3944380"/>
              <a:gd name="connsiteY4" fmla="*/ 295564 h 1644073"/>
              <a:gd name="connsiteX5" fmla="*/ 545399 w 3944380"/>
              <a:gd name="connsiteY5" fmla="*/ 277091 h 1644073"/>
              <a:gd name="connsiteX6" fmla="*/ 600817 w 3944380"/>
              <a:gd name="connsiteY6" fmla="*/ 258619 h 1644073"/>
              <a:gd name="connsiteX7" fmla="*/ 693180 w 3944380"/>
              <a:gd name="connsiteY7" fmla="*/ 221673 h 1644073"/>
              <a:gd name="connsiteX8" fmla="*/ 739362 w 3944380"/>
              <a:gd name="connsiteY8" fmla="*/ 203200 h 1644073"/>
              <a:gd name="connsiteX9" fmla="*/ 822490 w 3944380"/>
              <a:gd name="connsiteY9" fmla="*/ 184728 h 1644073"/>
              <a:gd name="connsiteX10" fmla="*/ 877908 w 3944380"/>
              <a:gd name="connsiteY10" fmla="*/ 166255 h 1644073"/>
              <a:gd name="connsiteX11" fmla="*/ 924090 w 3944380"/>
              <a:gd name="connsiteY11" fmla="*/ 157019 h 1644073"/>
              <a:gd name="connsiteX12" fmla="*/ 988744 w 3944380"/>
              <a:gd name="connsiteY12" fmla="*/ 138546 h 1644073"/>
              <a:gd name="connsiteX13" fmla="*/ 1191944 w 3944380"/>
              <a:gd name="connsiteY13" fmla="*/ 110837 h 1644073"/>
              <a:gd name="connsiteX14" fmla="*/ 1228890 w 3944380"/>
              <a:gd name="connsiteY14" fmla="*/ 101600 h 1644073"/>
              <a:gd name="connsiteX15" fmla="*/ 1265835 w 3944380"/>
              <a:gd name="connsiteY15" fmla="*/ 83128 h 1644073"/>
              <a:gd name="connsiteX16" fmla="*/ 1432090 w 3944380"/>
              <a:gd name="connsiteY16" fmla="*/ 55419 h 1644073"/>
              <a:gd name="connsiteX17" fmla="*/ 1478271 w 3944380"/>
              <a:gd name="connsiteY17" fmla="*/ 36946 h 1644073"/>
              <a:gd name="connsiteX18" fmla="*/ 1542926 w 3944380"/>
              <a:gd name="connsiteY18" fmla="*/ 18473 h 1644073"/>
              <a:gd name="connsiteX19" fmla="*/ 1570635 w 3944380"/>
              <a:gd name="connsiteY19" fmla="*/ 0 h 1644073"/>
              <a:gd name="connsiteX20" fmla="*/ 2087871 w 3944380"/>
              <a:gd name="connsiteY20" fmla="*/ 27710 h 1644073"/>
              <a:gd name="connsiteX21" fmla="*/ 2328017 w 3944380"/>
              <a:gd name="connsiteY21" fmla="*/ 64655 h 1644073"/>
              <a:gd name="connsiteX22" fmla="*/ 2521980 w 3944380"/>
              <a:gd name="connsiteY22" fmla="*/ 83128 h 1644073"/>
              <a:gd name="connsiteX23" fmla="*/ 2715944 w 3944380"/>
              <a:gd name="connsiteY23" fmla="*/ 129310 h 1644073"/>
              <a:gd name="connsiteX24" fmla="*/ 2789835 w 3944380"/>
              <a:gd name="connsiteY24" fmla="*/ 157019 h 1644073"/>
              <a:gd name="connsiteX25" fmla="*/ 2900671 w 3944380"/>
              <a:gd name="connsiteY25" fmla="*/ 221673 h 1644073"/>
              <a:gd name="connsiteX26" fmla="*/ 2983799 w 3944380"/>
              <a:gd name="connsiteY26" fmla="*/ 240146 h 1644073"/>
              <a:gd name="connsiteX27" fmla="*/ 3048453 w 3944380"/>
              <a:gd name="connsiteY27" fmla="*/ 277091 h 1644073"/>
              <a:gd name="connsiteX28" fmla="*/ 3085399 w 3944380"/>
              <a:gd name="connsiteY28" fmla="*/ 295564 h 1644073"/>
              <a:gd name="connsiteX29" fmla="*/ 3113108 w 3944380"/>
              <a:gd name="connsiteY29" fmla="*/ 314037 h 1644073"/>
              <a:gd name="connsiteX30" fmla="*/ 3168526 w 3944380"/>
              <a:gd name="connsiteY30" fmla="*/ 323273 h 1644073"/>
              <a:gd name="connsiteX31" fmla="*/ 3214708 w 3944380"/>
              <a:gd name="connsiteY31" fmla="*/ 341746 h 1644073"/>
              <a:gd name="connsiteX32" fmla="*/ 3279362 w 3944380"/>
              <a:gd name="connsiteY32" fmla="*/ 360219 h 1644073"/>
              <a:gd name="connsiteX33" fmla="*/ 3380962 w 3944380"/>
              <a:gd name="connsiteY33" fmla="*/ 406400 h 1644073"/>
              <a:gd name="connsiteX34" fmla="*/ 3482562 w 3944380"/>
              <a:gd name="connsiteY34" fmla="*/ 443346 h 1644073"/>
              <a:gd name="connsiteX35" fmla="*/ 3556453 w 3944380"/>
              <a:gd name="connsiteY35" fmla="*/ 489528 h 1644073"/>
              <a:gd name="connsiteX36" fmla="*/ 3593399 w 3944380"/>
              <a:gd name="connsiteY36" fmla="*/ 508000 h 1644073"/>
              <a:gd name="connsiteX37" fmla="*/ 3621108 w 3944380"/>
              <a:gd name="connsiteY37" fmla="*/ 526473 h 1644073"/>
              <a:gd name="connsiteX38" fmla="*/ 3676526 w 3944380"/>
              <a:gd name="connsiteY38" fmla="*/ 535710 h 1644073"/>
              <a:gd name="connsiteX39" fmla="*/ 3713471 w 3944380"/>
              <a:gd name="connsiteY39" fmla="*/ 572655 h 1644073"/>
              <a:gd name="connsiteX40" fmla="*/ 3750417 w 3944380"/>
              <a:gd name="connsiteY40" fmla="*/ 591128 h 1644073"/>
              <a:gd name="connsiteX41" fmla="*/ 3759653 w 3944380"/>
              <a:gd name="connsiteY41" fmla="*/ 628073 h 1644073"/>
              <a:gd name="connsiteX42" fmla="*/ 3796599 w 3944380"/>
              <a:gd name="connsiteY42" fmla="*/ 655782 h 1644073"/>
              <a:gd name="connsiteX43" fmla="*/ 3815071 w 3944380"/>
              <a:gd name="connsiteY43" fmla="*/ 711200 h 1644073"/>
              <a:gd name="connsiteX44" fmla="*/ 3870490 w 3944380"/>
              <a:gd name="connsiteY44" fmla="*/ 757382 h 1644073"/>
              <a:gd name="connsiteX45" fmla="*/ 3925908 w 3944380"/>
              <a:gd name="connsiteY45" fmla="*/ 905164 h 1644073"/>
              <a:gd name="connsiteX46" fmla="*/ 3944380 w 3944380"/>
              <a:gd name="connsiteY46" fmla="*/ 1006764 h 1644073"/>
              <a:gd name="connsiteX47" fmla="*/ 3935144 w 3944380"/>
              <a:gd name="connsiteY47" fmla="*/ 1154546 h 1644073"/>
              <a:gd name="connsiteX48" fmla="*/ 3898199 w 3944380"/>
              <a:gd name="connsiteY48" fmla="*/ 1228437 h 1644073"/>
              <a:gd name="connsiteX49" fmla="*/ 3879726 w 3944380"/>
              <a:gd name="connsiteY49" fmla="*/ 1265382 h 1644073"/>
              <a:gd name="connsiteX50" fmla="*/ 3861253 w 3944380"/>
              <a:gd name="connsiteY50" fmla="*/ 1320800 h 1644073"/>
              <a:gd name="connsiteX51" fmla="*/ 3833544 w 3944380"/>
              <a:gd name="connsiteY51" fmla="*/ 1339273 h 1644073"/>
              <a:gd name="connsiteX52" fmla="*/ 3750417 w 3944380"/>
              <a:gd name="connsiteY52" fmla="*/ 1385455 h 1644073"/>
              <a:gd name="connsiteX53" fmla="*/ 3713471 w 3944380"/>
              <a:gd name="connsiteY53" fmla="*/ 1422400 h 1644073"/>
              <a:gd name="connsiteX54" fmla="*/ 3639580 w 3944380"/>
              <a:gd name="connsiteY54" fmla="*/ 1450110 h 1644073"/>
              <a:gd name="connsiteX55" fmla="*/ 3602635 w 3944380"/>
              <a:gd name="connsiteY55" fmla="*/ 1487055 h 1644073"/>
              <a:gd name="connsiteX56" fmla="*/ 3574926 w 3944380"/>
              <a:gd name="connsiteY56" fmla="*/ 1505528 h 1644073"/>
              <a:gd name="connsiteX57" fmla="*/ 3519508 w 3944380"/>
              <a:gd name="connsiteY57" fmla="*/ 1570182 h 1644073"/>
              <a:gd name="connsiteX58" fmla="*/ 3482562 w 3944380"/>
              <a:gd name="connsiteY58" fmla="*/ 1588655 h 1644073"/>
              <a:gd name="connsiteX59" fmla="*/ 3390199 w 3944380"/>
              <a:gd name="connsiteY59" fmla="*/ 1644073 h 1644073"/>
              <a:gd name="connsiteX60" fmla="*/ 3066926 w 3944380"/>
              <a:gd name="connsiteY60" fmla="*/ 1634837 h 1644073"/>
              <a:gd name="connsiteX61" fmla="*/ 2032453 w 3944380"/>
              <a:gd name="connsiteY61" fmla="*/ 1616364 h 1644073"/>
              <a:gd name="connsiteX62" fmla="*/ 1875435 w 3944380"/>
              <a:gd name="connsiteY62" fmla="*/ 1597891 h 1644073"/>
              <a:gd name="connsiteX63" fmla="*/ 1718417 w 3944380"/>
              <a:gd name="connsiteY63" fmla="*/ 1579419 h 1644073"/>
              <a:gd name="connsiteX64" fmla="*/ 1607580 w 3944380"/>
              <a:gd name="connsiteY64" fmla="*/ 1560946 h 1644073"/>
              <a:gd name="connsiteX65" fmla="*/ 1579871 w 3944380"/>
              <a:gd name="connsiteY65" fmla="*/ 1542473 h 1644073"/>
              <a:gd name="connsiteX66" fmla="*/ 1404380 w 3944380"/>
              <a:gd name="connsiteY66" fmla="*/ 1505528 h 1644073"/>
              <a:gd name="connsiteX67" fmla="*/ 1302780 w 3944380"/>
              <a:gd name="connsiteY67" fmla="*/ 1477819 h 1644073"/>
              <a:gd name="connsiteX68" fmla="*/ 997980 w 3944380"/>
              <a:gd name="connsiteY68" fmla="*/ 1459346 h 1644073"/>
              <a:gd name="connsiteX69" fmla="*/ 711653 w 3944380"/>
              <a:gd name="connsiteY69" fmla="*/ 1422400 h 1644073"/>
              <a:gd name="connsiteX70" fmla="*/ 480744 w 3944380"/>
              <a:gd name="connsiteY70" fmla="*/ 1403928 h 1644073"/>
              <a:gd name="connsiteX71" fmla="*/ 388380 w 3944380"/>
              <a:gd name="connsiteY71" fmla="*/ 1366982 h 1644073"/>
              <a:gd name="connsiteX72" fmla="*/ 360671 w 3944380"/>
              <a:gd name="connsiteY72" fmla="*/ 1348510 h 1644073"/>
              <a:gd name="connsiteX73" fmla="*/ 314490 w 3944380"/>
              <a:gd name="connsiteY73" fmla="*/ 1330037 h 1644073"/>
              <a:gd name="connsiteX74" fmla="*/ 286780 w 3944380"/>
              <a:gd name="connsiteY74" fmla="*/ 1293091 h 1644073"/>
              <a:gd name="connsiteX75" fmla="*/ 249835 w 3944380"/>
              <a:gd name="connsiteY75" fmla="*/ 1228437 h 1644073"/>
              <a:gd name="connsiteX76" fmla="*/ 212890 w 3944380"/>
              <a:gd name="connsiteY76" fmla="*/ 1200728 h 1644073"/>
              <a:gd name="connsiteX77" fmla="*/ 194417 w 3944380"/>
              <a:gd name="connsiteY77" fmla="*/ 1163782 h 1644073"/>
              <a:gd name="connsiteX78" fmla="*/ 111290 w 3944380"/>
              <a:gd name="connsiteY78" fmla="*/ 1080655 h 1644073"/>
              <a:gd name="connsiteX79" fmla="*/ 92817 w 3944380"/>
              <a:gd name="connsiteY79" fmla="*/ 1025237 h 1644073"/>
              <a:gd name="connsiteX80" fmla="*/ 55871 w 3944380"/>
              <a:gd name="connsiteY80" fmla="*/ 988291 h 1644073"/>
              <a:gd name="connsiteX81" fmla="*/ 9690 w 3944380"/>
              <a:gd name="connsiteY81" fmla="*/ 914400 h 1644073"/>
              <a:gd name="connsiteX82" fmla="*/ 453 w 3944380"/>
              <a:gd name="connsiteY82" fmla="*/ 886691 h 1644073"/>
              <a:gd name="connsiteX83" fmla="*/ 9690 w 3944380"/>
              <a:gd name="connsiteY83" fmla="*/ 729673 h 1644073"/>
              <a:gd name="connsiteX84" fmla="*/ 129762 w 3944380"/>
              <a:gd name="connsiteY84" fmla="*/ 646546 h 1644073"/>
              <a:gd name="connsiteX85" fmla="*/ 166708 w 3944380"/>
              <a:gd name="connsiteY85" fmla="*/ 609600 h 1644073"/>
              <a:gd name="connsiteX86" fmla="*/ 212890 w 3944380"/>
              <a:gd name="connsiteY86" fmla="*/ 600364 h 1644073"/>
              <a:gd name="connsiteX87" fmla="*/ 277544 w 3944380"/>
              <a:gd name="connsiteY87" fmla="*/ 563419 h 1644073"/>
              <a:gd name="connsiteX88" fmla="*/ 296017 w 3944380"/>
              <a:gd name="connsiteY88" fmla="*/ 535710 h 1644073"/>
              <a:gd name="connsiteX89" fmla="*/ 314490 w 3944380"/>
              <a:gd name="connsiteY89" fmla="*/ 498764 h 1644073"/>
              <a:gd name="connsiteX90" fmla="*/ 342199 w 3944380"/>
              <a:gd name="connsiteY90" fmla="*/ 489528 h 164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3944380" h="1644073">
                <a:moveTo>
                  <a:pt x="268308" y="526473"/>
                </a:moveTo>
                <a:cubicBezTo>
                  <a:pt x="277544" y="489528"/>
                  <a:pt x="274892" y="447323"/>
                  <a:pt x="296017" y="415637"/>
                </a:cubicBezTo>
                <a:cubicBezTo>
                  <a:pt x="302175" y="406401"/>
                  <a:pt x="305396" y="394294"/>
                  <a:pt x="314490" y="387928"/>
                </a:cubicBezTo>
                <a:cubicBezTo>
                  <a:pt x="359564" y="356376"/>
                  <a:pt x="389090" y="353497"/>
                  <a:pt x="434562" y="332510"/>
                </a:cubicBezTo>
                <a:cubicBezTo>
                  <a:pt x="459565" y="320970"/>
                  <a:pt x="483823" y="307879"/>
                  <a:pt x="508453" y="295564"/>
                </a:cubicBezTo>
                <a:cubicBezTo>
                  <a:pt x="520768" y="289406"/>
                  <a:pt x="532337" y="281445"/>
                  <a:pt x="545399" y="277091"/>
                </a:cubicBezTo>
                <a:cubicBezTo>
                  <a:pt x="563872" y="270934"/>
                  <a:pt x="582585" y="265456"/>
                  <a:pt x="600817" y="258619"/>
                </a:cubicBezTo>
                <a:cubicBezTo>
                  <a:pt x="631865" y="246976"/>
                  <a:pt x="662392" y="233988"/>
                  <a:pt x="693180" y="221673"/>
                </a:cubicBezTo>
                <a:cubicBezTo>
                  <a:pt x="708574" y="215515"/>
                  <a:pt x="723177" y="206797"/>
                  <a:pt x="739362" y="203200"/>
                </a:cubicBezTo>
                <a:cubicBezTo>
                  <a:pt x="767071" y="197043"/>
                  <a:pt x="795063" y="192042"/>
                  <a:pt x="822490" y="184728"/>
                </a:cubicBezTo>
                <a:cubicBezTo>
                  <a:pt x="841304" y="179711"/>
                  <a:pt x="859122" y="171378"/>
                  <a:pt x="877908" y="166255"/>
                </a:cubicBezTo>
                <a:cubicBezTo>
                  <a:pt x="893054" y="162124"/>
                  <a:pt x="908860" y="160827"/>
                  <a:pt x="924090" y="157019"/>
                </a:cubicBezTo>
                <a:cubicBezTo>
                  <a:pt x="945835" y="151583"/>
                  <a:pt x="966864" y="143408"/>
                  <a:pt x="988744" y="138546"/>
                </a:cubicBezTo>
                <a:cubicBezTo>
                  <a:pt x="1082247" y="117767"/>
                  <a:pt x="1097117" y="119457"/>
                  <a:pt x="1191944" y="110837"/>
                </a:cubicBezTo>
                <a:cubicBezTo>
                  <a:pt x="1204259" y="107758"/>
                  <a:pt x="1217004" y="106057"/>
                  <a:pt x="1228890" y="101600"/>
                </a:cubicBezTo>
                <a:cubicBezTo>
                  <a:pt x="1241782" y="96766"/>
                  <a:pt x="1252596" y="86910"/>
                  <a:pt x="1265835" y="83128"/>
                </a:cubicBezTo>
                <a:cubicBezTo>
                  <a:pt x="1320302" y="67566"/>
                  <a:pt x="1376247" y="62399"/>
                  <a:pt x="1432090" y="55419"/>
                </a:cubicBezTo>
                <a:cubicBezTo>
                  <a:pt x="1447484" y="49261"/>
                  <a:pt x="1462542" y="42189"/>
                  <a:pt x="1478271" y="36946"/>
                </a:cubicBezTo>
                <a:cubicBezTo>
                  <a:pt x="1499535" y="29858"/>
                  <a:pt x="1522115" y="26797"/>
                  <a:pt x="1542926" y="18473"/>
                </a:cubicBezTo>
                <a:cubicBezTo>
                  <a:pt x="1553233" y="14350"/>
                  <a:pt x="1561399" y="6158"/>
                  <a:pt x="1570635" y="0"/>
                </a:cubicBezTo>
                <a:cubicBezTo>
                  <a:pt x="1758459" y="7827"/>
                  <a:pt x="1895323" y="11992"/>
                  <a:pt x="2087871" y="27710"/>
                </a:cubicBezTo>
                <a:cubicBezTo>
                  <a:pt x="2573639" y="67364"/>
                  <a:pt x="2031561" y="25127"/>
                  <a:pt x="2328017" y="64655"/>
                </a:cubicBezTo>
                <a:cubicBezTo>
                  <a:pt x="2392394" y="73239"/>
                  <a:pt x="2457326" y="76970"/>
                  <a:pt x="2521980" y="83128"/>
                </a:cubicBezTo>
                <a:cubicBezTo>
                  <a:pt x="2586635" y="98522"/>
                  <a:pt x="2660644" y="92444"/>
                  <a:pt x="2715944" y="129310"/>
                </a:cubicBezTo>
                <a:cubicBezTo>
                  <a:pt x="2756715" y="156490"/>
                  <a:pt x="2732768" y="145605"/>
                  <a:pt x="2789835" y="157019"/>
                </a:cubicBezTo>
                <a:cubicBezTo>
                  <a:pt x="2823020" y="181908"/>
                  <a:pt x="2859146" y="212445"/>
                  <a:pt x="2900671" y="221673"/>
                </a:cubicBezTo>
                <a:lnTo>
                  <a:pt x="2983799" y="240146"/>
                </a:lnTo>
                <a:cubicBezTo>
                  <a:pt x="3095458" y="295977"/>
                  <a:pt x="2957056" y="224865"/>
                  <a:pt x="3048453" y="277091"/>
                </a:cubicBezTo>
                <a:cubicBezTo>
                  <a:pt x="3060408" y="283922"/>
                  <a:pt x="3073444" y="288733"/>
                  <a:pt x="3085399" y="295564"/>
                </a:cubicBezTo>
                <a:cubicBezTo>
                  <a:pt x="3095037" y="301072"/>
                  <a:pt x="3102577" y="310527"/>
                  <a:pt x="3113108" y="314037"/>
                </a:cubicBezTo>
                <a:cubicBezTo>
                  <a:pt x="3130874" y="319959"/>
                  <a:pt x="3150053" y="320194"/>
                  <a:pt x="3168526" y="323273"/>
                </a:cubicBezTo>
                <a:cubicBezTo>
                  <a:pt x="3183920" y="329431"/>
                  <a:pt x="3198979" y="336503"/>
                  <a:pt x="3214708" y="341746"/>
                </a:cubicBezTo>
                <a:cubicBezTo>
                  <a:pt x="3235972" y="348834"/>
                  <a:pt x="3258254" y="352680"/>
                  <a:pt x="3279362" y="360219"/>
                </a:cubicBezTo>
                <a:cubicBezTo>
                  <a:pt x="3457956" y="424003"/>
                  <a:pt x="3263570" y="359444"/>
                  <a:pt x="3380962" y="406400"/>
                </a:cubicBezTo>
                <a:cubicBezTo>
                  <a:pt x="3410893" y="418372"/>
                  <a:pt x="3453395" y="427641"/>
                  <a:pt x="3482562" y="443346"/>
                </a:cubicBezTo>
                <a:cubicBezTo>
                  <a:pt x="3508136" y="457116"/>
                  <a:pt x="3531364" y="474893"/>
                  <a:pt x="3556453" y="489528"/>
                </a:cubicBezTo>
                <a:cubicBezTo>
                  <a:pt x="3568346" y="496466"/>
                  <a:pt x="3581444" y="501169"/>
                  <a:pt x="3593399" y="508000"/>
                </a:cubicBezTo>
                <a:cubicBezTo>
                  <a:pt x="3603037" y="513507"/>
                  <a:pt x="3610577" y="522963"/>
                  <a:pt x="3621108" y="526473"/>
                </a:cubicBezTo>
                <a:cubicBezTo>
                  <a:pt x="3638874" y="532395"/>
                  <a:pt x="3658053" y="532631"/>
                  <a:pt x="3676526" y="535710"/>
                </a:cubicBezTo>
                <a:cubicBezTo>
                  <a:pt x="3688841" y="548025"/>
                  <a:pt x="3699538" y="562205"/>
                  <a:pt x="3713471" y="572655"/>
                </a:cubicBezTo>
                <a:cubicBezTo>
                  <a:pt x="3724486" y="580916"/>
                  <a:pt x="3741602" y="580550"/>
                  <a:pt x="3750417" y="591128"/>
                </a:cubicBezTo>
                <a:cubicBezTo>
                  <a:pt x="3758544" y="600880"/>
                  <a:pt x="3752275" y="617744"/>
                  <a:pt x="3759653" y="628073"/>
                </a:cubicBezTo>
                <a:cubicBezTo>
                  <a:pt x="3768601" y="640600"/>
                  <a:pt x="3784284" y="646546"/>
                  <a:pt x="3796599" y="655782"/>
                </a:cubicBezTo>
                <a:cubicBezTo>
                  <a:pt x="3802756" y="674255"/>
                  <a:pt x="3803388" y="695623"/>
                  <a:pt x="3815071" y="711200"/>
                </a:cubicBezTo>
                <a:cubicBezTo>
                  <a:pt x="3882910" y="801652"/>
                  <a:pt x="3827478" y="664188"/>
                  <a:pt x="3870490" y="757382"/>
                </a:cubicBezTo>
                <a:cubicBezTo>
                  <a:pt x="3878006" y="773668"/>
                  <a:pt x="3918476" y="873579"/>
                  <a:pt x="3925908" y="905164"/>
                </a:cubicBezTo>
                <a:cubicBezTo>
                  <a:pt x="3933792" y="938671"/>
                  <a:pt x="3938223" y="972897"/>
                  <a:pt x="3944380" y="1006764"/>
                </a:cubicBezTo>
                <a:cubicBezTo>
                  <a:pt x="3941301" y="1056025"/>
                  <a:pt x="3942124" y="1105685"/>
                  <a:pt x="3935144" y="1154546"/>
                </a:cubicBezTo>
                <a:cubicBezTo>
                  <a:pt x="3929949" y="1190913"/>
                  <a:pt x="3914218" y="1200404"/>
                  <a:pt x="3898199" y="1228437"/>
                </a:cubicBezTo>
                <a:cubicBezTo>
                  <a:pt x="3891368" y="1240392"/>
                  <a:pt x="3884840" y="1252598"/>
                  <a:pt x="3879726" y="1265382"/>
                </a:cubicBezTo>
                <a:cubicBezTo>
                  <a:pt x="3872494" y="1283461"/>
                  <a:pt x="3871573" y="1304288"/>
                  <a:pt x="3861253" y="1320800"/>
                </a:cubicBezTo>
                <a:cubicBezTo>
                  <a:pt x="3855370" y="1330213"/>
                  <a:pt x="3842577" y="1332821"/>
                  <a:pt x="3833544" y="1339273"/>
                </a:cubicBezTo>
                <a:cubicBezTo>
                  <a:pt x="3777630" y="1379212"/>
                  <a:pt x="3817036" y="1358807"/>
                  <a:pt x="3750417" y="1385455"/>
                </a:cubicBezTo>
                <a:cubicBezTo>
                  <a:pt x="3738102" y="1397770"/>
                  <a:pt x="3727404" y="1411950"/>
                  <a:pt x="3713471" y="1422400"/>
                </a:cubicBezTo>
                <a:cubicBezTo>
                  <a:pt x="3689321" y="1440513"/>
                  <a:pt x="3667619" y="1443100"/>
                  <a:pt x="3639580" y="1450110"/>
                </a:cubicBezTo>
                <a:cubicBezTo>
                  <a:pt x="3627265" y="1462425"/>
                  <a:pt x="3615858" y="1475721"/>
                  <a:pt x="3602635" y="1487055"/>
                </a:cubicBezTo>
                <a:cubicBezTo>
                  <a:pt x="3594207" y="1494279"/>
                  <a:pt x="3582775" y="1497679"/>
                  <a:pt x="3574926" y="1505528"/>
                </a:cubicBezTo>
                <a:cubicBezTo>
                  <a:pt x="3519080" y="1561374"/>
                  <a:pt x="3607781" y="1503978"/>
                  <a:pt x="3519508" y="1570182"/>
                </a:cubicBezTo>
                <a:cubicBezTo>
                  <a:pt x="3508493" y="1578443"/>
                  <a:pt x="3494369" y="1581571"/>
                  <a:pt x="3482562" y="1588655"/>
                </a:cubicBezTo>
                <a:cubicBezTo>
                  <a:pt x="3371098" y="1655533"/>
                  <a:pt x="3474655" y="1601844"/>
                  <a:pt x="3390199" y="1644073"/>
                </a:cubicBezTo>
                <a:lnTo>
                  <a:pt x="3066926" y="1634837"/>
                </a:lnTo>
                <a:lnTo>
                  <a:pt x="2032453" y="1616364"/>
                </a:lnTo>
                <a:cubicBezTo>
                  <a:pt x="1979778" y="1614731"/>
                  <a:pt x="1927835" y="1603505"/>
                  <a:pt x="1875435" y="1597891"/>
                </a:cubicBezTo>
                <a:cubicBezTo>
                  <a:pt x="1592868" y="1567616"/>
                  <a:pt x="1896767" y="1604898"/>
                  <a:pt x="1718417" y="1579419"/>
                </a:cubicBezTo>
                <a:cubicBezTo>
                  <a:pt x="1617518" y="1565005"/>
                  <a:pt x="1675977" y="1578044"/>
                  <a:pt x="1607580" y="1560946"/>
                </a:cubicBezTo>
                <a:cubicBezTo>
                  <a:pt x="1598344" y="1554788"/>
                  <a:pt x="1590015" y="1546982"/>
                  <a:pt x="1579871" y="1542473"/>
                </a:cubicBezTo>
                <a:cubicBezTo>
                  <a:pt x="1514733" y="1513522"/>
                  <a:pt x="1484018" y="1522119"/>
                  <a:pt x="1404380" y="1505528"/>
                </a:cubicBezTo>
                <a:cubicBezTo>
                  <a:pt x="1370014" y="1498369"/>
                  <a:pt x="1337659" y="1481783"/>
                  <a:pt x="1302780" y="1477819"/>
                </a:cubicBezTo>
                <a:cubicBezTo>
                  <a:pt x="1201644" y="1466326"/>
                  <a:pt x="1099455" y="1467305"/>
                  <a:pt x="997980" y="1459346"/>
                </a:cubicBezTo>
                <a:cubicBezTo>
                  <a:pt x="606188" y="1428617"/>
                  <a:pt x="1021404" y="1455005"/>
                  <a:pt x="711653" y="1422400"/>
                </a:cubicBezTo>
                <a:cubicBezTo>
                  <a:pt x="634862" y="1414317"/>
                  <a:pt x="557714" y="1410085"/>
                  <a:pt x="480744" y="1403928"/>
                </a:cubicBezTo>
                <a:cubicBezTo>
                  <a:pt x="418399" y="1362364"/>
                  <a:pt x="495988" y="1410024"/>
                  <a:pt x="388380" y="1366982"/>
                </a:cubicBezTo>
                <a:cubicBezTo>
                  <a:pt x="378073" y="1362859"/>
                  <a:pt x="370600" y="1353474"/>
                  <a:pt x="360671" y="1348510"/>
                </a:cubicBezTo>
                <a:cubicBezTo>
                  <a:pt x="345842" y="1341095"/>
                  <a:pt x="329884" y="1336195"/>
                  <a:pt x="314490" y="1330037"/>
                </a:cubicBezTo>
                <a:cubicBezTo>
                  <a:pt x="305253" y="1317722"/>
                  <a:pt x="294939" y="1306145"/>
                  <a:pt x="286780" y="1293091"/>
                </a:cubicBezTo>
                <a:cubicBezTo>
                  <a:pt x="274704" y="1273769"/>
                  <a:pt x="266787" y="1245389"/>
                  <a:pt x="249835" y="1228437"/>
                </a:cubicBezTo>
                <a:cubicBezTo>
                  <a:pt x="238950" y="1217552"/>
                  <a:pt x="225205" y="1209964"/>
                  <a:pt x="212890" y="1200728"/>
                </a:cubicBezTo>
                <a:cubicBezTo>
                  <a:pt x="206732" y="1188413"/>
                  <a:pt x="203311" y="1174293"/>
                  <a:pt x="194417" y="1163782"/>
                </a:cubicBezTo>
                <a:cubicBezTo>
                  <a:pt x="169105" y="1133868"/>
                  <a:pt x="111290" y="1080655"/>
                  <a:pt x="111290" y="1080655"/>
                </a:cubicBezTo>
                <a:cubicBezTo>
                  <a:pt x="105132" y="1062182"/>
                  <a:pt x="102835" y="1041934"/>
                  <a:pt x="92817" y="1025237"/>
                </a:cubicBezTo>
                <a:cubicBezTo>
                  <a:pt x="83856" y="1010303"/>
                  <a:pt x="67340" y="1001398"/>
                  <a:pt x="55871" y="988291"/>
                </a:cubicBezTo>
                <a:cubicBezTo>
                  <a:pt x="33591" y="962828"/>
                  <a:pt x="22801" y="944992"/>
                  <a:pt x="9690" y="914400"/>
                </a:cubicBezTo>
                <a:cubicBezTo>
                  <a:pt x="5855" y="905451"/>
                  <a:pt x="3532" y="895927"/>
                  <a:pt x="453" y="886691"/>
                </a:cubicBezTo>
                <a:cubicBezTo>
                  <a:pt x="3532" y="834352"/>
                  <a:pt x="-6890" y="779412"/>
                  <a:pt x="9690" y="729673"/>
                </a:cubicBezTo>
                <a:cubicBezTo>
                  <a:pt x="29296" y="670856"/>
                  <a:pt x="83007" y="662131"/>
                  <a:pt x="129762" y="646546"/>
                </a:cubicBezTo>
                <a:cubicBezTo>
                  <a:pt x="142077" y="634231"/>
                  <a:pt x="151483" y="618058"/>
                  <a:pt x="166708" y="609600"/>
                </a:cubicBezTo>
                <a:cubicBezTo>
                  <a:pt x="180431" y="601976"/>
                  <a:pt x="197997" y="605328"/>
                  <a:pt x="212890" y="600364"/>
                </a:cubicBezTo>
                <a:cubicBezTo>
                  <a:pt x="236323" y="592553"/>
                  <a:pt x="257277" y="576930"/>
                  <a:pt x="277544" y="563419"/>
                </a:cubicBezTo>
                <a:cubicBezTo>
                  <a:pt x="283702" y="554183"/>
                  <a:pt x="290509" y="545348"/>
                  <a:pt x="296017" y="535710"/>
                </a:cubicBezTo>
                <a:cubicBezTo>
                  <a:pt x="302848" y="523755"/>
                  <a:pt x="304754" y="508500"/>
                  <a:pt x="314490" y="498764"/>
                </a:cubicBezTo>
                <a:cubicBezTo>
                  <a:pt x="321374" y="491880"/>
                  <a:pt x="342199" y="489528"/>
                  <a:pt x="342199" y="489528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5338618" y="1052945"/>
            <a:ext cx="4147127" cy="2466110"/>
          </a:xfrm>
          <a:custGeom>
            <a:avLst/>
            <a:gdLst>
              <a:gd name="connsiteX0" fmla="*/ 101600 w 4147127"/>
              <a:gd name="connsiteY0" fmla="*/ 886691 h 2466110"/>
              <a:gd name="connsiteX1" fmla="*/ 157018 w 4147127"/>
              <a:gd name="connsiteY1" fmla="*/ 812800 h 2466110"/>
              <a:gd name="connsiteX2" fmla="*/ 175491 w 4147127"/>
              <a:gd name="connsiteY2" fmla="*/ 775855 h 2466110"/>
              <a:gd name="connsiteX3" fmla="*/ 240146 w 4147127"/>
              <a:gd name="connsiteY3" fmla="*/ 748146 h 2466110"/>
              <a:gd name="connsiteX4" fmla="*/ 249382 w 4147127"/>
              <a:gd name="connsiteY4" fmla="*/ 711200 h 2466110"/>
              <a:gd name="connsiteX5" fmla="*/ 286327 w 4147127"/>
              <a:gd name="connsiteY5" fmla="*/ 692728 h 2466110"/>
              <a:gd name="connsiteX6" fmla="*/ 314037 w 4147127"/>
              <a:gd name="connsiteY6" fmla="*/ 665019 h 2466110"/>
              <a:gd name="connsiteX7" fmla="*/ 387927 w 4147127"/>
              <a:gd name="connsiteY7" fmla="*/ 609600 h 2466110"/>
              <a:gd name="connsiteX8" fmla="*/ 452582 w 4147127"/>
              <a:gd name="connsiteY8" fmla="*/ 544946 h 2466110"/>
              <a:gd name="connsiteX9" fmla="*/ 489527 w 4147127"/>
              <a:gd name="connsiteY9" fmla="*/ 526473 h 2466110"/>
              <a:gd name="connsiteX10" fmla="*/ 526473 w 4147127"/>
              <a:gd name="connsiteY10" fmla="*/ 489528 h 2466110"/>
              <a:gd name="connsiteX11" fmla="*/ 609600 w 4147127"/>
              <a:gd name="connsiteY11" fmla="*/ 443346 h 2466110"/>
              <a:gd name="connsiteX12" fmla="*/ 711200 w 4147127"/>
              <a:gd name="connsiteY12" fmla="*/ 387928 h 2466110"/>
              <a:gd name="connsiteX13" fmla="*/ 775855 w 4147127"/>
              <a:gd name="connsiteY13" fmla="*/ 350982 h 2466110"/>
              <a:gd name="connsiteX14" fmla="*/ 840509 w 4147127"/>
              <a:gd name="connsiteY14" fmla="*/ 332510 h 2466110"/>
              <a:gd name="connsiteX15" fmla="*/ 877455 w 4147127"/>
              <a:gd name="connsiteY15" fmla="*/ 314037 h 2466110"/>
              <a:gd name="connsiteX16" fmla="*/ 960582 w 4147127"/>
              <a:gd name="connsiteY16" fmla="*/ 286328 h 2466110"/>
              <a:gd name="connsiteX17" fmla="*/ 1043709 w 4147127"/>
              <a:gd name="connsiteY17" fmla="*/ 249382 h 2466110"/>
              <a:gd name="connsiteX18" fmla="*/ 1145309 w 4147127"/>
              <a:gd name="connsiteY18" fmla="*/ 212437 h 2466110"/>
              <a:gd name="connsiteX19" fmla="*/ 1173018 w 4147127"/>
              <a:gd name="connsiteY19" fmla="*/ 175491 h 2466110"/>
              <a:gd name="connsiteX20" fmla="*/ 1200727 w 4147127"/>
              <a:gd name="connsiteY20" fmla="*/ 166255 h 2466110"/>
              <a:gd name="connsiteX21" fmla="*/ 1209964 w 4147127"/>
              <a:gd name="connsiteY21" fmla="*/ 138546 h 2466110"/>
              <a:gd name="connsiteX22" fmla="*/ 1283855 w 4147127"/>
              <a:gd name="connsiteY22" fmla="*/ 129310 h 2466110"/>
              <a:gd name="connsiteX23" fmla="*/ 1385455 w 4147127"/>
              <a:gd name="connsiteY23" fmla="*/ 101600 h 2466110"/>
              <a:gd name="connsiteX24" fmla="*/ 1422400 w 4147127"/>
              <a:gd name="connsiteY24" fmla="*/ 83128 h 2466110"/>
              <a:gd name="connsiteX25" fmla="*/ 1459346 w 4147127"/>
              <a:gd name="connsiteY25" fmla="*/ 73891 h 2466110"/>
              <a:gd name="connsiteX26" fmla="*/ 1505527 w 4147127"/>
              <a:gd name="connsiteY26" fmla="*/ 55419 h 2466110"/>
              <a:gd name="connsiteX27" fmla="*/ 1542473 w 4147127"/>
              <a:gd name="connsiteY27" fmla="*/ 36946 h 2466110"/>
              <a:gd name="connsiteX28" fmla="*/ 1791855 w 4147127"/>
              <a:gd name="connsiteY28" fmla="*/ 0 h 2466110"/>
              <a:gd name="connsiteX29" fmla="*/ 2382982 w 4147127"/>
              <a:gd name="connsiteY29" fmla="*/ 9237 h 2466110"/>
              <a:gd name="connsiteX30" fmla="*/ 2530764 w 4147127"/>
              <a:gd name="connsiteY30" fmla="*/ 46182 h 2466110"/>
              <a:gd name="connsiteX31" fmla="*/ 2558473 w 4147127"/>
              <a:gd name="connsiteY31" fmla="*/ 55419 h 2466110"/>
              <a:gd name="connsiteX32" fmla="*/ 2632364 w 4147127"/>
              <a:gd name="connsiteY32" fmla="*/ 92364 h 2466110"/>
              <a:gd name="connsiteX33" fmla="*/ 2669309 w 4147127"/>
              <a:gd name="connsiteY33" fmla="*/ 129310 h 2466110"/>
              <a:gd name="connsiteX34" fmla="*/ 2743200 w 4147127"/>
              <a:gd name="connsiteY34" fmla="*/ 166255 h 2466110"/>
              <a:gd name="connsiteX35" fmla="*/ 2798618 w 4147127"/>
              <a:gd name="connsiteY35" fmla="*/ 221673 h 2466110"/>
              <a:gd name="connsiteX36" fmla="*/ 2835564 w 4147127"/>
              <a:gd name="connsiteY36" fmla="*/ 258619 h 2466110"/>
              <a:gd name="connsiteX37" fmla="*/ 2872509 w 4147127"/>
              <a:gd name="connsiteY37" fmla="*/ 286328 h 2466110"/>
              <a:gd name="connsiteX38" fmla="*/ 2900218 w 4147127"/>
              <a:gd name="connsiteY38" fmla="*/ 304800 h 2466110"/>
              <a:gd name="connsiteX39" fmla="*/ 3011055 w 4147127"/>
              <a:gd name="connsiteY39" fmla="*/ 397164 h 2466110"/>
              <a:gd name="connsiteX40" fmla="*/ 3048000 w 4147127"/>
              <a:gd name="connsiteY40" fmla="*/ 434110 h 2466110"/>
              <a:gd name="connsiteX41" fmla="*/ 3075709 w 4147127"/>
              <a:gd name="connsiteY41" fmla="*/ 443346 h 2466110"/>
              <a:gd name="connsiteX42" fmla="*/ 3112655 w 4147127"/>
              <a:gd name="connsiteY42" fmla="*/ 480291 h 2466110"/>
              <a:gd name="connsiteX43" fmla="*/ 3140364 w 4147127"/>
              <a:gd name="connsiteY43" fmla="*/ 498764 h 2466110"/>
              <a:gd name="connsiteX44" fmla="*/ 3168073 w 4147127"/>
              <a:gd name="connsiteY44" fmla="*/ 535710 h 2466110"/>
              <a:gd name="connsiteX45" fmla="*/ 3205018 w 4147127"/>
              <a:gd name="connsiteY45" fmla="*/ 554182 h 2466110"/>
              <a:gd name="connsiteX46" fmla="*/ 3232727 w 4147127"/>
              <a:gd name="connsiteY46" fmla="*/ 692728 h 2466110"/>
              <a:gd name="connsiteX47" fmla="*/ 3251200 w 4147127"/>
              <a:gd name="connsiteY47" fmla="*/ 803564 h 2466110"/>
              <a:gd name="connsiteX48" fmla="*/ 3288146 w 4147127"/>
              <a:gd name="connsiteY48" fmla="*/ 877455 h 2466110"/>
              <a:gd name="connsiteX49" fmla="*/ 3362037 w 4147127"/>
              <a:gd name="connsiteY49" fmla="*/ 942110 h 2466110"/>
              <a:gd name="connsiteX50" fmla="*/ 3380509 w 4147127"/>
              <a:gd name="connsiteY50" fmla="*/ 969819 h 2466110"/>
              <a:gd name="connsiteX51" fmla="*/ 3389746 w 4147127"/>
              <a:gd name="connsiteY51" fmla="*/ 997528 h 2466110"/>
              <a:gd name="connsiteX52" fmla="*/ 3426691 w 4147127"/>
              <a:gd name="connsiteY52" fmla="*/ 1016000 h 2466110"/>
              <a:gd name="connsiteX53" fmla="*/ 3482109 w 4147127"/>
              <a:gd name="connsiteY53" fmla="*/ 1043710 h 2466110"/>
              <a:gd name="connsiteX54" fmla="*/ 3500582 w 4147127"/>
              <a:gd name="connsiteY54" fmla="*/ 1071419 h 2466110"/>
              <a:gd name="connsiteX55" fmla="*/ 3509818 w 4147127"/>
              <a:gd name="connsiteY55" fmla="*/ 1099128 h 2466110"/>
              <a:gd name="connsiteX56" fmla="*/ 3574473 w 4147127"/>
              <a:gd name="connsiteY56" fmla="*/ 1126837 h 2466110"/>
              <a:gd name="connsiteX57" fmla="*/ 3592946 w 4147127"/>
              <a:gd name="connsiteY57" fmla="*/ 1163782 h 2466110"/>
              <a:gd name="connsiteX58" fmla="*/ 3620655 w 4147127"/>
              <a:gd name="connsiteY58" fmla="*/ 1182255 h 2466110"/>
              <a:gd name="connsiteX59" fmla="*/ 3629891 w 4147127"/>
              <a:gd name="connsiteY59" fmla="*/ 1209964 h 2466110"/>
              <a:gd name="connsiteX60" fmla="*/ 3666837 w 4147127"/>
              <a:gd name="connsiteY60" fmla="*/ 1246910 h 2466110"/>
              <a:gd name="connsiteX61" fmla="*/ 3713018 w 4147127"/>
              <a:gd name="connsiteY61" fmla="*/ 1320800 h 2466110"/>
              <a:gd name="connsiteX62" fmla="*/ 3749964 w 4147127"/>
              <a:gd name="connsiteY62" fmla="*/ 1357746 h 2466110"/>
              <a:gd name="connsiteX63" fmla="*/ 3768437 w 4147127"/>
              <a:gd name="connsiteY63" fmla="*/ 1394691 h 2466110"/>
              <a:gd name="connsiteX64" fmla="*/ 3786909 w 4147127"/>
              <a:gd name="connsiteY64" fmla="*/ 1422400 h 2466110"/>
              <a:gd name="connsiteX65" fmla="*/ 3823855 w 4147127"/>
              <a:gd name="connsiteY65" fmla="*/ 1496291 h 2466110"/>
              <a:gd name="connsiteX66" fmla="*/ 3860800 w 4147127"/>
              <a:gd name="connsiteY66" fmla="*/ 1524000 h 2466110"/>
              <a:gd name="connsiteX67" fmla="*/ 3925455 w 4147127"/>
              <a:gd name="connsiteY67" fmla="*/ 1579419 h 2466110"/>
              <a:gd name="connsiteX68" fmla="*/ 3943927 w 4147127"/>
              <a:gd name="connsiteY68" fmla="*/ 1616364 h 2466110"/>
              <a:gd name="connsiteX69" fmla="*/ 3980873 w 4147127"/>
              <a:gd name="connsiteY69" fmla="*/ 1625600 h 2466110"/>
              <a:gd name="connsiteX70" fmla="*/ 4008582 w 4147127"/>
              <a:gd name="connsiteY70" fmla="*/ 1644073 h 2466110"/>
              <a:gd name="connsiteX71" fmla="*/ 4027055 w 4147127"/>
              <a:gd name="connsiteY71" fmla="*/ 1681019 h 2466110"/>
              <a:gd name="connsiteX72" fmla="*/ 4045527 w 4147127"/>
              <a:gd name="connsiteY72" fmla="*/ 1708728 h 2466110"/>
              <a:gd name="connsiteX73" fmla="*/ 4054764 w 4147127"/>
              <a:gd name="connsiteY73" fmla="*/ 1773382 h 2466110"/>
              <a:gd name="connsiteX74" fmla="*/ 4091709 w 4147127"/>
              <a:gd name="connsiteY74" fmla="*/ 1856510 h 2466110"/>
              <a:gd name="connsiteX75" fmla="*/ 4110182 w 4147127"/>
              <a:gd name="connsiteY75" fmla="*/ 1995055 h 2466110"/>
              <a:gd name="connsiteX76" fmla="*/ 4128655 w 4147127"/>
              <a:gd name="connsiteY76" fmla="*/ 2078182 h 2466110"/>
              <a:gd name="connsiteX77" fmla="*/ 4147127 w 4147127"/>
              <a:gd name="connsiteY77" fmla="*/ 2225964 h 2466110"/>
              <a:gd name="connsiteX78" fmla="*/ 4137891 w 4147127"/>
              <a:gd name="connsiteY78" fmla="*/ 2290619 h 2466110"/>
              <a:gd name="connsiteX79" fmla="*/ 4045527 w 4147127"/>
              <a:gd name="connsiteY79" fmla="*/ 2327564 h 2466110"/>
              <a:gd name="connsiteX80" fmla="*/ 4017818 w 4147127"/>
              <a:gd name="connsiteY80" fmla="*/ 2336800 h 2466110"/>
              <a:gd name="connsiteX81" fmla="*/ 3934691 w 4147127"/>
              <a:gd name="connsiteY81" fmla="*/ 2355273 h 2466110"/>
              <a:gd name="connsiteX82" fmla="*/ 2946400 w 4147127"/>
              <a:gd name="connsiteY82" fmla="*/ 2410691 h 2466110"/>
              <a:gd name="connsiteX83" fmla="*/ 2854037 w 4147127"/>
              <a:gd name="connsiteY83" fmla="*/ 2429164 h 2466110"/>
              <a:gd name="connsiteX84" fmla="*/ 2817091 w 4147127"/>
              <a:gd name="connsiteY84" fmla="*/ 2447637 h 2466110"/>
              <a:gd name="connsiteX85" fmla="*/ 2743200 w 4147127"/>
              <a:gd name="connsiteY85" fmla="*/ 2466110 h 2466110"/>
              <a:gd name="connsiteX86" fmla="*/ 2004291 w 4147127"/>
              <a:gd name="connsiteY86" fmla="*/ 2456873 h 2466110"/>
              <a:gd name="connsiteX87" fmla="*/ 1930400 w 4147127"/>
              <a:gd name="connsiteY87" fmla="*/ 2438400 h 2466110"/>
              <a:gd name="connsiteX88" fmla="*/ 1782618 w 4147127"/>
              <a:gd name="connsiteY88" fmla="*/ 2419928 h 2466110"/>
              <a:gd name="connsiteX89" fmla="*/ 1681018 w 4147127"/>
              <a:gd name="connsiteY89" fmla="*/ 2401455 h 2466110"/>
              <a:gd name="connsiteX90" fmla="*/ 1459346 w 4147127"/>
              <a:gd name="connsiteY90" fmla="*/ 2364510 h 2466110"/>
              <a:gd name="connsiteX91" fmla="*/ 1413164 w 4147127"/>
              <a:gd name="connsiteY91" fmla="*/ 2318328 h 2466110"/>
              <a:gd name="connsiteX92" fmla="*/ 1376218 w 4147127"/>
              <a:gd name="connsiteY92" fmla="*/ 2290619 h 2466110"/>
              <a:gd name="connsiteX93" fmla="*/ 1357746 w 4147127"/>
              <a:gd name="connsiteY93" fmla="*/ 2244437 h 2466110"/>
              <a:gd name="connsiteX94" fmla="*/ 1339273 w 4147127"/>
              <a:gd name="connsiteY94" fmla="*/ 2216728 h 2466110"/>
              <a:gd name="connsiteX95" fmla="*/ 1320800 w 4147127"/>
              <a:gd name="connsiteY95" fmla="*/ 2170546 h 2466110"/>
              <a:gd name="connsiteX96" fmla="*/ 1311564 w 4147127"/>
              <a:gd name="connsiteY96" fmla="*/ 2124364 h 2466110"/>
              <a:gd name="connsiteX97" fmla="*/ 1256146 w 4147127"/>
              <a:gd name="connsiteY97" fmla="*/ 2068946 h 2466110"/>
              <a:gd name="connsiteX98" fmla="*/ 1246909 w 4147127"/>
              <a:gd name="connsiteY98" fmla="*/ 2041237 h 2466110"/>
              <a:gd name="connsiteX99" fmla="*/ 1209964 w 4147127"/>
              <a:gd name="connsiteY99" fmla="*/ 2013528 h 2466110"/>
              <a:gd name="connsiteX100" fmla="*/ 1145309 w 4147127"/>
              <a:gd name="connsiteY100" fmla="*/ 1976582 h 2466110"/>
              <a:gd name="connsiteX101" fmla="*/ 1099127 w 4147127"/>
              <a:gd name="connsiteY101" fmla="*/ 1958110 h 2466110"/>
              <a:gd name="connsiteX102" fmla="*/ 1006764 w 4147127"/>
              <a:gd name="connsiteY102" fmla="*/ 1911928 h 2466110"/>
              <a:gd name="connsiteX103" fmla="*/ 905164 w 4147127"/>
              <a:gd name="connsiteY103" fmla="*/ 1865746 h 2466110"/>
              <a:gd name="connsiteX104" fmla="*/ 849746 w 4147127"/>
              <a:gd name="connsiteY104" fmla="*/ 1838037 h 2466110"/>
              <a:gd name="connsiteX105" fmla="*/ 794327 w 4147127"/>
              <a:gd name="connsiteY105" fmla="*/ 1828800 h 2466110"/>
              <a:gd name="connsiteX106" fmla="*/ 766618 w 4147127"/>
              <a:gd name="connsiteY106" fmla="*/ 1810328 h 2466110"/>
              <a:gd name="connsiteX107" fmla="*/ 729673 w 4147127"/>
              <a:gd name="connsiteY107" fmla="*/ 1801091 h 2466110"/>
              <a:gd name="connsiteX108" fmla="*/ 683491 w 4147127"/>
              <a:gd name="connsiteY108" fmla="*/ 1782619 h 2466110"/>
              <a:gd name="connsiteX109" fmla="*/ 600364 w 4147127"/>
              <a:gd name="connsiteY109" fmla="*/ 1754910 h 2466110"/>
              <a:gd name="connsiteX110" fmla="*/ 572655 w 4147127"/>
              <a:gd name="connsiteY110" fmla="*/ 1727200 h 2466110"/>
              <a:gd name="connsiteX111" fmla="*/ 498764 w 4147127"/>
              <a:gd name="connsiteY111" fmla="*/ 1690255 h 2466110"/>
              <a:gd name="connsiteX112" fmla="*/ 452582 w 4147127"/>
              <a:gd name="connsiteY112" fmla="*/ 1653310 h 2466110"/>
              <a:gd name="connsiteX113" fmla="*/ 323273 w 4147127"/>
              <a:gd name="connsiteY113" fmla="*/ 1579419 h 2466110"/>
              <a:gd name="connsiteX114" fmla="*/ 267855 w 4147127"/>
              <a:gd name="connsiteY114" fmla="*/ 1560946 h 2466110"/>
              <a:gd name="connsiteX115" fmla="*/ 212437 w 4147127"/>
              <a:gd name="connsiteY115" fmla="*/ 1542473 h 2466110"/>
              <a:gd name="connsiteX116" fmla="*/ 175491 w 4147127"/>
              <a:gd name="connsiteY116" fmla="*/ 1505528 h 2466110"/>
              <a:gd name="connsiteX117" fmla="*/ 138546 w 4147127"/>
              <a:gd name="connsiteY117" fmla="*/ 1496291 h 2466110"/>
              <a:gd name="connsiteX118" fmla="*/ 92364 w 4147127"/>
              <a:gd name="connsiteY118" fmla="*/ 1422400 h 2466110"/>
              <a:gd name="connsiteX119" fmla="*/ 55418 w 4147127"/>
              <a:gd name="connsiteY119" fmla="*/ 1385455 h 2466110"/>
              <a:gd name="connsiteX120" fmla="*/ 36946 w 4147127"/>
              <a:gd name="connsiteY120" fmla="*/ 1339273 h 2466110"/>
              <a:gd name="connsiteX121" fmla="*/ 0 w 4147127"/>
              <a:gd name="connsiteY121" fmla="*/ 1265382 h 2466110"/>
              <a:gd name="connsiteX122" fmla="*/ 27709 w 4147127"/>
              <a:gd name="connsiteY122" fmla="*/ 1089891 h 2466110"/>
              <a:gd name="connsiteX123" fmla="*/ 64655 w 4147127"/>
              <a:gd name="connsiteY123" fmla="*/ 988291 h 2466110"/>
              <a:gd name="connsiteX124" fmla="*/ 92364 w 4147127"/>
              <a:gd name="connsiteY124" fmla="*/ 969819 h 2466110"/>
              <a:gd name="connsiteX125" fmla="*/ 110837 w 4147127"/>
              <a:gd name="connsiteY125" fmla="*/ 932873 h 2466110"/>
              <a:gd name="connsiteX126" fmla="*/ 184727 w 4147127"/>
              <a:gd name="connsiteY126" fmla="*/ 858982 h 2466110"/>
              <a:gd name="connsiteX127" fmla="*/ 203200 w 4147127"/>
              <a:gd name="connsiteY127" fmla="*/ 831273 h 2466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4147127" h="2466110">
                <a:moveTo>
                  <a:pt x="101600" y="886691"/>
                </a:moveTo>
                <a:cubicBezTo>
                  <a:pt x="119381" y="864465"/>
                  <a:pt x="142308" y="838543"/>
                  <a:pt x="157018" y="812800"/>
                </a:cubicBezTo>
                <a:cubicBezTo>
                  <a:pt x="163849" y="800845"/>
                  <a:pt x="166676" y="786432"/>
                  <a:pt x="175491" y="775855"/>
                </a:cubicBezTo>
                <a:cubicBezTo>
                  <a:pt x="192278" y="755711"/>
                  <a:pt x="217000" y="753932"/>
                  <a:pt x="240146" y="748146"/>
                </a:cubicBezTo>
                <a:cubicBezTo>
                  <a:pt x="243225" y="735831"/>
                  <a:pt x="241255" y="720952"/>
                  <a:pt x="249382" y="711200"/>
                </a:cubicBezTo>
                <a:cubicBezTo>
                  <a:pt x="258196" y="700623"/>
                  <a:pt x="275123" y="700731"/>
                  <a:pt x="286327" y="692728"/>
                </a:cubicBezTo>
                <a:cubicBezTo>
                  <a:pt x="296956" y="685136"/>
                  <a:pt x="303927" y="673291"/>
                  <a:pt x="314037" y="665019"/>
                </a:cubicBezTo>
                <a:cubicBezTo>
                  <a:pt x="337865" y="645523"/>
                  <a:pt x="366157" y="631370"/>
                  <a:pt x="387927" y="609600"/>
                </a:cubicBezTo>
                <a:cubicBezTo>
                  <a:pt x="409479" y="588049"/>
                  <a:pt x="425321" y="558577"/>
                  <a:pt x="452582" y="544946"/>
                </a:cubicBezTo>
                <a:cubicBezTo>
                  <a:pt x="464897" y="538788"/>
                  <a:pt x="478512" y="534734"/>
                  <a:pt x="489527" y="526473"/>
                </a:cubicBezTo>
                <a:cubicBezTo>
                  <a:pt x="503460" y="516023"/>
                  <a:pt x="512873" y="500408"/>
                  <a:pt x="526473" y="489528"/>
                </a:cubicBezTo>
                <a:cubicBezTo>
                  <a:pt x="571846" y="453230"/>
                  <a:pt x="568786" y="456950"/>
                  <a:pt x="609600" y="443346"/>
                </a:cubicBezTo>
                <a:cubicBezTo>
                  <a:pt x="732479" y="361425"/>
                  <a:pt x="604327" y="441364"/>
                  <a:pt x="711200" y="387928"/>
                </a:cubicBezTo>
                <a:cubicBezTo>
                  <a:pt x="760447" y="363305"/>
                  <a:pt x="716475" y="372574"/>
                  <a:pt x="775855" y="350982"/>
                </a:cubicBezTo>
                <a:cubicBezTo>
                  <a:pt x="796919" y="343322"/>
                  <a:pt x="819445" y="340170"/>
                  <a:pt x="840509" y="332510"/>
                </a:cubicBezTo>
                <a:cubicBezTo>
                  <a:pt x="853449" y="327805"/>
                  <a:pt x="864604" y="318980"/>
                  <a:pt x="877455" y="314037"/>
                </a:cubicBezTo>
                <a:cubicBezTo>
                  <a:pt x="904716" y="303552"/>
                  <a:pt x="934458" y="299390"/>
                  <a:pt x="960582" y="286328"/>
                </a:cubicBezTo>
                <a:cubicBezTo>
                  <a:pt x="992769" y="270234"/>
                  <a:pt x="1008330" y="261175"/>
                  <a:pt x="1043709" y="249382"/>
                </a:cubicBezTo>
                <a:cubicBezTo>
                  <a:pt x="1143859" y="215999"/>
                  <a:pt x="1074645" y="247770"/>
                  <a:pt x="1145309" y="212437"/>
                </a:cubicBezTo>
                <a:cubicBezTo>
                  <a:pt x="1154545" y="200122"/>
                  <a:pt x="1161192" y="185346"/>
                  <a:pt x="1173018" y="175491"/>
                </a:cubicBezTo>
                <a:cubicBezTo>
                  <a:pt x="1180497" y="169258"/>
                  <a:pt x="1193843" y="173139"/>
                  <a:pt x="1200727" y="166255"/>
                </a:cubicBezTo>
                <a:cubicBezTo>
                  <a:pt x="1207611" y="159371"/>
                  <a:pt x="1201067" y="142500"/>
                  <a:pt x="1209964" y="138546"/>
                </a:cubicBezTo>
                <a:cubicBezTo>
                  <a:pt x="1232647" y="128465"/>
                  <a:pt x="1259225" y="132389"/>
                  <a:pt x="1283855" y="129310"/>
                </a:cubicBezTo>
                <a:cubicBezTo>
                  <a:pt x="1295174" y="126480"/>
                  <a:pt x="1361278" y="111962"/>
                  <a:pt x="1385455" y="101600"/>
                </a:cubicBezTo>
                <a:cubicBezTo>
                  <a:pt x="1398110" y="96176"/>
                  <a:pt x="1409508" y="87962"/>
                  <a:pt x="1422400" y="83128"/>
                </a:cubicBezTo>
                <a:cubicBezTo>
                  <a:pt x="1434286" y="78671"/>
                  <a:pt x="1447303" y="77905"/>
                  <a:pt x="1459346" y="73891"/>
                </a:cubicBezTo>
                <a:cubicBezTo>
                  <a:pt x="1475075" y="68648"/>
                  <a:pt x="1490376" y="62152"/>
                  <a:pt x="1505527" y="55419"/>
                </a:cubicBezTo>
                <a:cubicBezTo>
                  <a:pt x="1518109" y="49827"/>
                  <a:pt x="1528955" y="39562"/>
                  <a:pt x="1542473" y="36946"/>
                </a:cubicBezTo>
                <a:cubicBezTo>
                  <a:pt x="1624976" y="20977"/>
                  <a:pt x="1791855" y="0"/>
                  <a:pt x="1791855" y="0"/>
                </a:cubicBezTo>
                <a:cubicBezTo>
                  <a:pt x="1988897" y="3079"/>
                  <a:pt x="2186069" y="1464"/>
                  <a:pt x="2382982" y="9237"/>
                </a:cubicBezTo>
                <a:cubicBezTo>
                  <a:pt x="2501896" y="13931"/>
                  <a:pt x="2462340" y="16858"/>
                  <a:pt x="2530764" y="46182"/>
                </a:cubicBezTo>
                <a:cubicBezTo>
                  <a:pt x="2539713" y="50017"/>
                  <a:pt x="2549610" y="51390"/>
                  <a:pt x="2558473" y="55419"/>
                </a:cubicBezTo>
                <a:cubicBezTo>
                  <a:pt x="2583542" y="66814"/>
                  <a:pt x="2632364" y="92364"/>
                  <a:pt x="2632364" y="92364"/>
                </a:cubicBezTo>
                <a:cubicBezTo>
                  <a:pt x="2644679" y="104679"/>
                  <a:pt x="2654818" y="119649"/>
                  <a:pt x="2669309" y="129310"/>
                </a:cubicBezTo>
                <a:cubicBezTo>
                  <a:pt x="2692222" y="144585"/>
                  <a:pt x="2743200" y="166255"/>
                  <a:pt x="2743200" y="166255"/>
                </a:cubicBezTo>
                <a:cubicBezTo>
                  <a:pt x="2777683" y="235219"/>
                  <a:pt x="2739506" y="177338"/>
                  <a:pt x="2798618" y="221673"/>
                </a:cubicBezTo>
                <a:cubicBezTo>
                  <a:pt x="2812551" y="232123"/>
                  <a:pt x="2822457" y="247150"/>
                  <a:pt x="2835564" y="258619"/>
                </a:cubicBezTo>
                <a:cubicBezTo>
                  <a:pt x="2847149" y="268756"/>
                  <a:pt x="2859983" y="277381"/>
                  <a:pt x="2872509" y="286328"/>
                </a:cubicBezTo>
                <a:cubicBezTo>
                  <a:pt x="2881542" y="292780"/>
                  <a:pt x="2892004" y="297333"/>
                  <a:pt x="2900218" y="304800"/>
                </a:cubicBezTo>
                <a:cubicBezTo>
                  <a:pt x="3002430" y="397720"/>
                  <a:pt x="2935607" y="359440"/>
                  <a:pt x="3011055" y="397164"/>
                </a:cubicBezTo>
                <a:cubicBezTo>
                  <a:pt x="3023370" y="409479"/>
                  <a:pt x="3033828" y="423987"/>
                  <a:pt x="3048000" y="434110"/>
                </a:cubicBezTo>
                <a:cubicBezTo>
                  <a:pt x="3055922" y="439769"/>
                  <a:pt x="3067786" y="437687"/>
                  <a:pt x="3075709" y="443346"/>
                </a:cubicBezTo>
                <a:cubicBezTo>
                  <a:pt x="3089881" y="453469"/>
                  <a:pt x="3099432" y="468957"/>
                  <a:pt x="3112655" y="480291"/>
                </a:cubicBezTo>
                <a:cubicBezTo>
                  <a:pt x="3121083" y="487515"/>
                  <a:pt x="3132515" y="490915"/>
                  <a:pt x="3140364" y="498764"/>
                </a:cubicBezTo>
                <a:cubicBezTo>
                  <a:pt x="3151249" y="509649"/>
                  <a:pt x="3156385" y="525692"/>
                  <a:pt x="3168073" y="535710"/>
                </a:cubicBezTo>
                <a:cubicBezTo>
                  <a:pt x="3178527" y="544670"/>
                  <a:pt x="3192703" y="548025"/>
                  <a:pt x="3205018" y="554182"/>
                </a:cubicBezTo>
                <a:cubicBezTo>
                  <a:pt x="3245928" y="615546"/>
                  <a:pt x="3216317" y="561451"/>
                  <a:pt x="3232727" y="692728"/>
                </a:cubicBezTo>
                <a:cubicBezTo>
                  <a:pt x="3237373" y="729894"/>
                  <a:pt x="3240437" y="767689"/>
                  <a:pt x="3251200" y="803564"/>
                </a:cubicBezTo>
                <a:cubicBezTo>
                  <a:pt x="3259113" y="829940"/>
                  <a:pt x="3266116" y="860932"/>
                  <a:pt x="3288146" y="877455"/>
                </a:cubicBezTo>
                <a:cubicBezTo>
                  <a:pt x="3322113" y="902930"/>
                  <a:pt x="3333340" y="908629"/>
                  <a:pt x="3362037" y="942110"/>
                </a:cubicBezTo>
                <a:cubicBezTo>
                  <a:pt x="3369261" y="950538"/>
                  <a:pt x="3375545" y="959890"/>
                  <a:pt x="3380509" y="969819"/>
                </a:cubicBezTo>
                <a:cubicBezTo>
                  <a:pt x="3384863" y="978527"/>
                  <a:pt x="3382862" y="990644"/>
                  <a:pt x="3389746" y="997528"/>
                </a:cubicBezTo>
                <a:cubicBezTo>
                  <a:pt x="3399482" y="1007264"/>
                  <a:pt x="3414737" y="1009169"/>
                  <a:pt x="3426691" y="1016000"/>
                </a:cubicBezTo>
                <a:cubicBezTo>
                  <a:pt x="3476828" y="1044650"/>
                  <a:pt x="3431303" y="1026773"/>
                  <a:pt x="3482109" y="1043710"/>
                </a:cubicBezTo>
                <a:cubicBezTo>
                  <a:pt x="3488267" y="1052946"/>
                  <a:pt x="3495618" y="1061490"/>
                  <a:pt x="3500582" y="1071419"/>
                </a:cubicBezTo>
                <a:cubicBezTo>
                  <a:pt x="3504936" y="1080127"/>
                  <a:pt x="3502934" y="1092244"/>
                  <a:pt x="3509818" y="1099128"/>
                </a:cubicBezTo>
                <a:cubicBezTo>
                  <a:pt x="3521229" y="1110539"/>
                  <a:pt x="3557916" y="1121317"/>
                  <a:pt x="3574473" y="1126837"/>
                </a:cubicBezTo>
                <a:cubicBezTo>
                  <a:pt x="3580631" y="1139152"/>
                  <a:pt x="3584131" y="1153205"/>
                  <a:pt x="3592946" y="1163782"/>
                </a:cubicBezTo>
                <a:cubicBezTo>
                  <a:pt x="3600053" y="1172310"/>
                  <a:pt x="3613720" y="1173587"/>
                  <a:pt x="3620655" y="1182255"/>
                </a:cubicBezTo>
                <a:cubicBezTo>
                  <a:pt x="3626737" y="1189858"/>
                  <a:pt x="3624232" y="1202042"/>
                  <a:pt x="3629891" y="1209964"/>
                </a:cubicBezTo>
                <a:cubicBezTo>
                  <a:pt x="3640014" y="1224136"/>
                  <a:pt x="3654522" y="1234595"/>
                  <a:pt x="3666837" y="1246910"/>
                </a:cubicBezTo>
                <a:cubicBezTo>
                  <a:pt x="3685044" y="1283326"/>
                  <a:pt x="3685040" y="1288826"/>
                  <a:pt x="3713018" y="1320800"/>
                </a:cubicBezTo>
                <a:cubicBezTo>
                  <a:pt x="3724487" y="1333907"/>
                  <a:pt x="3739514" y="1343813"/>
                  <a:pt x="3749964" y="1357746"/>
                </a:cubicBezTo>
                <a:cubicBezTo>
                  <a:pt x="3758225" y="1368761"/>
                  <a:pt x="3761606" y="1382736"/>
                  <a:pt x="3768437" y="1394691"/>
                </a:cubicBezTo>
                <a:cubicBezTo>
                  <a:pt x="3773944" y="1404329"/>
                  <a:pt x="3781593" y="1412655"/>
                  <a:pt x="3786909" y="1422400"/>
                </a:cubicBezTo>
                <a:cubicBezTo>
                  <a:pt x="3800095" y="1446575"/>
                  <a:pt x="3801825" y="1479768"/>
                  <a:pt x="3823855" y="1496291"/>
                </a:cubicBezTo>
                <a:cubicBezTo>
                  <a:pt x="3836170" y="1505527"/>
                  <a:pt x="3849215" y="1513863"/>
                  <a:pt x="3860800" y="1524000"/>
                </a:cubicBezTo>
                <a:cubicBezTo>
                  <a:pt x="3932472" y="1586714"/>
                  <a:pt x="3866124" y="1539864"/>
                  <a:pt x="3925455" y="1579419"/>
                </a:cubicBezTo>
                <a:cubicBezTo>
                  <a:pt x="3931612" y="1591734"/>
                  <a:pt x="3933350" y="1607550"/>
                  <a:pt x="3943927" y="1616364"/>
                </a:cubicBezTo>
                <a:cubicBezTo>
                  <a:pt x="3953679" y="1624491"/>
                  <a:pt x="3969205" y="1620600"/>
                  <a:pt x="3980873" y="1625600"/>
                </a:cubicBezTo>
                <a:cubicBezTo>
                  <a:pt x="3991076" y="1629973"/>
                  <a:pt x="3999346" y="1637915"/>
                  <a:pt x="4008582" y="1644073"/>
                </a:cubicBezTo>
                <a:cubicBezTo>
                  <a:pt x="4014740" y="1656388"/>
                  <a:pt x="4020224" y="1669064"/>
                  <a:pt x="4027055" y="1681019"/>
                </a:cubicBezTo>
                <a:cubicBezTo>
                  <a:pt x="4032562" y="1690657"/>
                  <a:pt x="4042337" y="1698096"/>
                  <a:pt x="4045527" y="1708728"/>
                </a:cubicBezTo>
                <a:cubicBezTo>
                  <a:pt x="4051783" y="1729580"/>
                  <a:pt x="4049869" y="1752169"/>
                  <a:pt x="4054764" y="1773382"/>
                </a:cubicBezTo>
                <a:cubicBezTo>
                  <a:pt x="4066402" y="1823812"/>
                  <a:pt x="4068334" y="1821445"/>
                  <a:pt x="4091709" y="1856510"/>
                </a:cubicBezTo>
                <a:cubicBezTo>
                  <a:pt x="4115494" y="1951641"/>
                  <a:pt x="4082921" y="1813317"/>
                  <a:pt x="4110182" y="1995055"/>
                </a:cubicBezTo>
                <a:cubicBezTo>
                  <a:pt x="4114393" y="2023126"/>
                  <a:pt x="4124170" y="2050154"/>
                  <a:pt x="4128655" y="2078182"/>
                </a:cubicBezTo>
                <a:cubicBezTo>
                  <a:pt x="4136498" y="2127203"/>
                  <a:pt x="4140970" y="2176703"/>
                  <a:pt x="4147127" y="2225964"/>
                </a:cubicBezTo>
                <a:cubicBezTo>
                  <a:pt x="4144048" y="2247516"/>
                  <a:pt x="4147627" y="2271147"/>
                  <a:pt x="4137891" y="2290619"/>
                </a:cubicBezTo>
                <a:cubicBezTo>
                  <a:pt x="4121369" y="2323664"/>
                  <a:pt x="4073057" y="2322976"/>
                  <a:pt x="4045527" y="2327564"/>
                </a:cubicBezTo>
                <a:cubicBezTo>
                  <a:pt x="4036291" y="2330643"/>
                  <a:pt x="4027179" y="2334125"/>
                  <a:pt x="4017818" y="2336800"/>
                </a:cubicBezTo>
                <a:cubicBezTo>
                  <a:pt x="3994559" y="2343446"/>
                  <a:pt x="3957561" y="2351461"/>
                  <a:pt x="3934691" y="2355273"/>
                </a:cubicBezTo>
                <a:cubicBezTo>
                  <a:pt x="3476916" y="2431569"/>
                  <a:pt x="3708820" y="2392096"/>
                  <a:pt x="2946400" y="2410691"/>
                </a:cubicBezTo>
                <a:cubicBezTo>
                  <a:pt x="2915612" y="2416849"/>
                  <a:pt x="2884226" y="2420538"/>
                  <a:pt x="2854037" y="2429164"/>
                </a:cubicBezTo>
                <a:cubicBezTo>
                  <a:pt x="2840798" y="2432947"/>
                  <a:pt x="2830153" y="2443283"/>
                  <a:pt x="2817091" y="2447637"/>
                </a:cubicBezTo>
                <a:cubicBezTo>
                  <a:pt x="2793005" y="2455666"/>
                  <a:pt x="2767830" y="2459952"/>
                  <a:pt x="2743200" y="2466110"/>
                </a:cubicBezTo>
                <a:cubicBezTo>
                  <a:pt x="2496897" y="2463031"/>
                  <a:pt x="2250470" y="2465266"/>
                  <a:pt x="2004291" y="2456873"/>
                </a:cubicBezTo>
                <a:cubicBezTo>
                  <a:pt x="1978917" y="2456008"/>
                  <a:pt x="1955443" y="2442574"/>
                  <a:pt x="1930400" y="2438400"/>
                </a:cubicBezTo>
                <a:cubicBezTo>
                  <a:pt x="1881431" y="2430239"/>
                  <a:pt x="1831726" y="2427203"/>
                  <a:pt x="1782618" y="2419928"/>
                </a:cubicBezTo>
                <a:cubicBezTo>
                  <a:pt x="1748568" y="2414884"/>
                  <a:pt x="1715040" y="2406689"/>
                  <a:pt x="1681018" y="2401455"/>
                </a:cubicBezTo>
                <a:cubicBezTo>
                  <a:pt x="1464325" y="2368117"/>
                  <a:pt x="1618424" y="2399859"/>
                  <a:pt x="1459346" y="2364510"/>
                </a:cubicBezTo>
                <a:cubicBezTo>
                  <a:pt x="1385452" y="2315246"/>
                  <a:pt x="1474743" y="2379906"/>
                  <a:pt x="1413164" y="2318328"/>
                </a:cubicBezTo>
                <a:cubicBezTo>
                  <a:pt x="1402279" y="2307443"/>
                  <a:pt x="1388533" y="2299855"/>
                  <a:pt x="1376218" y="2290619"/>
                </a:cubicBezTo>
                <a:cubicBezTo>
                  <a:pt x="1370061" y="2275225"/>
                  <a:pt x="1365161" y="2259266"/>
                  <a:pt x="1357746" y="2244437"/>
                </a:cubicBezTo>
                <a:cubicBezTo>
                  <a:pt x="1352782" y="2234508"/>
                  <a:pt x="1344237" y="2226657"/>
                  <a:pt x="1339273" y="2216728"/>
                </a:cubicBezTo>
                <a:cubicBezTo>
                  <a:pt x="1331858" y="2201899"/>
                  <a:pt x="1326958" y="2185940"/>
                  <a:pt x="1320800" y="2170546"/>
                </a:cubicBezTo>
                <a:cubicBezTo>
                  <a:pt x="1317721" y="2155152"/>
                  <a:pt x="1317940" y="2138710"/>
                  <a:pt x="1311564" y="2124364"/>
                </a:cubicBezTo>
                <a:cubicBezTo>
                  <a:pt x="1297093" y="2091804"/>
                  <a:pt x="1282314" y="2086392"/>
                  <a:pt x="1256146" y="2068946"/>
                </a:cubicBezTo>
                <a:cubicBezTo>
                  <a:pt x="1253067" y="2059710"/>
                  <a:pt x="1253142" y="2048716"/>
                  <a:pt x="1246909" y="2041237"/>
                </a:cubicBezTo>
                <a:cubicBezTo>
                  <a:pt x="1237054" y="2029411"/>
                  <a:pt x="1222490" y="2022476"/>
                  <a:pt x="1209964" y="2013528"/>
                </a:cubicBezTo>
                <a:cubicBezTo>
                  <a:pt x="1185491" y="1996047"/>
                  <a:pt x="1173960" y="1989316"/>
                  <a:pt x="1145309" y="1976582"/>
                </a:cubicBezTo>
                <a:cubicBezTo>
                  <a:pt x="1130158" y="1969848"/>
                  <a:pt x="1113682" y="1966049"/>
                  <a:pt x="1099127" y="1958110"/>
                </a:cubicBezTo>
                <a:cubicBezTo>
                  <a:pt x="1006076" y="1907355"/>
                  <a:pt x="1080726" y="1930418"/>
                  <a:pt x="1006764" y="1911928"/>
                </a:cubicBezTo>
                <a:cubicBezTo>
                  <a:pt x="909933" y="1863512"/>
                  <a:pt x="1048739" y="1932012"/>
                  <a:pt x="905164" y="1865746"/>
                </a:cubicBezTo>
                <a:cubicBezTo>
                  <a:pt x="886412" y="1857091"/>
                  <a:pt x="869339" y="1844568"/>
                  <a:pt x="849746" y="1838037"/>
                </a:cubicBezTo>
                <a:cubicBezTo>
                  <a:pt x="831979" y="1832115"/>
                  <a:pt x="812800" y="1831879"/>
                  <a:pt x="794327" y="1828800"/>
                </a:cubicBezTo>
                <a:cubicBezTo>
                  <a:pt x="785091" y="1822643"/>
                  <a:pt x="776821" y="1814701"/>
                  <a:pt x="766618" y="1810328"/>
                </a:cubicBezTo>
                <a:cubicBezTo>
                  <a:pt x="754950" y="1805328"/>
                  <a:pt x="741716" y="1805105"/>
                  <a:pt x="729673" y="1801091"/>
                </a:cubicBezTo>
                <a:cubicBezTo>
                  <a:pt x="713944" y="1795848"/>
                  <a:pt x="699105" y="1788195"/>
                  <a:pt x="683491" y="1782619"/>
                </a:cubicBezTo>
                <a:cubicBezTo>
                  <a:pt x="655985" y="1772795"/>
                  <a:pt x="600364" y="1754910"/>
                  <a:pt x="600364" y="1754910"/>
                </a:cubicBezTo>
                <a:cubicBezTo>
                  <a:pt x="591128" y="1745673"/>
                  <a:pt x="583732" y="1734123"/>
                  <a:pt x="572655" y="1727200"/>
                </a:cubicBezTo>
                <a:cubicBezTo>
                  <a:pt x="455794" y="1654161"/>
                  <a:pt x="580690" y="1751699"/>
                  <a:pt x="498764" y="1690255"/>
                </a:cubicBezTo>
                <a:cubicBezTo>
                  <a:pt x="482993" y="1678427"/>
                  <a:pt x="468525" y="1664905"/>
                  <a:pt x="452582" y="1653310"/>
                </a:cubicBezTo>
                <a:cubicBezTo>
                  <a:pt x="418276" y="1628360"/>
                  <a:pt x="362417" y="1592467"/>
                  <a:pt x="323273" y="1579419"/>
                </a:cubicBezTo>
                <a:lnTo>
                  <a:pt x="267855" y="1560946"/>
                </a:lnTo>
                <a:lnTo>
                  <a:pt x="212437" y="1542473"/>
                </a:lnTo>
                <a:cubicBezTo>
                  <a:pt x="200122" y="1530158"/>
                  <a:pt x="190260" y="1514759"/>
                  <a:pt x="175491" y="1505528"/>
                </a:cubicBezTo>
                <a:cubicBezTo>
                  <a:pt x="164726" y="1498800"/>
                  <a:pt x="148876" y="1503669"/>
                  <a:pt x="138546" y="1496291"/>
                </a:cubicBezTo>
                <a:cubicBezTo>
                  <a:pt x="108014" y="1474482"/>
                  <a:pt x="112857" y="1449724"/>
                  <a:pt x="92364" y="1422400"/>
                </a:cubicBezTo>
                <a:cubicBezTo>
                  <a:pt x="81914" y="1408467"/>
                  <a:pt x="67733" y="1397770"/>
                  <a:pt x="55418" y="1385455"/>
                </a:cubicBezTo>
                <a:cubicBezTo>
                  <a:pt x="49261" y="1370061"/>
                  <a:pt x="43894" y="1354327"/>
                  <a:pt x="36946" y="1339273"/>
                </a:cubicBezTo>
                <a:cubicBezTo>
                  <a:pt x="25406" y="1314270"/>
                  <a:pt x="0" y="1265382"/>
                  <a:pt x="0" y="1265382"/>
                </a:cubicBezTo>
                <a:cubicBezTo>
                  <a:pt x="10301" y="1152081"/>
                  <a:pt x="1911" y="1186632"/>
                  <a:pt x="27709" y="1089891"/>
                </a:cubicBezTo>
                <a:cubicBezTo>
                  <a:pt x="33229" y="1069192"/>
                  <a:pt x="46439" y="1010150"/>
                  <a:pt x="64655" y="988291"/>
                </a:cubicBezTo>
                <a:cubicBezTo>
                  <a:pt x="71761" y="979763"/>
                  <a:pt x="83128" y="975976"/>
                  <a:pt x="92364" y="969819"/>
                </a:cubicBezTo>
                <a:cubicBezTo>
                  <a:pt x="98522" y="957504"/>
                  <a:pt x="102022" y="943451"/>
                  <a:pt x="110837" y="932873"/>
                </a:cubicBezTo>
                <a:cubicBezTo>
                  <a:pt x="133136" y="906114"/>
                  <a:pt x="165405" y="887964"/>
                  <a:pt x="184727" y="858982"/>
                </a:cubicBezTo>
                <a:lnTo>
                  <a:pt x="203200" y="831273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가변성 관리 </a:t>
            </a:r>
            <a:r>
              <a:rPr lang="en-US" altLang="ko-KR" dirty="0"/>
              <a:t>– WN5/Hi3519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설계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공통 클래스 재사용</a:t>
            </a:r>
            <a:r>
              <a:rPr lang="en-US" altLang="ko-KR" dirty="0"/>
              <a:t>/</a:t>
            </a:r>
            <a:r>
              <a:rPr lang="ko-KR" altLang="en-US" dirty="0"/>
              <a:t>상속</a:t>
            </a:r>
            <a:endParaRPr lang="en-US" altLang="ko-KR" dirty="0"/>
          </a:p>
          <a:p>
            <a:pPr lvl="1"/>
            <a:r>
              <a:rPr lang="en-US" altLang="ko-KR" dirty="0"/>
              <a:t>Technical Class</a:t>
            </a:r>
          </a:p>
          <a:p>
            <a:pPr lvl="2"/>
            <a:r>
              <a:rPr lang="ko-KR" altLang="en-US" dirty="0"/>
              <a:t>기술적 공통 기능</a:t>
            </a:r>
            <a:endParaRPr lang="en-US" altLang="ko-KR" dirty="0"/>
          </a:p>
          <a:p>
            <a:pPr lvl="1"/>
            <a:r>
              <a:rPr lang="en-US" altLang="ko-KR" dirty="0"/>
              <a:t>Domain Class</a:t>
            </a:r>
          </a:p>
          <a:p>
            <a:pPr lvl="2"/>
            <a:r>
              <a:rPr lang="ko-KR" altLang="en-US" dirty="0"/>
              <a:t>업무적 공통 기능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가변성 추가</a:t>
            </a:r>
            <a:endParaRPr lang="en-US" altLang="ko-KR" dirty="0"/>
          </a:p>
          <a:p>
            <a:pPr lvl="1"/>
            <a:r>
              <a:rPr lang="en-US" altLang="ko-KR" dirty="0" err="1"/>
              <a:t>SoC</a:t>
            </a:r>
            <a:r>
              <a:rPr lang="en-US" altLang="ko-KR" dirty="0"/>
              <a:t>/HW Device/OS/Data/Network</a:t>
            </a:r>
          </a:p>
          <a:p>
            <a:pPr lvl="1"/>
            <a:r>
              <a:rPr lang="ko-KR" altLang="en-US" dirty="0"/>
              <a:t>칩셋의 변동에 따른 가변 클래스 정의</a:t>
            </a:r>
            <a:endParaRPr lang="en-US" altLang="ko-KR" dirty="0"/>
          </a:p>
          <a:p>
            <a:pPr lvl="2"/>
            <a:r>
              <a:rPr lang="en-US" altLang="ko-KR" dirty="0"/>
              <a:t>Class VideoManager_WN5</a:t>
            </a:r>
          </a:p>
          <a:p>
            <a:pPr lvl="2"/>
            <a:r>
              <a:rPr lang="en-US" altLang="ko-KR" dirty="0"/>
              <a:t>Class VideoManager_Hi3519</a:t>
            </a:r>
          </a:p>
          <a:p>
            <a:endParaRPr lang="en-US" altLang="ko-KR" dirty="0"/>
          </a:p>
          <a:p>
            <a:r>
              <a:rPr lang="ko-KR" altLang="en-US" dirty="0"/>
              <a:t>가변 컴포넌트 생성</a:t>
            </a:r>
            <a:endParaRPr lang="en-US" altLang="ko-KR" dirty="0"/>
          </a:p>
          <a:p>
            <a:pPr lvl="1"/>
            <a:r>
              <a:rPr lang="en-US" altLang="ko-KR" dirty="0"/>
              <a:t>Component VideoManager_WN5</a:t>
            </a:r>
          </a:p>
          <a:p>
            <a:pPr lvl="1"/>
            <a:r>
              <a:rPr lang="en-US" altLang="ko-KR" dirty="0"/>
              <a:t>Component VideoManager_Hi3519</a:t>
            </a:r>
          </a:p>
          <a:p>
            <a:endParaRPr lang="ko-KR" altLang="en-US" dirty="0"/>
          </a:p>
        </p:txBody>
      </p:sp>
      <p:sp>
        <p:nvSpPr>
          <p:cNvPr id="934" name="아래쪽 화살표 933"/>
          <p:cNvSpPr/>
          <p:nvPr/>
        </p:nvSpPr>
        <p:spPr>
          <a:xfrm>
            <a:off x="6497926" y="5045383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40" name="Group 1131"/>
          <p:cNvGrpSpPr>
            <a:grpSpLocks/>
          </p:cNvGrpSpPr>
          <p:nvPr/>
        </p:nvGrpSpPr>
        <p:grpSpPr bwMode="auto">
          <a:xfrm>
            <a:off x="5600988" y="1104713"/>
            <a:ext cx="3692525" cy="3044825"/>
            <a:chOff x="3513" y="778"/>
            <a:chExt cx="2326" cy="1918"/>
          </a:xfrm>
        </p:grpSpPr>
        <p:sp>
          <p:nvSpPr>
            <p:cNvPr id="1109" name="Rectangle 936"/>
            <p:cNvSpPr>
              <a:spLocks noChangeArrowheads="1"/>
            </p:cNvSpPr>
            <p:nvPr/>
          </p:nvSpPr>
          <p:spPr bwMode="auto">
            <a:xfrm>
              <a:off x="4460" y="794"/>
              <a:ext cx="469" cy="36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0" name="Rectangle 937"/>
            <p:cNvSpPr>
              <a:spLocks noChangeArrowheads="1"/>
            </p:cNvSpPr>
            <p:nvPr/>
          </p:nvSpPr>
          <p:spPr bwMode="auto">
            <a:xfrm>
              <a:off x="4460" y="794"/>
              <a:ext cx="469" cy="36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1" name="Rectangle 938"/>
            <p:cNvSpPr>
              <a:spLocks noChangeArrowheads="1"/>
            </p:cNvSpPr>
            <p:nvPr/>
          </p:nvSpPr>
          <p:spPr bwMode="auto">
            <a:xfrm>
              <a:off x="4444" y="778"/>
              <a:ext cx="242" cy="362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2" name="Rectangle 939"/>
            <p:cNvSpPr>
              <a:spLocks noChangeArrowheads="1"/>
            </p:cNvSpPr>
            <p:nvPr/>
          </p:nvSpPr>
          <p:spPr bwMode="auto">
            <a:xfrm>
              <a:off x="4686" y="778"/>
              <a:ext cx="6" cy="362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3" name="Rectangle 940"/>
            <p:cNvSpPr>
              <a:spLocks noChangeArrowheads="1"/>
            </p:cNvSpPr>
            <p:nvPr/>
          </p:nvSpPr>
          <p:spPr bwMode="auto">
            <a:xfrm>
              <a:off x="4692" y="778"/>
              <a:ext cx="5" cy="362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4" name="Rectangle 941"/>
            <p:cNvSpPr>
              <a:spLocks noChangeArrowheads="1"/>
            </p:cNvSpPr>
            <p:nvPr/>
          </p:nvSpPr>
          <p:spPr bwMode="auto">
            <a:xfrm>
              <a:off x="4697" y="778"/>
              <a:ext cx="5" cy="362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5" name="Rectangle 942"/>
            <p:cNvSpPr>
              <a:spLocks noChangeArrowheads="1"/>
            </p:cNvSpPr>
            <p:nvPr/>
          </p:nvSpPr>
          <p:spPr bwMode="auto">
            <a:xfrm>
              <a:off x="4702" y="778"/>
              <a:ext cx="5" cy="362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6" name="Rectangle 943"/>
            <p:cNvSpPr>
              <a:spLocks noChangeArrowheads="1"/>
            </p:cNvSpPr>
            <p:nvPr/>
          </p:nvSpPr>
          <p:spPr bwMode="auto">
            <a:xfrm>
              <a:off x="4707" y="778"/>
              <a:ext cx="6" cy="362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7" name="Rectangle 944"/>
            <p:cNvSpPr>
              <a:spLocks noChangeArrowheads="1"/>
            </p:cNvSpPr>
            <p:nvPr/>
          </p:nvSpPr>
          <p:spPr bwMode="auto">
            <a:xfrm>
              <a:off x="4713" y="778"/>
              <a:ext cx="10" cy="362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8" name="Rectangle 945"/>
            <p:cNvSpPr>
              <a:spLocks noChangeArrowheads="1"/>
            </p:cNvSpPr>
            <p:nvPr/>
          </p:nvSpPr>
          <p:spPr bwMode="auto">
            <a:xfrm>
              <a:off x="4723" y="778"/>
              <a:ext cx="6" cy="362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9" name="Rectangle 946"/>
            <p:cNvSpPr>
              <a:spLocks noChangeArrowheads="1"/>
            </p:cNvSpPr>
            <p:nvPr/>
          </p:nvSpPr>
          <p:spPr bwMode="auto">
            <a:xfrm>
              <a:off x="4729" y="778"/>
              <a:ext cx="5" cy="362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0" name="Rectangle 947"/>
            <p:cNvSpPr>
              <a:spLocks noChangeArrowheads="1"/>
            </p:cNvSpPr>
            <p:nvPr/>
          </p:nvSpPr>
          <p:spPr bwMode="auto">
            <a:xfrm>
              <a:off x="4734" y="778"/>
              <a:ext cx="10" cy="362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1" name="Rectangle 948"/>
            <p:cNvSpPr>
              <a:spLocks noChangeArrowheads="1"/>
            </p:cNvSpPr>
            <p:nvPr/>
          </p:nvSpPr>
          <p:spPr bwMode="auto">
            <a:xfrm>
              <a:off x="4744" y="778"/>
              <a:ext cx="6" cy="362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2" name="Rectangle 949"/>
            <p:cNvSpPr>
              <a:spLocks noChangeArrowheads="1"/>
            </p:cNvSpPr>
            <p:nvPr/>
          </p:nvSpPr>
          <p:spPr bwMode="auto">
            <a:xfrm>
              <a:off x="4750" y="778"/>
              <a:ext cx="5" cy="362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3" name="Rectangle 950"/>
            <p:cNvSpPr>
              <a:spLocks noChangeArrowheads="1"/>
            </p:cNvSpPr>
            <p:nvPr/>
          </p:nvSpPr>
          <p:spPr bwMode="auto">
            <a:xfrm>
              <a:off x="4755" y="778"/>
              <a:ext cx="5" cy="362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4" name="Rectangle 951"/>
            <p:cNvSpPr>
              <a:spLocks noChangeArrowheads="1"/>
            </p:cNvSpPr>
            <p:nvPr/>
          </p:nvSpPr>
          <p:spPr bwMode="auto">
            <a:xfrm>
              <a:off x="4760" y="778"/>
              <a:ext cx="5" cy="362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5" name="Rectangle 952"/>
            <p:cNvSpPr>
              <a:spLocks noChangeArrowheads="1"/>
            </p:cNvSpPr>
            <p:nvPr/>
          </p:nvSpPr>
          <p:spPr bwMode="auto">
            <a:xfrm>
              <a:off x="4765" y="778"/>
              <a:ext cx="6" cy="362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6" name="Rectangle 953"/>
            <p:cNvSpPr>
              <a:spLocks noChangeArrowheads="1"/>
            </p:cNvSpPr>
            <p:nvPr/>
          </p:nvSpPr>
          <p:spPr bwMode="auto">
            <a:xfrm>
              <a:off x="4771" y="778"/>
              <a:ext cx="5" cy="362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7" name="Rectangle 954"/>
            <p:cNvSpPr>
              <a:spLocks noChangeArrowheads="1"/>
            </p:cNvSpPr>
            <p:nvPr/>
          </p:nvSpPr>
          <p:spPr bwMode="auto">
            <a:xfrm>
              <a:off x="4776" y="778"/>
              <a:ext cx="5" cy="362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8" name="Rectangle 955"/>
            <p:cNvSpPr>
              <a:spLocks noChangeArrowheads="1"/>
            </p:cNvSpPr>
            <p:nvPr/>
          </p:nvSpPr>
          <p:spPr bwMode="auto">
            <a:xfrm>
              <a:off x="4781" y="778"/>
              <a:ext cx="5" cy="362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9" name="Rectangle 956"/>
            <p:cNvSpPr>
              <a:spLocks noChangeArrowheads="1"/>
            </p:cNvSpPr>
            <p:nvPr/>
          </p:nvSpPr>
          <p:spPr bwMode="auto">
            <a:xfrm>
              <a:off x="4786" y="778"/>
              <a:ext cx="6" cy="362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0" name="Rectangle 957"/>
            <p:cNvSpPr>
              <a:spLocks noChangeArrowheads="1"/>
            </p:cNvSpPr>
            <p:nvPr/>
          </p:nvSpPr>
          <p:spPr bwMode="auto">
            <a:xfrm>
              <a:off x="4792" y="778"/>
              <a:ext cx="5" cy="362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1" name="Rectangle 958"/>
            <p:cNvSpPr>
              <a:spLocks noChangeArrowheads="1"/>
            </p:cNvSpPr>
            <p:nvPr/>
          </p:nvSpPr>
          <p:spPr bwMode="auto">
            <a:xfrm>
              <a:off x="4797" y="778"/>
              <a:ext cx="5" cy="362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2" name="Rectangle 959"/>
            <p:cNvSpPr>
              <a:spLocks noChangeArrowheads="1"/>
            </p:cNvSpPr>
            <p:nvPr/>
          </p:nvSpPr>
          <p:spPr bwMode="auto">
            <a:xfrm>
              <a:off x="4802" y="778"/>
              <a:ext cx="5" cy="362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3" name="Rectangle 960"/>
            <p:cNvSpPr>
              <a:spLocks noChangeArrowheads="1"/>
            </p:cNvSpPr>
            <p:nvPr/>
          </p:nvSpPr>
          <p:spPr bwMode="auto">
            <a:xfrm>
              <a:off x="4807" y="778"/>
              <a:ext cx="6" cy="362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4" name="Rectangle 961"/>
            <p:cNvSpPr>
              <a:spLocks noChangeArrowheads="1"/>
            </p:cNvSpPr>
            <p:nvPr/>
          </p:nvSpPr>
          <p:spPr bwMode="auto">
            <a:xfrm>
              <a:off x="4813" y="778"/>
              <a:ext cx="5" cy="362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5" name="Rectangle 962"/>
            <p:cNvSpPr>
              <a:spLocks noChangeArrowheads="1"/>
            </p:cNvSpPr>
            <p:nvPr/>
          </p:nvSpPr>
          <p:spPr bwMode="auto">
            <a:xfrm>
              <a:off x="4818" y="778"/>
              <a:ext cx="5" cy="362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6" name="Rectangle 963"/>
            <p:cNvSpPr>
              <a:spLocks noChangeArrowheads="1"/>
            </p:cNvSpPr>
            <p:nvPr/>
          </p:nvSpPr>
          <p:spPr bwMode="auto">
            <a:xfrm>
              <a:off x="4823" y="778"/>
              <a:ext cx="6" cy="362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7" name="Rectangle 964"/>
            <p:cNvSpPr>
              <a:spLocks noChangeArrowheads="1"/>
            </p:cNvSpPr>
            <p:nvPr/>
          </p:nvSpPr>
          <p:spPr bwMode="auto">
            <a:xfrm>
              <a:off x="4829" y="778"/>
              <a:ext cx="5" cy="362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8" name="Rectangle 965"/>
            <p:cNvSpPr>
              <a:spLocks noChangeArrowheads="1"/>
            </p:cNvSpPr>
            <p:nvPr/>
          </p:nvSpPr>
          <p:spPr bwMode="auto">
            <a:xfrm>
              <a:off x="4834" y="778"/>
              <a:ext cx="10" cy="362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39" name="Rectangle 966"/>
            <p:cNvSpPr>
              <a:spLocks noChangeArrowheads="1"/>
            </p:cNvSpPr>
            <p:nvPr/>
          </p:nvSpPr>
          <p:spPr bwMode="auto">
            <a:xfrm>
              <a:off x="4844" y="778"/>
              <a:ext cx="6" cy="362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0" name="Rectangle 967"/>
            <p:cNvSpPr>
              <a:spLocks noChangeArrowheads="1"/>
            </p:cNvSpPr>
            <p:nvPr/>
          </p:nvSpPr>
          <p:spPr bwMode="auto">
            <a:xfrm>
              <a:off x="4850" y="778"/>
              <a:ext cx="5" cy="362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1" name="Rectangle 968"/>
            <p:cNvSpPr>
              <a:spLocks noChangeArrowheads="1"/>
            </p:cNvSpPr>
            <p:nvPr/>
          </p:nvSpPr>
          <p:spPr bwMode="auto">
            <a:xfrm>
              <a:off x="4855" y="778"/>
              <a:ext cx="5" cy="362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2" name="Rectangle 969"/>
            <p:cNvSpPr>
              <a:spLocks noChangeArrowheads="1"/>
            </p:cNvSpPr>
            <p:nvPr/>
          </p:nvSpPr>
          <p:spPr bwMode="auto">
            <a:xfrm>
              <a:off x="4860" y="778"/>
              <a:ext cx="5" cy="362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3" name="Rectangle 970"/>
            <p:cNvSpPr>
              <a:spLocks noChangeArrowheads="1"/>
            </p:cNvSpPr>
            <p:nvPr/>
          </p:nvSpPr>
          <p:spPr bwMode="auto">
            <a:xfrm>
              <a:off x="4865" y="778"/>
              <a:ext cx="11" cy="362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4" name="Rectangle 971"/>
            <p:cNvSpPr>
              <a:spLocks noChangeArrowheads="1"/>
            </p:cNvSpPr>
            <p:nvPr/>
          </p:nvSpPr>
          <p:spPr bwMode="auto">
            <a:xfrm>
              <a:off x="4876" y="778"/>
              <a:ext cx="5" cy="362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5" name="Rectangle 972"/>
            <p:cNvSpPr>
              <a:spLocks noChangeArrowheads="1"/>
            </p:cNvSpPr>
            <p:nvPr/>
          </p:nvSpPr>
          <p:spPr bwMode="auto">
            <a:xfrm>
              <a:off x="4881" y="778"/>
              <a:ext cx="11" cy="362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6" name="Rectangle 973"/>
            <p:cNvSpPr>
              <a:spLocks noChangeArrowheads="1"/>
            </p:cNvSpPr>
            <p:nvPr/>
          </p:nvSpPr>
          <p:spPr bwMode="auto">
            <a:xfrm>
              <a:off x="4892" y="778"/>
              <a:ext cx="5" cy="362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7" name="Rectangle 974"/>
            <p:cNvSpPr>
              <a:spLocks noChangeArrowheads="1"/>
            </p:cNvSpPr>
            <p:nvPr/>
          </p:nvSpPr>
          <p:spPr bwMode="auto">
            <a:xfrm>
              <a:off x="4897" y="778"/>
              <a:ext cx="5" cy="362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8" name="Rectangle 975"/>
            <p:cNvSpPr>
              <a:spLocks noChangeArrowheads="1"/>
            </p:cNvSpPr>
            <p:nvPr/>
          </p:nvSpPr>
          <p:spPr bwMode="auto">
            <a:xfrm>
              <a:off x="4902" y="778"/>
              <a:ext cx="5" cy="362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49" name="Rectangle 976"/>
            <p:cNvSpPr>
              <a:spLocks noChangeArrowheads="1"/>
            </p:cNvSpPr>
            <p:nvPr/>
          </p:nvSpPr>
          <p:spPr bwMode="auto">
            <a:xfrm>
              <a:off x="4907" y="778"/>
              <a:ext cx="6" cy="362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0" name="Rectangle 977"/>
            <p:cNvSpPr>
              <a:spLocks noChangeArrowheads="1"/>
            </p:cNvSpPr>
            <p:nvPr/>
          </p:nvSpPr>
          <p:spPr bwMode="auto">
            <a:xfrm>
              <a:off x="4444" y="778"/>
              <a:ext cx="469" cy="36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1" name="Rectangle 978"/>
            <p:cNvSpPr>
              <a:spLocks noChangeArrowheads="1"/>
            </p:cNvSpPr>
            <p:nvPr/>
          </p:nvSpPr>
          <p:spPr bwMode="auto">
            <a:xfrm>
              <a:off x="4471" y="825"/>
              <a:ext cx="40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Component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2" name="Line 979"/>
            <p:cNvSpPr>
              <a:spLocks noChangeShapeType="1"/>
            </p:cNvSpPr>
            <p:nvPr/>
          </p:nvSpPr>
          <p:spPr bwMode="auto">
            <a:xfrm>
              <a:off x="4444" y="920"/>
              <a:ext cx="469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3" name="Rectangle 980"/>
            <p:cNvSpPr>
              <a:spLocks noChangeArrowheads="1"/>
            </p:cNvSpPr>
            <p:nvPr/>
          </p:nvSpPr>
          <p:spPr bwMode="auto">
            <a:xfrm>
              <a:off x="4471" y="941"/>
              <a:ext cx="4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8B0000"/>
                  </a:solidFill>
                  <a:effectLst/>
                  <a:latin typeface="Arial" panose="020B0604020202020204" pitchFamily="34" charset="0"/>
                </a:rPr>
                <a:t>- 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4" name="Rectangle 981"/>
            <p:cNvSpPr>
              <a:spLocks noChangeArrowheads="1"/>
            </p:cNvSpPr>
            <p:nvPr/>
          </p:nvSpPr>
          <p:spPr bwMode="auto">
            <a:xfrm>
              <a:off x="4560" y="941"/>
              <a:ext cx="21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8B0000"/>
                  </a:solidFill>
                  <a:effectLst/>
                  <a:latin typeface="Arial" panose="020B0604020202020204" pitchFamily="34" charset="0"/>
                </a:rPr>
                <a:t>ID  :int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5" name="Rectangle 982"/>
            <p:cNvSpPr>
              <a:spLocks noChangeArrowheads="1"/>
            </p:cNvSpPr>
            <p:nvPr/>
          </p:nvSpPr>
          <p:spPr bwMode="auto">
            <a:xfrm>
              <a:off x="4202" y="1298"/>
              <a:ext cx="990" cy="3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6" name="Rectangle 983"/>
            <p:cNvSpPr>
              <a:spLocks noChangeArrowheads="1"/>
            </p:cNvSpPr>
            <p:nvPr/>
          </p:nvSpPr>
          <p:spPr bwMode="auto">
            <a:xfrm>
              <a:off x="4202" y="1298"/>
              <a:ext cx="990" cy="3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7" name="Rectangle 984"/>
            <p:cNvSpPr>
              <a:spLocks noChangeArrowheads="1"/>
            </p:cNvSpPr>
            <p:nvPr/>
          </p:nvSpPr>
          <p:spPr bwMode="auto">
            <a:xfrm>
              <a:off x="4186" y="1282"/>
              <a:ext cx="516" cy="3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8" name="Rectangle 985"/>
            <p:cNvSpPr>
              <a:spLocks noChangeArrowheads="1"/>
            </p:cNvSpPr>
            <p:nvPr/>
          </p:nvSpPr>
          <p:spPr bwMode="auto">
            <a:xfrm>
              <a:off x="4702" y="1282"/>
              <a:ext cx="27" cy="3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59" name="Rectangle 986"/>
            <p:cNvSpPr>
              <a:spLocks noChangeArrowheads="1"/>
            </p:cNvSpPr>
            <p:nvPr/>
          </p:nvSpPr>
          <p:spPr bwMode="auto">
            <a:xfrm>
              <a:off x="4729" y="1282"/>
              <a:ext cx="26" cy="363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0" name="Rectangle 987"/>
            <p:cNvSpPr>
              <a:spLocks noChangeArrowheads="1"/>
            </p:cNvSpPr>
            <p:nvPr/>
          </p:nvSpPr>
          <p:spPr bwMode="auto">
            <a:xfrm>
              <a:off x="4755" y="1282"/>
              <a:ext cx="31" cy="3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1" name="Rectangle 988"/>
            <p:cNvSpPr>
              <a:spLocks noChangeArrowheads="1"/>
            </p:cNvSpPr>
            <p:nvPr/>
          </p:nvSpPr>
          <p:spPr bwMode="auto">
            <a:xfrm>
              <a:off x="4786" y="1282"/>
              <a:ext cx="27" cy="3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2" name="Rectangle 989"/>
            <p:cNvSpPr>
              <a:spLocks noChangeArrowheads="1"/>
            </p:cNvSpPr>
            <p:nvPr/>
          </p:nvSpPr>
          <p:spPr bwMode="auto">
            <a:xfrm>
              <a:off x="4813" y="1282"/>
              <a:ext cx="26" cy="363"/>
            </a:xfrm>
            <a:prstGeom prst="rect">
              <a:avLst/>
            </a:prstGeom>
            <a:solidFill>
              <a:srgbClr val="F7E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3" name="Rectangle 990"/>
            <p:cNvSpPr>
              <a:spLocks noChangeArrowheads="1"/>
            </p:cNvSpPr>
            <p:nvPr/>
          </p:nvSpPr>
          <p:spPr bwMode="auto">
            <a:xfrm>
              <a:off x="4839" y="1282"/>
              <a:ext cx="26" cy="3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4" name="Rectangle 991"/>
            <p:cNvSpPr>
              <a:spLocks noChangeArrowheads="1"/>
            </p:cNvSpPr>
            <p:nvPr/>
          </p:nvSpPr>
          <p:spPr bwMode="auto">
            <a:xfrm>
              <a:off x="4865" y="1282"/>
              <a:ext cx="27" cy="3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5" name="Rectangle 992"/>
            <p:cNvSpPr>
              <a:spLocks noChangeArrowheads="1"/>
            </p:cNvSpPr>
            <p:nvPr/>
          </p:nvSpPr>
          <p:spPr bwMode="auto">
            <a:xfrm>
              <a:off x="4892" y="1282"/>
              <a:ext cx="31" cy="363"/>
            </a:xfrm>
            <a:prstGeom prst="rect">
              <a:avLst/>
            </a:prstGeom>
            <a:solidFill>
              <a:srgbClr val="F4E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6" name="Rectangle 993"/>
            <p:cNvSpPr>
              <a:spLocks noChangeArrowheads="1"/>
            </p:cNvSpPr>
            <p:nvPr/>
          </p:nvSpPr>
          <p:spPr bwMode="auto">
            <a:xfrm>
              <a:off x="4923" y="1282"/>
              <a:ext cx="27" cy="3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7" name="Rectangle 994"/>
            <p:cNvSpPr>
              <a:spLocks noChangeArrowheads="1"/>
            </p:cNvSpPr>
            <p:nvPr/>
          </p:nvSpPr>
          <p:spPr bwMode="auto">
            <a:xfrm>
              <a:off x="4950" y="1282"/>
              <a:ext cx="21" cy="363"/>
            </a:xfrm>
            <a:prstGeom prst="rect">
              <a:avLst/>
            </a:prstGeom>
            <a:solidFill>
              <a:srgbClr val="F1E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8" name="Rectangle 995"/>
            <p:cNvSpPr>
              <a:spLocks noChangeArrowheads="1"/>
            </p:cNvSpPr>
            <p:nvPr/>
          </p:nvSpPr>
          <p:spPr bwMode="auto">
            <a:xfrm>
              <a:off x="4971" y="1282"/>
              <a:ext cx="15" cy="363"/>
            </a:xfrm>
            <a:prstGeom prst="rect">
              <a:avLst/>
            </a:prstGeom>
            <a:solidFill>
              <a:srgbClr val="F1E2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69" name="Rectangle 996"/>
            <p:cNvSpPr>
              <a:spLocks noChangeArrowheads="1"/>
            </p:cNvSpPr>
            <p:nvPr/>
          </p:nvSpPr>
          <p:spPr bwMode="auto">
            <a:xfrm>
              <a:off x="4986" y="1282"/>
              <a:ext cx="27" cy="363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0" name="Rectangle 997"/>
            <p:cNvSpPr>
              <a:spLocks noChangeArrowheads="1"/>
            </p:cNvSpPr>
            <p:nvPr/>
          </p:nvSpPr>
          <p:spPr bwMode="auto">
            <a:xfrm>
              <a:off x="5013" y="1282"/>
              <a:ext cx="21" cy="363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1" name="Rectangle 998"/>
            <p:cNvSpPr>
              <a:spLocks noChangeArrowheads="1"/>
            </p:cNvSpPr>
            <p:nvPr/>
          </p:nvSpPr>
          <p:spPr bwMode="auto">
            <a:xfrm>
              <a:off x="5034" y="1282"/>
              <a:ext cx="31" cy="363"/>
            </a:xfrm>
            <a:prstGeom prst="rect">
              <a:avLst/>
            </a:prstGeom>
            <a:solidFill>
              <a:srgbClr val="EEDF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2" name="Rectangle 999"/>
            <p:cNvSpPr>
              <a:spLocks noChangeArrowheads="1"/>
            </p:cNvSpPr>
            <p:nvPr/>
          </p:nvSpPr>
          <p:spPr bwMode="auto">
            <a:xfrm>
              <a:off x="5065" y="1282"/>
              <a:ext cx="27" cy="363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3" name="Rectangle 1000"/>
            <p:cNvSpPr>
              <a:spLocks noChangeArrowheads="1"/>
            </p:cNvSpPr>
            <p:nvPr/>
          </p:nvSpPr>
          <p:spPr bwMode="auto">
            <a:xfrm>
              <a:off x="5092" y="1282"/>
              <a:ext cx="31" cy="363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4" name="Rectangle 1001"/>
            <p:cNvSpPr>
              <a:spLocks noChangeArrowheads="1"/>
            </p:cNvSpPr>
            <p:nvPr/>
          </p:nvSpPr>
          <p:spPr bwMode="auto">
            <a:xfrm>
              <a:off x="5123" y="1282"/>
              <a:ext cx="27" cy="363"/>
            </a:xfrm>
            <a:prstGeom prst="rect">
              <a:avLst/>
            </a:prstGeom>
            <a:solidFill>
              <a:srgbClr val="EBD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5" name="Rectangle 1002"/>
            <p:cNvSpPr>
              <a:spLocks noChangeArrowheads="1"/>
            </p:cNvSpPr>
            <p:nvPr/>
          </p:nvSpPr>
          <p:spPr bwMode="auto">
            <a:xfrm>
              <a:off x="5150" y="1282"/>
              <a:ext cx="21" cy="363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6" name="Rectangle 1003"/>
            <p:cNvSpPr>
              <a:spLocks noChangeArrowheads="1"/>
            </p:cNvSpPr>
            <p:nvPr/>
          </p:nvSpPr>
          <p:spPr bwMode="auto">
            <a:xfrm>
              <a:off x="5171" y="1282"/>
              <a:ext cx="5" cy="363"/>
            </a:xfrm>
            <a:prstGeom prst="rect">
              <a:avLst/>
            </a:prstGeom>
            <a:solidFill>
              <a:srgbClr val="E8D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7" name="Rectangle 1004"/>
            <p:cNvSpPr>
              <a:spLocks noChangeArrowheads="1"/>
            </p:cNvSpPr>
            <p:nvPr/>
          </p:nvSpPr>
          <p:spPr bwMode="auto">
            <a:xfrm>
              <a:off x="4186" y="1282"/>
              <a:ext cx="990" cy="3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78" name="Rectangle 1005"/>
            <p:cNvSpPr>
              <a:spLocks noChangeArrowheads="1"/>
            </p:cNvSpPr>
            <p:nvPr/>
          </p:nvSpPr>
          <p:spPr bwMode="auto">
            <a:xfrm>
              <a:off x="4450" y="1330"/>
              <a:ext cx="44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EventSource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9" name="Line 1006"/>
            <p:cNvSpPr>
              <a:spLocks noChangeShapeType="1"/>
            </p:cNvSpPr>
            <p:nvPr/>
          </p:nvSpPr>
          <p:spPr bwMode="auto">
            <a:xfrm>
              <a:off x="4186" y="1424"/>
              <a:ext cx="990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0" name="Rectangle 1007"/>
            <p:cNvSpPr>
              <a:spLocks noChangeArrowheads="1"/>
            </p:cNvSpPr>
            <p:nvPr/>
          </p:nvSpPr>
          <p:spPr bwMode="auto">
            <a:xfrm>
              <a:off x="4213" y="1466"/>
              <a:ext cx="6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004040"/>
                  </a:solidFill>
                  <a:effectLst/>
                  <a:latin typeface="Arial" panose="020B0604020202020204" pitchFamily="34" charset="0"/>
                </a:rPr>
                <a:t>+ 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1" name="Rectangle 1008"/>
            <p:cNvSpPr>
              <a:spLocks noChangeArrowheads="1"/>
            </p:cNvSpPr>
            <p:nvPr/>
          </p:nvSpPr>
          <p:spPr bwMode="auto">
            <a:xfrm>
              <a:off x="4302" y="1466"/>
              <a:ext cx="1135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004040"/>
                  </a:solidFill>
                  <a:effectLst/>
                  <a:latin typeface="Arial" panose="020B0604020202020204" pitchFamily="34" charset="0"/>
                </a:rPr>
                <a:t>generateEvents()  :vector&lt;Event *&gt;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2" name="Rectangle 1009"/>
            <p:cNvSpPr>
              <a:spLocks noChangeArrowheads="1"/>
            </p:cNvSpPr>
            <p:nvPr/>
          </p:nvSpPr>
          <p:spPr bwMode="auto">
            <a:xfrm>
              <a:off x="4286" y="1813"/>
              <a:ext cx="821" cy="36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3" name="Rectangle 1010"/>
            <p:cNvSpPr>
              <a:spLocks noChangeArrowheads="1"/>
            </p:cNvSpPr>
            <p:nvPr/>
          </p:nvSpPr>
          <p:spPr bwMode="auto">
            <a:xfrm>
              <a:off x="4286" y="1813"/>
              <a:ext cx="821" cy="36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4" name="Rectangle 1011"/>
            <p:cNvSpPr>
              <a:spLocks noChangeArrowheads="1"/>
            </p:cNvSpPr>
            <p:nvPr/>
          </p:nvSpPr>
          <p:spPr bwMode="auto">
            <a:xfrm>
              <a:off x="4271" y="1797"/>
              <a:ext cx="426" cy="3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5" name="Rectangle 1012"/>
            <p:cNvSpPr>
              <a:spLocks noChangeArrowheads="1"/>
            </p:cNvSpPr>
            <p:nvPr/>
          </p:nvSpPr>
          <p:spPr bwMode="auto">
            <a:xfrm>
              <a:off x="4697" y="1797"/>
              <a:ext cx="21" cy="3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6" name="Rectangle 1013"/>
            <p:cNvSpPr>
              <a:spLocks noChangeArrowheads="1"/>
            </p:cNvSpPr>
            <p:nvPr/>
          </p:nvSpPr>
          <p:spPr bwMode="auto">
            <a:xfrm>
              <a:off x="4718" y="1797"/>
              <a:ext cx="26" cy="363"/>
            </a:xfrm>
            <a:prstGeom prst="rect">
              <a:avLst/>
            </a:prstGeom>
            <a:solidFill>
              <a:srgbClr val="FB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7" name="Rectangle 1014"/>
            <p:cNvSpPr>
              <a:spLocks noChangeArrowheads="1"/>
            </p:cNvSpPr>
            <p:nvPr/>
          </p:nvSpPr>
          <p:spPr bwMode="auto">
            <a:xfrm>
              <a:off x="4744" y="1797"/>
              <a:ext cx="21" cy="3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8" name="Rectangle 1015"/>
            <p:cNvSpPr>
              <a:spLocks noChangeArrowheads="1"/>
            </p:cNvSpPr>
            <p:nvPr/>
          </p:nvSpPr>
          <p:spPr bwMode="auto">
            <a:xfrm>
              <a:off x="4765" y="1797"/>
              <a:ext cx="27" cy="3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89" name="Rectangle 1016"/>
            <p:cNvSpPr>
              <a:spLocks noChangeArrowheads="1"/>
            </p:cNvSpPr>
            <p:nvPr/>
          </p:nvSpPr>
          <p:spPr bwMode="auto">
            <a:xfrm>
              <a:off x="4792" y="1797"/>
              <a:ext cx="21" cy="363"/>
            </a:xfrm>
            <a:prstGeom prst="rect">
              <a:avLst/>
            </a:prstGeom>
            <a:solidFill>
              <a:srgbClr val="F7E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0" name="Rectangle 1017"/>
            <p:cNvSpPr>
              <a:spLocks noChangeArrowheads="1"/>
            </p:cNvSpPr>
            <p:nvPr/>
          </p:nvSpPr>
          <p:spPr bwMode="auto">
            <a:xfrm>
              <a:off x="4813" y="1797"/>
              <a:ext cx="21" cy="3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1" name="Rectangle 1018"/>
            <p:cNvSpPr>
              <a:spLocks noChangeArrowheads="1"/>
            </p:cNvSpPr>
            <p:nvPr/>
          </p:nvSpPr>
          <p:spPr bwMode="auto">
            <a:xfrm>
              <a:off x="4834" y="1797"/>
              <a:ext cx="21" cy="3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2" name="Rectangle 1019"/>
            <p:cNvSpPr>
              <a:spLocks noChangeArrowheads="1"/>
            </p:cNvSpPr>
            <p:nvPr/>
          </p:nvSpPr>
          <p:spPr bwMode="auto">
            <a:xfrm>
              <a:off x="4855" y="1797"/>
              <a:ext cx="26" cy="363"/>
            </a:xfrm>
            <a:prstGeom prst="rect">
              <a:avLst/>
            </a:prstGeom>
            <a:solidFill>
              <a:srgbClr val="F4E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3" name="Rectangle 1020"/>
            <p:cNvSpPr>
              <a:spLocks noChangeArrowheads="1"/>
            </p:cNvSpPr>
            <p:nvPr/>
          </p:nvSpPr>
          <p:spPr bwMode="auto">
            <a:xfrm>
              <a:off x="4881" y="1797"/>
              <a:ext cx="21" cy="3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4" name="Rectangle 1021"/>
            <p:cNvSpPr>
              <a:spLocks noChangeArrowheads="1"/>
            </p:cNvSpPr>
            <p:nvPr/>
          </p:nvSpPr>
          <p:spPr bwMode="auto">
            <a:xfrm>
              <a:off x="4902" y="1797"/>
              <a:ext cx="21" cy="363"/>
            </a:xfrm>
            <a:prstGeom prst="rect">
              <a:avLst/>
            </a:prstGeom>
            <a:solidFill>
              <a:srgbClr val="F1E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5" name="Rectangle 1022"/>
            <p:cNvSpPr>
              <a:spLocks noChangeArrowheads="1"/>
            </p:cNvSpPr>
            <p:nvPr/>
          </p:nvSpPr>
          <p:spPr bwMode="auto">
            <a:xfrm>
              <a:off x="4923" y="1797"/>
              <a:ext cx="21" cy="363"/>
            </a:xfrm>
            <a:prstGeom prst="rect">
              <a:avLst/>
            </a:prstGeom>
            <a:solidFill>
              <a:srgbClr val="F1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6" name="Rectangle 1023"/>
            <p:cNvSpPr>
              <a:spLocks noChangeArrowheads="1"/>
            </p:cNvSpPr>
            <p:nvPr/>
          </p:nvSpPr>
          <p:spPr bwMode="auto">
            <a:xfrm>
              <a:off x="4944" y="1797"/>
              <a:ext cx="21" cy="363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7" name="Rectangle 1024"/>
            <p:cNvSpPr>
              <a:spLocks noChangeArrowheads="1"/>
            </p:cNvSpPr>
            <p:nvPr/>
          </p:nvSpPr>
          <p:spPr bwMode="auto">
            <a:xfrm>
              <a:off x="4965" y="1797"/>
              <a:ext cx="21" cy="363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8" name="Rectangle 1025"/>
            <p:cNvSpPr>
              <a:spLocks noChangeArrowheads="1"/>
            </p:cNvSpPr>
            <p:nvPr/>
          </p:nvSpPr>
          <p:spPr bwMode="auto">
            <a:xfrm>
              <a:off x="4986" y="1797"/>
              <a:ext cx="27" cy="363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99" name="Rectangle 1026"/>
            <p:cNvSpPr>
              <a:spLocks noChangeArrowheads="1"/>
            </p:cNvSpPr>
            <p:nvPr/>
          </p:nvSpPr>
          <p:spPr bwMode="auto">
            <a:xfrm>
              <a:off x="5013" y="1797"/>
              <a:ext cx="26" cy="363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0" name="Rectangle 1027"/>
            <p:cNvSpPr>
              <a:spLocks noChangeArrowheads="1"/>
            </p:cNvSpPr>
            <p:nvPr/>
          </p:nvSpPr>
          <p:spPr bwMode="auto">
            <a:xfrm>
              <a:off x="5039" y="1797"/>
              <a:ext cx="21" cy="363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1" name="Rectangle 1028"/>
            <p:cNvSpPr>
              <a:spLocks noChangeArrowheads="1"/>
            </p:cNvSpPr>
            <p:nvPr/>
          </p:nvSpPr>
          <p:spPr bwMode="auto">
            <a:xfrm>
              <a:off x="5060" y="1797"/>
              <a:ext cx="21" cy="363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2" name="Rectangle 1029"/>
            <p:cNvSpPr>
              <a:spLocks noChangeArrowheads="1"/>
            </p:cNvSpPr>
            <p:nvPr/>
          </p:nvSpPr>
          <p:spPr bwMode="auto">
            <a:xfrm>
              <a:off x="5081" y="1797"/>
              <a:ext cx="11" cy="363"/>
            </a:xfrm>
            <a:prstGeom prst="rect">
              <a:avLst/>
            </a:prstGeom>
            <a:solidFill>
              <a:srgbClr val="E8D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3" name="Rectangle 1030"/>
            <p:cNvSpPr>
              <a:spLocks noChangeArrowheads="1"/>
            </p:cNvSpPr>
            <p:nvPr/>
          </p:nvSpPr>
          <p:spPr bwMode="auto">
            <a:xfrm>
              <a:off x="4271" y="1797"/>
              <a:ext cx="821" cy="3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4" name="Rectangle 1031"/>
            <p:cNvSpPr>
              <a:spLocks noChangeArrowheads="1"/>
            </p:cNvSpPr>
            <p:nvPr/>
          </p:nvSpPr>
          <p:spPr bwMode="auto">
            <a:xfrm>
              <a:off x="4465" y="1844"/>
              <a:ext cx="4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EventTarget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5" name="Line 1032"/>
            <p:cNvSpPr>
              <a:spLocks noChangeShapeType="1"/>
            </p:cNvSpPr>
            <p:nvPr/>
          </p:nvSpPr>
          <p:spPr bwMode="auto">
            <a:xfrm>
              <a:off x="4271" y="1939"/>
              <a:ext cx="821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6" name="Rectangle 1033"/>
            <p:cNvSpPr>
              <a:spLocks noChangeArrowheads="1"/>
            </p:cNvSpPr>
            <p:nvPr/>
          </p:nvSpPr>
          <p:spPr bwMode="auto">
            <a:xfrm>
              <a:off x="4297" y="1981"/>
              <a:ext cx="6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004040"/>
                  </a:solidFill>
                  <a:effectLst/>
                  <a:latin typeface="Arial" panose="020B0604020202020204" pitchFamily="34" charset="0"/>
                </a:rPr>
                <a:t>+ 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7" name="Rectangle 1034"/>
            <p:cNvSpPr>
              <a:spLocks noChangeArrowheads="1"/>
            </p:cNvSpPr>
            <p:nvPr/>
          </p:nvSpPr>
          <p:spPr bwMode="auto">
            <a:xfrm>
              <a:off x="4386" y="1981"/>
              <a:ext cx="917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0" i="0" u="none" strike="noStrike" cap="none" normalizeH="0" baseline="0">
                  <a:ln>
                    <a:noFill/>
                  </a:ln>
                  <a:solidFill>
                    <a:srgbClr val="004040"/>
                  </a:solidFill>
                  <a:effectLst/>
                  <a:latin typeface="Arial" panose="020B0604020202020204" pitchFamily="34" charset="0"/>
                </a:rPr>
                <a:t>processEvent(Event *)  :void</a:t>
              </a:r>
              <a:endPara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8" name="Rectangle 1035"/>
            <p:cNvSpPr>
              <a:spLocks noChangeArrowheads="1"/>
            </p:cNvSpPr>
            <p:nvPr/>
          </p:nvSpPr>
          <p:spPr bwMode="auto">
            <a:xfrm>
              <a:off x="3528" y="1293"/>
              <a:ext cx="469" cy="36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09" name="Rectangle 1036"/>
            <p:cNvSpPr>
              <a:spLocks noChangeArrowheads="1"/>
            </p:cNvSpPr>
            <p:nvPr/>
          </p:nvSpPr>
          <p:spPr bwMode="auto">
            <a:xfrm>
              <a:off x="3528" y="1293"/>
              <a:ext cx="469" cy="36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0" name="Rectangle 1037"/>
            <p:cNvSpPr>
              <a:spLocks noChangeArrowheads="1"/>
            </p:cNvSpPr>
            <p:nvPr/>
          </p:nvSpPr>
          <p:spPr bwMode="auto">
            <a:xfrm>
              <a:off x="3513" y="1277"/>
              <a:ext cx="242" cy="3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1" name="Rectangle 1038"/>
            <p:cNvSpPr>
              <a:spLocks noChangeArrowheads="1"/>
            </p:cNvSpPr>
            <p:nvPr/>
          </p:nvSpPr>
          <p:spPr bwMode="auto">
            <a:xfrm>
              <a:off x="3755" y="1277"/>
              <a:ext cx="5" cy="363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2" name="Rectangle 1039"/>
            <p:cNvSpPr>
              <a:spLocks noChangeArrowheads="1"/>
            </p:cNvSpPr>
            <p:nvPr/>
          </p:nvSpPr>
          <p:spPr bwMode="auto">
            <a:xfrm>
              <a:off x="3760" y="1277"/>
              <a:ext cx="5" cy="3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3" name="Rectangle 1040"/>
            <p:cNvSpPr>
              <a:spLocks noChangeArrowheads="1"/>
            </p:cNvSpPr>
            <p:nvPr/>
          </p:nvSpPr>
          <p:spPr bwMode="auto">
            <a:xfrm>
              <a:off x="3765" y="1277"/>
              <a:ext cx="6" cy="363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4" name="Rectangle 1041"/>
            <p:cNvSpPr>
              <a:spLocks noChangeArrowheads="1"/>
            </p:cNvSpPr>
            <p:nvPr/>
          </p:nvSpPr>
          <p:spPr bwMode="auto">
            <a:xfrm>
              <a:off x="3771" y="1277"/>
              <a:ext cx="5" cy="363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5" name="Rectangle 1042"/>
            <p:cNvSpPr>
              <a:spLocks noChangeArrowheads="1"/>
            </p:cNvSpPr>
            <p:nvPr/>
          </p:nvSpPr>
          <p:spPr bwMode="auto">
            <a:xfrm>
              <a:off x="3776" y="1277"/>
              <a:ext cx="5" cy="363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6" name="Rectangle 1043"/>
            <p:cNvSpPr>
              <a:spLocks noChangeArrowheads="1"/>
            </p:cNvSpPr>
            <p:nvPr/>
          </p:nvSpPr>
          <p:spPr bwMode="auto">
            <a:xfrm>
              <a:off x="3781" y="1277"/>
              <a:ext cx="11" cy="3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7" name="Rectangle 1044"/>
            <p:cNvSpPr>
              <a:spLocks noChangeArrowheads="1"/>
            </p:cNvSpPr>
            <p:nvPr/>
          </p:nvSpPr>
          <p:spPr bwMode="auto">
            <a:xfrm>
              <a:off x="3792" y="1277"/>
              <a:ext cx="5" cy="363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8" name="Rectangle 1045"/>
            <p:cNvSpPr>
              <a:spLocks noChangeArrowheads="1"/>
            </p:cNvSpPr>
            <p:nvPr/>
          </p:nvSpPr>
          <p:spPr bwMode="auto">
            <a:xfrm>
              <a:off x="3797" y="1277"/>
              <a:ext cx="5" cy="3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19" name="Rectangle 1046"/>
            <p:cNvSpPr>
              <a:spLocks noChangeArrowheads="1"/>
            </p:cNvSpPr>
            <p:nvPr/>
          </p:nvSpPr>
          <p:spPr bwMode="auto">
            <a:xfrm>
              <a:off x="3802" y="1277"/>
              <a:ext cx="11" cy="363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0" name="Rectangle 1047"/>
            <p:cNvSpPr>
              <a:spLocks noChangeArrowheads="1"/>
            </p:cNvSpPr>
            <p:nvPr/>
          </p:nvSpPr>
          <p:spPr bwMode="auto">
            <a:xfrm>
              <a:off x="3813" y="1277"/>
              <a:ext cx="5" cy="363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1" name="Rectangle 1048"/>
            <p:cNvSpPr>
              <a:spLocks noChangeArrowheads="1"/>
            </p:cNvSpPr>
            <p:nvPr/>
          </p:nvSpPr>
          <p:spPr bwMode="auto">
            <a:xfrm>
              <a:off x="3818" y="1277"/>
              <a:ext cx="5" cy="363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2" name="Rectangle 1049"/>
            <p:cNvSpPr>
              <a:spLocks noChangeArrowheads="1"/>
            </p:cNvSpPr>
            <p:nvPr/>
          </p:nvSpPr>
          <p:spPr bwMode="auto">
            <a:xfrm>
              <a:off x="3823" y="1277"/>
              <a:ext cx="5" cy="3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3" name="Rectangle 1050"/>
            <p:cNvSpPr>
              <a:spLocks noChangeArrowheads="1"/>
            </p:cNvSpPr>
            <p:nvPr/>
          </p:nvSpPr>
          <p:spPr bwMode="auto">
            <a:xfrm>
              <a:off x="3828" y="1277"/>
              <a:ext cx="6" cy="363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4" name="Rectangle 1051"/>
            <p:cNvSpPr>
              <a:spLocks noChangeArrowheads="1"/>
            </p:cNvSpPr>
            <p:nvPr/>
          </p:nvSpPr>
          <p:spPr bwMode="auto">
            <a:xfrm>
              <a:off x="3834" y="1277"/>
              <a:ext cx="5" cy="3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5" name="Rectangle 1052"/>
            <p:cNvSpPr>
              <a:spLocks noChangeArrowheads="1"/>
            </p:cNvSpPr>
            <p:nvPr/>
          </p:nvSpPr>
          <p:spPr bwMode="auto">
            <a:xfrm>
              <a:off x="3839" y="1277"/>
              <a:ext cx="5" cy="363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6" name="Rectangle 1053"/>
            <p:cNvSpPr>
              <a:spLocks noChangeArrowheads="1"/>
            </p:cNvSpPr>
            <p:nvPr/>
          </p:nvSpPr>
          <p:spPr bwMode="auto">
            <a:xfrm>
              <a:off x="3844" y="1277"/>
              <a:ext cx="5" cy="363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7" name="Rectangle 1054"/>
            <p:cNvSpPr>
              <a:spLocks noChangeArrowheads="1"/>
            </p:cNvSpPr>
            <p:nvPr/>
          </p:nvSpPr>
          <p:spPr bwMode="auto">
            <a:xfrm>
              <a:off x="3849" y="1277"/>
              <a:ext cx="6" cy="363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8" name="Rectangle 1055"/>
            <p:cNvSpPr>
              <a:spLocks noChangeArrowheads="1"/>
            </p:cNvSpPr>
            <p:nvPr/>
          </p:nvSpPr>
          <p:spPr bwMode="auto">
            <a:xfrm>
              <a:off x="3855" y="1277"/>
              <a:ext cx="5" cy="363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29" name="Rectangle 1056"/>
            <p:cNvSpPr>
              <a:spLocks noChangeArrowheads="1"/>
            </p:cNvSpPr>
            <p:nvPr/>
          </p:nvSpPr>
          <p:spPr bwMode="auto">
            <a:xfrm>
              <a:off x="3860" y="1277"/>
              <a:ext cx="5" cy="363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0" name="Rectangle 1057"/>
            <p:cNvSpPr>
              <a:spLocks noChangeArrowheads="1"/>
            </p:cNvSpPr>
            <p:nvPr/>
          </p:nvSpPr>
          <p:spPr bwMode="auto">
            <a:xfrm>
              <a:off x="3865" y="1277"/>
              <a:ext cx="6" cy="3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1" name="Rectangle 1058"/>
            <p:cNvSpPr>
              <a:spLocks noChangeArrowheads="1"/>
            </p:cNvSpPr>
            <p:nvPr/>
          </p:nvSpPr>
          <p:spPr bwMode="auto">
            <a:xfrm>
              <a:off x="3871" y="1277"/>
              <a:ext cx="5" cy="363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2" name="Rectangle 1059"/>
            <p:cNvSpPr>
              <a:spLocks noChangeArrowheads="1"/>
            </p:cNvSpPr>
            <p:nvPr/>
          </p:nvSpPr>
          <p:spPr bwMode="auto">
            <a:xfrm>
              <a:off x="3876" y="1277"/>
              <a:ext cx="5" cy="363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3" name="Rectangle 1060"/>
            <p:cNvSpPr>
              <a:spLocks noChangeArrowheads="1"/>
            </p:cNvSpPr>
            <p:nvPr/>
          </p:nvSpPr>
          <p:spPr bwMode="auto">
            <a:xfrm>
              <a:off x="3881" y="1277"/>
              <a:ext cx="5" cy="363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4" name="Rectangle 1061"/>
            <p:cNvSpPr>
              <a:spLocks noChangeArrowheads="1"/>
            </p:cNvSpPr>
            <p:nvPr/>
          </p:nvSpPr>
          <p:spPr bwMode="auto">
            <a:xfrm>
              <a:off x="3886" y="1277"/>
              <a:ext cx="6" cy="363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5" name="Rectangle 1062"/>
            <p:cNvSpPr>
              <a:spLocks noChangeArrowheads="1"/>
            </p:cNvSpPr>
            <p:nvPr/>
          </p:nvSpPr>
          <p:spPr bwMode="auto">
            <a:xfrm>
              <a:off x="3892" y="1277"/>
              <a:ext cx="5" cy="363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6" name="Rectangle 1063"/>
            <p:cNvSpPr>
              <a:spLocks noChangeArrowheads="1"/>
            </p:cNvSpPr>
            <p:nvPr/>
          </p:nvSpPr>
          <p:spPr bwMode="auto">
            <a:xfrm>
              <a:off x="3897" y="1277"/>
              <a:ext cx="5" cy="363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7" name="Rectangle 1064"/>
            <p:cNvSpPr>
              <a:spLocks noChangeArrowheads="1"/>
            </p:cNvSpPr>
            <p:nvPr/>
          </p:nvSpPr>
          <p:spPr bwMode="auto">
            <a:xfrm>
              <a:off x="3902" y="1277"/>
              <a:ext cx="11" cy="363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8" name="Rectangle 1065"/>
            <p:cNvSpPr>
              <a:spLocks noChangeArrowheads="1"/>
            </p:cNvSpPr>
            <p:nvPr/>
          </p:nvSpPr>
          <p:spPr bwMode="auto">
            <a:xfrm>
              <a:off x="3913" y="1277"/>
              <a:ext cx="5" cy="363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39" name="Rectangle 1066"/>
            <p:cNvSpPr>
              <a:spLocks noChangeArrowheads="1"/>
            </p:cNvSpPr>
            <p:nvPr/>
          </p:nvSpPr>
          <p:spPr bwMode="auto">
            <a:xfrm>
              <a:off x="3918" y="1277"/>
              <a:ext cx="5" cy="363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0" name="Rectangle 1067"/>
            <p:cNvSpPr>
              <a:spLocks noChangeArrowheads="1"/>
            </p:cNvSpPr>
            <p:nvPr/>
          </p:nvSpPr>
          <p:spPr bwMode="auto">
            <a:xfrm>
              <a:off x="3923" y="1277"/>
              <a:ext cx="5" cy="363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1" name="Rectangle 1068"/>
            <p:cNvSpPr>
              <a:spLocks noChangeArrowheads="1"/>
            </p:cNvSpPr>
            <p:nvPr/>
          </p:nvSpPr>
          <p:spPr bwMode="auto">
            <a:xfrm>
              <a:off x="3928" y="1277"/>
              <a:ext cx="6" cy="363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2" name="Rectangle 1069"/>
            <p:cNvSpPr>
              <a:spLocks noChangeArrowheads="1"/>
            </p:cNvSpPr>
            <p:nvPr/>
          </p:nvSpPr>
          <p:spPr bwMode="auto">
            <a:xfrm>
              <a:off x="3934" y="1277"/>
              <a:ext cx="10" cy="363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3" name="Rectangle 1070"/>
            <p:cNvSpPr>
              <a:spLocks noChangeArrowheads="1"/>
            </p:cNvSpPr>
            <p:nvPr/>
          </p:nvSpPr>
          <p:spPr bwMode="auto">
            <a:xfrm>
              <a:off x="3944" y="1277"/>
              <a:ext cx="5" cy="363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4" name="Rectangle 1071"/>
            <p:cNvSpPr>
              <a:spLocks noChangeArrowheads="1"/>
            </p:cNvSpPr>
            <p:nvPr/>
          </p:nvSpPr>
          <p:spPr bwMode="auto">
            <a:xfrm>
              <a:off x="3949" y="1277"/>
              <a:ext cx="11" cy="363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5" name="Rectangle 1072"/>
            <p:cNvSpPr>
              <a:spLocks noChangeArrowheads="1"/>
            </p:cNvSpPr>
            <p:nvPr/>
          </p:nvSpPr>
          <p:spPr bwMode="auto">
            <a:xfrm>
              <a:off x="3960" y="1277"/>
              <a:ext cx="5" cy="363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6" name="Rectangle 1073"/>
            <p:cNvSpPr>
              <a:spLocks noChangeArrowheads="1"/>
            </p:cNvSpPr>
            <p:nvPr/>
          </p:nvSpPr>
          <p:spPr bwMode="auto">
            <a:xfrm>
              <a:off x="3965" y="1277"/>
              <a:ext cx="6" cy="363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7" name="Rectangle 1074"/>
            <p:cNvSpPr>
              <a:spLocks noChangeArrowheads="1"/>
            </p:cNvSpPr>
            <p:nvPr/>
          </p:nvSpPr>
          <p:spPr bwMode="auto">
            <a:xfrm>
              <a:off x="3971" y="1277"/>
              <a:ext cx="5" cy="363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8" name="Rectangle 1075"/>
            <p:cNvSpPr>
              <a:spLocks noChangeArrowheads="1"/>
            </p:cNvSpPr>
            <p:nvPr/>
          </p:nvSpPr>
          <p:spPr bwMode="auto">
            <a:xfrm>
              <a:off x="3976" y="1277"/>
              <a:ext cx="5" cy="363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49" name="Rectangle 1076"/>
            <p:cNvSpPr>
              <a:spLocks noChangeArrowheads="1"/>
            </p:cNvSpPr>
            <p:nvPr/>
          </p:nvSpPr>
          <p:spPr bwMode="auto">
            <a:xfrm>
              <a:off x="3513" y="1277"/>
              <a:ext cx="468" cy="3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0" name="Rectangle 1077"/>
            <p:cNvSpPr>
              <a:spLocks noChangeArrowheads="1"/>
            </p:cNvSpPr>
            <p:nvPr/>
          </p:nvSpPr>
          <p:spPr bwMode="auto">
            <a:xfrm>
              <a:off x="3592" y="1324"/>
              <a:ext cx="24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Sensor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1" name="Line 1078"/>
            <p:cNvSpPr>
              <a:spLocks noChangeShapeType="1"/>
            </p:cNvSpPr>
            <p:nvPr/>
          </p:nvSpPr>
          <p:spPr bwMode="auto">
            <a:xfrm>
              <a:off x="3513" y="1419"/>
              <a:ext cx="46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2" name="Rectangle 1079"/>
            <p:cNvSpPr>
              <a:spLocks noChangeArrowheads="1"/>
            </p:cNvSpPr>
            <p:nvPr/>
          </p:nvSpPr>
          <p:spPr bwMode="auto">
            <a:xfrm>
              <a:off x="5371" y="1818"/>
              <a:ext cx="468" cy="3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3" name="Rectangle 1080"/>
            <p:cNvSpPr>
              <a:spLocks noChangeArrowheads="1"/>
            </p:cNvSpPr>
            <p:nvPr/>
          </p:nvSpPr>
          <p:spPr bwMode="auto">
            <a:xfrm>
              <a:off x="5371" y="1818"/>
              <a:ext cx="468" cy="3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4" name="Rectangle 1081"/>
            <p:cNvSpPr>
              <a:spLocks noChangeArrowheads="1"/>
            </p:cNvSpPr>
            <p:nvPr/>
          </p:nvSpPr>
          <p:spPr bwMode="auto">
            <a:xfrm>
              <a:off x="5355" y="1802"/>
              <a:ext cx="242" cy="363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5" name="Rectangle 1082"/>
            <p:cNvSpPr>
              <a:spLocks noChangeArrowheads="1"/>
            </p:cNvSpPr>
            <p:nvPr/>
          </p:nvSpPr>
          <p:spPr bwMode="auto">
            <a:xfrm>
              <a:off x="5597" y="1802"/>
              <a:ext cx="5" cy="363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6" name="Rectangle 1083"/>
            <p:cNvSpPr>
              <a:spLocks noChangeArrowheads="1"/>
            </p:cNvSpPr>
            <p:nvPr/>
          </p:nvSpPr>
          <p:spPr bwMode="auto">
            <a:xfrm>
              <a:off x="5602" y="1802"/>
              <a:ext cx="6" cy="363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7" name="Rectangle 1084"/>
            <p:cNvSpPr>
              <a:spLocks noChangeArrowheads="1"/>
            </p:cNvSpPr>
            <p:nvPr/>
          </p:nvSpPr>
          <p:spPr bwMode="auto">
            <a:xfrm>
              <a:off x="5608" y="1802"/>
              <a:ext cx="5" cy="363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8" name="Rectangle 1085"/>
            <p:cNvSpPr>
              <a:spLocks noChangeArrowheads="1"/>
            </p:cNvSpPr>
            <p:nvPr/>
          </p:nvSpPr>
          <p:spPr bwMode="auto">
            <a:xfrm>
              <a:off x="5613" y="1802"/>
              <a:ext cx="5" cy="363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59" name="Rectangle 1086"/>
            <p:cNvSpPr>
              <a:spLocks noChangeArrowheads="1"/>
            </p:cNvSpPr>
            <p:nvPr/>
          </p:nvSpPr>
          <p:spPr bwMode="auto">
            <a:xfrm>
              <a:off x="5618" y="1802"/>
              <a:ext cx="5" cy="363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0" name="Rectangle 1087"/>
            <p:cNvSpPr>
              <a:spLocks noChangeArrowheads="1"/>
            </p:cNvSpPr>
            <p:nvPr/>
          </p:nvSpPr>
          <p:spPr bwMode="auto">
            <a:xfrm>
              <a:off x="5623" y="1802"/>
              <a:ext cx="11" cy="363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1" name="Rectangle 1088"/>
            <p:cNvSpPr>
              <a:spLocks noChangeArrowheads="1"/>
            </p:cNvSpPr>
            <p:nvPr/>
          </p:nvSpPr>
          <p:spPr bwMode="auto">
            <a:xfrm>
              <a:off x="5634" y="1802"/>
              <a:ext cx="5" cy="363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2" name="Rectangle 1089"/>
            <p:cNvSpPr>
              <a:spLocks noChangeArrowheads="1"/>
            </p:cNvSpPr>
            <p:nvPr/>
          </p:nvSpPr>
          <p:spPr bwMode="auto">
            <a:xfrm>
              <a:off x="5639" y="1802"/>
              <a:ext cx="5" cy="363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3" name="Rectangle 1090"/>
            <p:cNvSpPr>
              <a:spLocks noChangeArrowheads="1"/>
            </p:cNvSpPr>
            <p:nvPr/>
          </p:nvSpPr>
          <p:spPr bwMode="auto">
            <a:xfrm>
              <a:off x="5644" y="1802"/>
              <a:ext cx="11" cy="363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4" name="Rectangle 1091"/>
            <p:cNvSpPr>
              <a:spLocks noChangeArrowheads="1"/>
            </p:cNvSpPr>
            <p:nvPr/>
          </p:nvSpPr>
          <p:spPr bwMode="auto">
            <a:xfrm>
              <a:off x="5655" y="1802"/>
              <a:ext cx="5" cy="363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5" name="Rectangle 1092"/>
            <p:cNvSpPr>
              <a:spLocks noChangeArrowheads="1"/>
            </p:cNvSpPr>
            <p:nvPr/>
          </p:nvSpPr>
          <p:spPr bwMode="auto">
            <a:xfrm>
              <a:off x="5660" y="1802"/>
              <a:ext cx="5" cy="363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6" name="Rectangle 1093"/>
            <p:cNvSpPr>
              <a:spLocks noChangeArrowheads="1"/>
            </p:cNvSpPr>
            <p:nvPr/>
          </p:nvSpPr>
          <p:spPr bwMode="auto">
            <a:xfrm>
              <a:off x="5665" y="1802"/>
              <a:ext cx="6" cy="363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7" name="Rectangle 1094"/>
            <p:cNvSpPr>
              <a:spLocks noChangeArrowheads="1"/>
            </p:cNvSpPr>
            <p:nvPr/>
          </p:nvSpPr>
          <p:spPr bwMode="auto">
            <a:xfrm>
              <a:off x="5671" y="1802"/>
              <a:ext cx="5" cy="363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8" name="Rectangle 1095"/>
            <p:cNvSpPr>
              <a:spLocks noChangeArrowheads="1"/>
            </p:cNvSpPr>
            <p:nvPr/>
          </p:nvSpPr>
          <p:spPr bwMode="auto">
            <a:xfrm>
              <a:off x="5676" y="1802"/>
              <a:ext cx="5" cy="363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69" name="Rectangle 1096"/>
            <p:cNvSpPr>
              <a:spLocks noChangeArrowheads="1"/>
            </p:cNvSpPr>
            <p:nvPr/>
          </p:nvSpPr>
          <p:spPr bwMode="auto">
            <a:xfrm>
              <a:off x="5681" y="1802"/>
              <a:ext cx="5" cy="363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0" name="Rectangle 1097"/>
            <p:cNvSpPr>
              <a:spLocks noChangeArrowheads="1"/>
            </p:cNvSpPr>
            <p:nvPr/>
          </p:nvSpPr>
          <p:spPr bwMode="auto">
            <a:xfrm>
              <a:off x="5686" y="1802"/>
              <a:ext cx="6" cy="363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1" name="Rectangle 1098"/>
            <p:cNvSpPr>
              <a:spLocks noChangeArrowheads="1"/>
            </p:cNvSpPr>
            <p:nvPr/>
          </p:nvSpPr>
          <p:spPr bwMode="auto">
            <a:xfrm>
              <a:off x="5692" y="1802"/>
              <a:ext cx="5" cy="363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2" name="Rectangle 1099"/>
            <p:cNvSpPr>
              <a:spLocks noChangeArrowheads="1"/>
            </p:cNvSpPr>
            <p:nvPr/>
          </p:nvSpPr>
          <p:spPr bwMode="auto">
            <a:xfrm>
              <a:off x="5697" y="1802"/>
              <a:ext cx="5" cy="363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3" name="Rectangle 1100"/>
            <p:cNvSpPr>
              <a:spLocks noChangeArrowheads="1"/>
            </p:cNvSpPr>
            <p:nvPr/>
          </p:nvSpPr>
          <p:spPr bwMode="auto">
            <a:xfrm>
              <a:off x="5702" y="1802"/>
              <a:ext cx="6" cy="363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4" name="Rectangle 1101"/>
            <p:cNvSpPr>
              <a:spLocks noChangeArrowheads="1"/>
            </p:cNvSpPr>
            <p:nvPr/>
          </p:nvSpPr>
          <p:spPr bwMode="auto">
            <a:xfrm>
              <a:off x="5708" y="1802"/>
              <a:ext cx="5" cy="363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5" name="Rectangle 1102"/>
            <p:cNvSpPr>
              <a:spLocks noChangeArrowheads="1"/>
            </p:cNvSpPr>
            <p:nvPr/>
          </p:nvSpPr>
          <p:spPr bwMode="auto">
            <a:xfrm>
              <a:off x="5713" y="1802"/>
              <a:ext cx="5" cy="363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6" name="Rectangle 1103"/>
            <p:cNvSpPr>
              <a:spLocks noChangeArrowheads="1"/>
            </p:cNvSpPr>
            <p:nvPr/>
          </p:nvSpPr>
          <p:spPr bwMode="auto">
            <a:xfrm>
              <a:off x="5718" y="1802"/>
              <a:ext cx="5" cy="363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7" name="Rectangle 1104"/>
            <p:cNvSpPr>
              <a:spLocks noChangeArrowheads="1"/>
            </p:cNvSpPr>
            <p:nvPr/>
          </p:nvSpPr>
          <p:spPr bwMode="auto">
            <a:xfrm>
              <a:off x="5723" y="1802"/>
              <a:ext cx="6" cy="363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8" name="Rectangle 1105"/>
            <p:cNvSpPr>
              <a:spLocks noChangeArrowheads="1"/>
            </p:cNvSpPr>
            <p:nvPr/>
          </p:nvSpPr>
          <p:spPr bwMode="auto">
            <a:xfrm>
              <a:off x="5729" y="1802"/>
              <a:ext cx="5" cy="363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79" name="Rectangle 1106"/>
            <p:cNvSpPr>
              <a:spLocks noChangeArrowheads="1"/>
            </p:cNvSpPr>
            <p:nvPr/>
          </p:nvSpPr>
          <p:spPr bwMode="auto">
            <a:xfrm>
              <a:off x="5734" y="1802"/>
              <a:ext cx="5" cy="363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0" name="Rectangle 1107"/>
            <p:cNvSpPr>
              <a:spLocks noChangeArrowheads="1"/>
            </p:cNvSpPr>
            <p:nvPr/>
          </p:nvSpPr>
          <p:spPr bwMode="auto">
            <a:xfrm>
              <a:off x="5739" y="1802"/>
              <a:ext cx="5" cy="363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1" name="Rectangle 1108"/>
            <p:cNvSpPr>
              <a:spLocks noChangeArrowheads="1"/>
            </p:cNvSpPr>
            <p:nvPr/>
          </p:nvSpPr>
          <p:spPr bwMode="auto">
            <a:xfrm>
              <a:off x="5744" y="1802"/>
              <a:ext cx="11" cy="363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2" name="Rectangle 1109"/>
            <p:cNvSpPr>
              <a:spLocks noChangeArrowheads="1"/>
            </p:cNvSpPr>
            <p:nvPr/>
          </p:nvSpPr>
          <p:spPr bwMode="auto">
            <a:xfrm>
              <a:off x="5755" y="1802"/>
              <a:ext cx="5" cy="363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3" name="Rectangle 1110"/>
            <p:cNvSpPr>
              <a:spLocks noChangeArrowheads="1"/>
            </p:cNvSpPr>
            <p:nvPr/>
          </p:nvSpPr>
          <p:spPr bwMode="auto">
            <a:xfrm>
              <a:off x="5760" y="1802"/>
              <a:ext cx="5" cy="363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4" name="Rectangle 1111"/>
            <p:cNvSpPr>
              <a:spLocks noChangeArrowheads="1"/>
            </p:cNvSpPr>
            <p:nvPr/>
          </p:nvSpPr>
          <p:spPr bwMode="auto">
            <a:xfrm>
              <a:off x="5765" y="1802"/>
              <a:ext cx="6" cy="363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5" name="Rectangle 1112"/>
            <p:cNvSpPr>
              <a:spLocks noChangeArrowheads="1"/>
            </p:cNvSpPr>
            <p:nvPr/>
          </p:nvSpPr>
          <p:spPr bwMode="auto">
            <a:xfrm>
              <a:off x="5771" y="1802"/>
              <a:ext cx="5" cy="363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6" name="Rectangle 1113"/>
            <p:cNvSpPr>
              <a:spLocks noChangeArrowheads="1"/>
            </p:cNvSpPr>
            <p:nvPr/>
          </p:nvSpPr>
          <p:spPr bwMode="auto">
            <a:xfrm>
              <a:off x="5776" y="1802"/>
              <a:ext cx="10" cy="363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7" name="Rectangle 1114"/>
            <p:cNvSpPr>
              <a:spLocks noChangeArrowheads="1"/>
            </p:cNvSpPr>
            <p:nvPr/>
          </p:nvSpPr>
          <p:spPr bwMode="auto">
            <a:xfrm>
              <a:off x="5786" y="1802"/>
              <a:ext cx="6" cy="363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8" name="Rectangle 1115"/>
            <p:cNvSpPr>
              <a:spLocks noChangeArrowheads="1"/>
            </p:cNvSpPr>
            <p:nvPr/>
          </p:nvSpPr>
          <p:spPr bwMode="auto">
            <a:xfrm>
              <a:off x="5792" y="1802"/>
              <a:ext cx="10" cy="363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89" name="Rectangle 1116"/>
            <p:cNvSpPr>
              <a:spLocks noChangeArrowheads="1"/>
            </p:cNvSpPr>
            <p:nvPr/>
          </p:nvSpPr>
          <p:spPr bwMode="auto">
            <a:xfrm>
              <a:off x="5802" y="1802"/>
              <a:ext cx="6" cy="363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0" name="Rectangle 1117"/>
            <p:cNvSpPr>
              <a:spLocks noChangeArrowheads="1"/>
            </p:cNvSpPr>
            <p:nvPr/>
          </p:nvSpPr>
          <p:spPr bwMode="auto">
            <a:xfrm>
              <a:off x="5808" y="1802"/>
              <a:ext cx="5" cy="363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1" name="Rectangle 1118"/>
            <p:cNvSpPr>
              <a:spLocks noChangeArrowheads="1"/>
            </p:cNvSpPr>
            <p:nvPr/>
          </p:nvSpPr>
          <p:spPr bwMode="auto">
            <a:xfrm>
              <a:off x="5813" y="1802"/>
              <a:ext cx="5" cy="363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2" name="Rectangle 1119"/>
            <p:cNvSpPr>
              <a:spLocks noChangeArrowheads="1"/>
            </p:cNvSpPr>
            <p:nvPr/>
          </p:nvSpPr>
          <p:spPr bwMode="auto">
            <a:xfrm>
              <a:off x="5818" y="1802"/>
              <a:ext cx="5" cy="363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3" name="Rectangle 1120"/>
            <p:cNvSpPr>
              <a:spLocks noChangeArrowheads="1"/>
            </p:cNvSpPr>
            <p:nvPr/>
          </p:nvSpPr>
          <p:spPr bwMode="auto">
            <a:xfrm>
              <a:off x="5355" y="1802"/>
              <a:ext cx="468" cy="3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4" name="Rectangle 1121"/>
            <p:cNvSpPr>
              <a:spLocks noChangeArrowheads="1"/>
            </p:cNvSpPr>
            <p:nvPr/>
          </p:nvSpPr>
          <p:spPr bwMode="auto">
            <a:xfrm>
              <a:off x="5418" y="1850"/>
              <a:ext cx="299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Actuator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5" name="Line 1122"/>
            <p:cNvSpPr>
              <a:spLocks noChangeShapeType="1"/>
            </p:cNvSpPr>
            <p:nvPr/>
          </p:nvSpPr>
          <p:spPr bwMode="auto">
            <a:xfrm>
              <a:off x="5355" y="1944"/>
              <a:ext cx="46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297" name="Rectangle 1124"/>
            <p:cNvSpPr>
              <a:spLocks noChangeArrowheads="1"/>
            </p:cNvSpPr>
            <p:nvPr/>
          </p:nvSpPr>
          <p:spPr bwMode="auto">
            <a:xfrm>
              <a:off x="4460" y="2333"/>
              <a:ext cx="469" cy="3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300" name="Rectangle 1127"/>
            <p:cNvSpPr>
              <a:spLocks noChangeArrowheads="1"/>
            </p:cNvSpPr>
            <p:nvPr/>
          </p:nvSpPr>
          <p:spPr bwMode="auto">
            <a:xfrm>
              <a:off x="4692" y="2317"/>
              <a:ext cx="5" cy="3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301" name="Rectangle 1128"/>
            <p:cNvSpPr>
              <a:spLocks noChangeArrowheads="1"/>
            </p:cNvSpPr>
            <p:nvPr/>
          </p:nvSpPr>
          <p:spPr bwMode="auto">
            <a:xfrm>
              <a:off x="4697" y="2317"/>
              <a:ext cx="5" cy="3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302" name="Rectangle 1129"/>
            <p:cNvSpPr>
              <a:spLocks noChangeArrowheads="1"/>
            </p:cNvSpPr>
            <p:nvPr/>
          </p:nvSpPr>
          <p:spPr bwMode="auto">
            <a:xfrm>
              <a:off x="4702" y="2317"/>
              <a:ext cx="5" cy="3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303" name="Rectangle 1130"/>
            <p:cNvSpPr>
              <a:spLocks noChangeArrowheads="1"/>
            </p:cNvSpPr>
            <p:nvPr/>
          </p:nvSpPr>
          <p:spPr bwMode="auto">
            <a:xfrm>
              <a:off x="4707" y="2317"/>
              <a:ext cx="6" cy="3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980" name="Rectangle 1171"/>
          <p:cNvSpPr>
            <a:spLocks noChangeArrowheads="1"/>
          </p:cNvSpPr>
          <p:nvPr/>
        </p:nvSpPr>
        <p:spPr bwMode="auto">
          <a:xfrm>
            <a:off x="6235988" y="4373376"/>
            <a:ext cx="827088" cy="576263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1" name="Rectangle 1172"/>
          <p:cNvSpPr>
            <a:spLocks noChangeArrowheads="1"/>
          </p:cNvSpPr>
          <p:nvPr/>
        </p:nvSpPr>
        <p:spPr bwMode="auto">
          <a:xfrm>
            <a:off x="6235988" y="4373376"/>
            <a:ext cx="827088" cy="576263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2" name="Rectangle 1173"/>
          <p:cNvSpPr>
            <a:spLocks noChangeArrowheads="1"/>
          </p:cNvSpPr>
          <p:nvPr/>
        </p:nvSpPr>
        <p:spPr bwMode="auto">
          <a:xfrm>
            <a:off x="6210588" y="4349563"/>
            <a:ext cx="425450" cy="574675"/>
          </a:xfrm>
          <a:prstGeom prst="rect">
            <a:avLst/>
          </a:prstGeom>
          <a:solidFill>
            <a:srgbClr val="FFE4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3" name="Rectangle 1174"/>
          <p:cNvSpPr>
            <a:spLocks noChangeArrowheads="1"/>
          </p:cNvSpPr>
          <p:nvPr/>
        </p:nvSpPr>
        <p:spPr bwMode="auto">
          <a:xfrm>
            <a:off x="6636038" y="4349563"/>
            <a:ext cx="9525" cy="574675"/>
          </a:xfrm>
          <a:prstGeom prst="rect">
            <a:avLst/>
          </a:prstGeom>
          <a:solidFill>
            <a:srgbClr val="FFE3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4" name="Rectangle 1175"/>
          <p:cNvSpPr>
            <a:spLocks noChangeArrowheads="1"/>
          </p:cNvSpPr>
          <p:nvPr/>
        </p:nvSpPr>
        <p:spPr bwMode="auto">
          <a:xfrm>
            <a:off x="6645563" y="4349563"/>
            <a:ext cx="7938" cy="574675"/>
          </a:xfrm>
          <a:prstGeom prst="rect">
            <a:avLst/>
          </a:prstGeom>
          <a:solidFill>
            <a:srgbClr val="FEE2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5" name="Rectangle 1176"/>
          <p:cNvSpPr>
            <a:spLocks noChangeArrowheads="1"/>
          </p:cNvSpPr>
          <p:nvPr/>
        </p:nvSpPr>
        <p:spPr bwMode="auto">
          <a:xfrm>
            <a:off x="6653501" y="4349563"/>
            <a:ext cx="7938" cy="574675"/>
          </a:xfrm>
          <a:prstGeom prst="rect">
            <a:avLst/>
          </a:prstGeom>
          <a:solidFill>
            <a:srgbClr val="FEE1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6" name="Rectangle 1177"/>
          <p:cNvSpPr>
            <a:spLocks noChangeArrowheads="1"/>
          </p:cNvSpPr>
          <p:nvPr/>
        </p:nvSpPr>
        <p:spPr bwMode="auto">
          <a:xfrm>
            <a:off x="6661438" y="4349563"/>
            <a:ext cx="7938" cy="574675"/>
          </a:xfrm>
          <a:prstGeom prst="rect">
            <a:avLst/>
          </a:prstGeom>
          <a:solidFill>
            <a:srgbClr val="FEE0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7" name="Rectangle 1178"/>
          <p:cNvSpPr>
            <a:spLocks noChangeArrowheads="1"/>
          </p:cNvSpPr>
          <p:nvPr/>
        </p:nvSpPr>
        <p:spPr bwMode="auto">
          <a:xfrm>
            <a:off x="6669376" y="4349563"/>
            <a:ext cx="9525" cy="574675"/>
          </a:xfrm>
          <a:prstGeom prst="rect">
            <a:avLst/>
          </a:prstGeom>
          <a:solidFill>
            <a:srgbClr val="FDE0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8" name="Rectangle 1179"/>
          <p:cNvSpPr>
            <a:spLocks noChangeArrowheads="1"/>
          </p:cNvSpPr>
          <p:nvPr/>
        </p:nvSpPr>
        <p:spPr bwMode="auto">
          <a:xfrm>
            <a:off x="6678901" y="4349563"/>
            <a:ext cx="7938" cy="574675"/>
          </a:xfrm>
          <a:prstGeom prst="rect">
            <a:avLst/>
          </a:prstGeom>
          <a:solidFill>
            <a:srgbClr val="FDDF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89" name="Rectangle 1180"/>
          <p:cNvSpPr>
            <a:spLocks noChangeArrowheads="1"/>
          </p:cNvSpPr>
          <p:nvPr/>
        </p:nvSpPr>
        <p:spPr bwMode="auto">
          <a:xfrm>
            <a:off x="6686838" y="4349563"/>
            <a:ext cx="7938" cy="574675"/>
          </a:xfrm>
          <a:prstGeom prst="rect">
            <a:avLst/>
          </a:prstGeom>
          <a:solidFill>
            <a:srgbClr val="FDDE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0" name="Rectangle 1181"/>
          <p:cNvSpPr>
            <a:spLocks noChangeArrowheads="1"/>
          </p:cNvSpPr>
          <p:nvPr/>
        </p:nvSpPr>
        <p:spPr bwMode="auto">
          <a:xfrm>
            <a:off x="6694776" y="4349563"/>
            <a:ext cx="7938" cy="574675"/>
          </a:xfrm>
          <a:prstGeom prst="rect">
            <a:avLst/>
          </a:prstGeom>
          <a:solidFill>
            <a:srgbClr val="FCDD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1" name="Rectangle 1182"/>
          <p:cNvSpPr>
            <a:spLocks noChangeArrowheads="1"/>
          </p:cNvSpPr>
          <p:nvPr/>
        </p:nvSpPr>
        <p:spPr bwMode="auto">
          <a:xfrm>
            <a:off x="6702713" y="4349563"/>
            <a:ext cx="17463" cy="574675"/>
          </a:xfrm>
          <a:prstGeom prst="rect">
            <a:avLst/>
          </a:prstGeom>
          <a:solidFill>
            <a:srgbClr val="FCDC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2" name="Rectangle 1183"/>
          <p:cNvSpPr>
            <a:spLocks noChangeArrowheads="1"/>
          </p:cNvSpPr>
          <p:nvPr/>
        </p:nvSpPr>
        <p:spPr bwMode="auto">
          <a:xfrm>
            <a:off x="6720176" y="4349563"/>
            <a:ext cx="7938" cy="574675"/>
          </a:xfrm>
          <a:prstGeom prst="rect">
            <a:avLst/>
          </a:prstGeom>
          <a:solidFill>
            <a:srgbClr val="FBDB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3" name="Rectangle 1184"/>
          <p:cNvSpPr>
            <a:spLocks noChangeArrowheads="1"/>
          </p:cNvSpPr>
          <p:nvPr/>
        </p:nvSpPr>
        <p:spPr bwMode="auto">
          <a:xfrm>
            <a:off x="6728113" y="4349563"/>
            <a:ext cx="7938" cy="574675"/>
          </a:xfrm>
          <a:prstGeom prst="rect">
            <a:avLst/>
          </a:prstGeom>
          <a:solidFill>
            <a:srgbClr val="FBDA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4" name="Rectangle 1185"/>
          <p:cNvSpPr>
            <a:spLocks noChangeArrowheads="1"/>
          </p:cNvSpPr>
          <p:nvPr/>
        </p:nvSpPr>
        <p:spPr bwMode="auto">
          <a:xfrm>
            <a:off x="6736051" y="4349563"/>
            <a:ext cx="9525" cy="574675"/>
          </a:xfrm>
          <a:prstGeom prst="rect">
            <a:avLst/>
          </a:prstGeom>
          <a:solidFill>
            <a:srgbClr val="FBD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5" name="Rectangle 1186"/>
          <p:cNvSpPr>
            <a:spLocks noChangeArrowheads="1"/>
          </p:cNvSpPr>
          <p:nvPr/>
        </p:nvSpPr>
        <p:spPr bwMode="auto">
          <a:xfrm>
            <a:off x="6745576" y="4349563"/>
            <a:ext cx="7938" cy="574675"/>
          </a:xfrm>
          <a:prstGeom prst="rect">
            <a:avLst/>
          </a:prstGeom>
          <a:solidFill>
            <a:srgbClr val="FAD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6" name="Rectangle 1187"/>
          <p:cNvSpPr>
            <a:spLocks noChangeArrowheads="1"/>
          </p:cNvSpPr>
          <p:nvPr/>
        </p:nvSpPr>
        <p:spPr bwMode="auto">
          <a:xfrm>
            <a:off x="6753513" y="4349563"/>
            <a:ext cx="7938" cy="574675"/>
          </a:xfrm>
          <a:prstGeom prst="rect">
            <a:avLst/>
          </a:prstGeom>
          <a:solidFill>
            <a:srgbClr val="FAD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7" name="Rectangle 1188"/>
          <p:cNvSpPr>
            <a:spLocks noChangeArrowheads="1"/>
          </p:cNvSpPr>
          <p:nvPr/>
        </p:nvSpPr>
        <p:spPr bwMode="auto">
          <a:xfrm>
            <a:off x="6761451" y="4349563"/>
            <a:ext cx="9525" cy="574675"/>
          </a:xfrm>
          <a:prstGeom prst="rect">
            <a:avLst/>
          </a:prstGeom>
          <a:solidFill>
            <a:srgbClr val="FAD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8" name="Rectangle 1189"/>
          <p:cNvSpPr>
            <a:spLocks noChangeArrowheads="1"/>
          </p:cNvSpPr>
          <p:nvPr/>
        </p:nvSpPr>
        <p:spPr bwMode="auto">
          <a:xfrm>
            <a:off x="6770976" y="4349563"/>
            <a:ext cx="7938" cy="574675"/>
          </a:xfrm>
          <a:prstGeom prst="rect">
            <a:avLst/>
          </a:prstGeom>
          <a:solidFill>
            <a:srgbClr val="F9D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999" name="Rectangle 1190"/>
          <p:cNvSpPr>
            <a:spLocks noChangeArrowheads="1"/>
          </p:cNvSpPr>
          <p:nvPr/>
        </p:nvSpPr>
        <p:spPr bwMode="auto">
          <a:xfrm>
            <a:off x="6778913" y="4349563"/>
            <a:ext cx="7938" cy="574675"/>
          </a:xfrm>
          <a:prstGeom prst="rect">
            <a:avLst/>
          </a:prstGeom>
          <a:solidFill>
            <a:srgbClr val="F9D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0" name="Rectangle 1191"/>
          <p:cNvSpPr>
            <a:spLocks noChangeArrowheads="1"/>
          </p:cNvSpPr>
          <p:nvPr/>
        </p:nvSpPr>
        <p:spPr bwMode="auto">
          <a:xfrm>
            <a:off x="6786851" y="4349563"/>
            <a:ext cx="7938" cy="574675"/>
          </a:xfrm>
          <a:prstGeom prst="rect">
            <a:avLst/>
          </a:prstGeom>
          <a:solidFill>
            <a:srgbClr val="F9D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1" name="Rectangle 1192"/>
          <p:cNvSpPr>
            <a:spLocks noChangeArrowheads="1"/>
          </p:cNvSpPr>
          <p:nvPr/>
        </p:nvSpPr>
        <p:spPr bwMode="auto">
          <a:xfrm>
            <a:off x="6794788" y="4349563"/>
            <a:ext cx="17463" cy="574675"/>
          </a:xfrm>
          <a:prstGeom prst="rect">
            <a:avLst/>
          </a:prstGeom>
          <a:solidFill>
            <a:srgbClr val="F9D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2" name="Rectangle 1193"/>
          <p:cNvSpPr>
            <a:spLocks noChangeArrowheads="1"/>
          </p:cNvSpPr>
          <p:nvPr/>
        </p:nvSpPr>
        <p:spPr bwMode="auto">
          <a:xfrm>
            <a:off x="6812251" y="4349563"/>
            <a:ext cx="7938" cy="574675"/>
          </a:xfrm>
          <a:prstGeom prst="rect">
            <a:avLst/>
          </a:prstGeom>
          <a:solidFill>
            <a:srgbClr val="F8D2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3" name="Rectangle 1194"/>
          <p:cNvSpPr>
            <a:spLocks noChangeArrowheads="1"/>
          </p:cNvSpPr>
          <p:nvPr/>
        </p:nvSpPr>
        <p:spPr bwMode="auto">
          <a:xfrm>
            <a:off x="6820188" y="4349563"/>
            <a:ext cx="7938" cy="574675"/>
          </a:xfrm>
          <a:prstGeom prst="rect">
            <a:avLst/>
          </a:prstGeom>
          <a:solidFill>
            <a:srgbClr val="F8D1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4" name="Rectangle 1195"/>
          <p:cNvSpPr>
            <a:spLocks noChangeArrowheads="1"/>
          </p:cNvSpPr>
          <p:nvPr/>
        </p:nvSpPr>
        <p:spPr bwMode="auto">
          <a:xfrm>
            <a:off x="6828126" y="4349563"/>
            <a:ext cx="9525" cy="574675"/>
          </a:xfrm>
          <a:prstGeom prst="rect">
            <a:avLst/>
          </a:prstGeom>
          <a:solidFill>
            <a:srgbClr val="F8D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5" name="Rectangle 1196"/>
          <p:cNvSpPr>
            <a:spLocks noChangeArrowheads="1"/>
          </p:cNvSpPr>
          <p:nvPr/>
        </p:nvSpPr>
        <p:spPr bwMode="auto">
          <a:xfrm>
            <a:off x="6837651" y="4349563"/>
            <a:ext cx="7938" cy="574675"/>
          </a:xfrm>
          <a:prstGeom prst="rect">
            <a:avLst/>
          </a:prstGeom>
          <a:solidFill>
            <a:srgbClr val="F8CF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6" name="Rectangle 1197"/>
          <p:cNvSpPr>
            <a:spLocks noChangeArrowheads="1"/>
          </p:cNvSpPr>
          <p:nvPr/>
        </p:nvSpPr>
        <p:spPr bwMode="auto">
          <a:xfrm>
            <a:off x="6845588" y="4349563"/>
            <a:ext cx="7938" cy="574675"/>
          </a:xfrm>
          <a:prstGeom prst="rect">
            <a:avLst/>
          </a:prstGeom>
          <a:solidFill>
            <a:srgbClr val="F7CF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7" name="Rectangle 1198"/>
          <p:cNvSpPr>
            <a:spLocks noChangeArrowheads="1"/>
          </p:cNvSpPr>
          <p:nvPr/>
        </p:nvSpPr>
        <p:spPr bwMode="auto">
          <a:xfrm>
            <a:off x="6853526" y="4349563"/>
            <a:ext cx="7938" cy="574675"/>
          </a:xfrm>
          <a:prstGeom prst="rect">
            <a:avLst/>
          </a:prstGeom>
          <a:solidFill>
            <a:srgbClr val="F7CE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8" name="Rectangle 1199"/>
          <p:cNvSpPr>
            <a:spLocks noChangeArrowheads="1"/>
          </p:cNvSpPr>
          <p:nvPr/>
        </p:nvSpPr>
        <p:spPr bwMode="auto">
          <a:xfrm>
            <a:off x="6861463" y="4349563"/>
            <a:ext cx="9525" cy="574675"/>
          </a:xfrm>
          <a:prstGeom prst="rect">
            <a:avLst/>
          </a:prstGeom>
          <a:solidFill>
            <a:srgbClr val="F7CD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09" name="Rectangle 1200"/>
          <p:cNvSpPr>
            <a:spLocks noChangeArrowheads="1"/>
          </p:cNvSpPr>
          <p:nvPr/>
        </p:nvSpPr>
        <p:spPr bwMode="auto">
          <a:xfrm>
            <a:off x="6870988" y="4349563"/>
            <a:ext cx="7938" cy="574675"/>
          </a:xfrm>
          <a:prstGeom prst="rect">
            <a:avLst/>
          </a:prstGeom>
          <a:solidFill>
            <a:srgbClr val="F6CC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0" name="Rectangle 1201"/>
          <p:cNvSpPr>
            <a:spLocks noChangeArrowheads="1"/>
          </p:cNvSpPr>
          <p:nvPr/>
        </p:nvSpPr>
        <p:spPr bwMode="auto">
          <a:xfrm>
            <a:off x="6878926" y="4349563"/>
            <a:ext cx="15875" cy="574675"/>
          </a:xfrm>
          <a:prstGeom prst="rect">
            <a:avLst/>
          </a:prstGeom>
          <a:solidFill>
            <a:srgbClr val="F6CB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1" name="Rectangle 1202"/>
          <p:cNvSpPr>
            <a:spLocks noChangeArrowheads="1"/>
          </p:cNvSpPr>
          <p:nvPr/>
        </p:nvSpPr>
        <p:spPr bwMode="auto">
          <a:xfrm>
            <a:off x="6894801" y="4349563"/>
            <a:ext cx="9525" cy="574675"/>
          </a:xfrm>
          <a:prstGeom prst="rect">
            <a:avLst/>
          </a:prstGeom>
          <a:solidFill>
            <a:srgbClr val="F6CA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2" name="Rectangle 1203"/>
          <p:cNvSpPr>
            <a:spLocks noChangeArrowheads="1"/>
          </p:cNvSpPr>
          <p:nvPr/>
        </p:nvSpPr>
        <p:spPr bwMode="auto">
          <a:xfrm>
            <a:off x="6904326" y="4349563"/>
            <a:ext cx="7938" cy="574675"/>
          </a:xfrm>
          <a:prstGeom prst="rect">
            <a:avLst/>
          </a:prstGeom>
          <a:solidFill>
            <a:srgbClr val="F5C9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3" name="Rectangle 1204"/>
          <p:cNvSpPr>
            <a:spLocks noChangeArrowheads="1"/>
          </p:cNvSpPr>
          <p:nvPr/>
        </p:nvSpPr>
        <p:spPr bwMode="auto">
          <a:xfrm>
            <a:off x="6912263" y="4349563"/>
            <a:ext cx="7938" cy="574675"/>
          </a:xfrm>
          <a:prstGeom prst="rect">
            <a:avLst/>
          </a:prstGeom>
          <a:solidFill>
            <a:srgbClr val="F5C8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4" name="Rectangle 1205"/>
          <p:cNvSpPr>
            <a:spLocks noChangeArrowheads="1"/>
          </p:cNvSpPr>
          <p:nvPr/>
        </p:nvSpPr>
        <p:spPr bwMode="auto">
          <a:xfrm>
            <a:off x="6920201" y="4349563"/>
            <a:ext cx="9525" cy="574675"/>
          </a:xfrm>
          <a:prstGeom prst="rect">
            <a:avLst/>
          </a:prstGeom>
          <a:solidFill>
            <a:srgbClr val="F5C7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5" name="Rectangle 1206"/>
          <p:cNvSpPr>
            <a:spLocks noChangeArrowheads="1"/>
          </p:cNvSpPr>
          <p:nvPr/>
        </p:nvSpPr>
        <p:spPr bwMode="auto">
          <a:xfrm>
            <a:off x="6929726" y="4349563"/>
            <a:ext cx="7938" cy="574675"/>
          </a:xfrm>
          <a:prstGeom prst="rect">
            <a:avLst/>
          </a:prstGeom>
          <a:solidFill>
            <a:srgbClr val="F4C7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6" name="Rectangle 1207"/>
          <p:cNvSpPr>
            <a:spLocks noChangeArrowheads="1"/>
          </p:cNvSpPr>
          <p:nvPr/>
        </p:nvSpPr>
        <p:spPr bwMode="auto">
          <a:xfrm>
            <a:off x="6937663" y="4349563"/>
            <a:ext cx="7938" cy="574675"/>
          </a:xfrm>
          <a:prstGeom prst="rect">
            <a:avLst/>
          </a:prstGeom>
          <a:solidFill>
            <a:srgbClr val="F4C6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7" name="Rectangle 1208"/>
          <p:cNvSpPr>
            <a:spLocks noChangeArrowheads="1"/>
          </p:cNvSpPr>
          <p:nvPr/>
        </p:nvSpPr>
        <p:spPr bwMode="auto">
          <a:xfrm>
            <a:off x="6945601" y="4349563"/>
            <a:ext cx="7938" cy="574675"/>
          </a:xfrm>
          <a:prstGeom prst="rect">
            <a:avLst/>
          </a:prstGeom>
          <a:solidFill>
            <a:srgbClr val="F4C5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8" name="Rectangle 1209"/>
          <p:cNvSpPr>
            <a:spLocks noChangeArrowheads="1"/>
          </p:cNvSpPr>
          <p:nvPr/>
        </p:nvSpPr>
        <p:spPr bwMode="auto">
          <a:xfrm>
            <a:off x="6953538" y="4349563"/>
            <a:ext cx="9525" cy="574675"/>
          </a:xfrm>
          <a:prstGeom prst="rect">
            <a:avLst/>
          </a:prstGeom>
          <a:solidFill>
            <a:srgbClr val="F3C4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19" name="Rectangle 1210"/>
          <p:cNvSpPr>
            <a:spLocks noChangeArrowheads="1"/>
          </p:cNvSpPr>
          <p:nvPr/>
        </p:nvSpPr>
        <p:spPr bwMode="auto">
          <a:xfrm>
            <a:off x="6963063" y="4349563"/>
            <a:ext cx="7938" cy="574675"/>
          </a:xfrm>
          <a:prstGeom prst="rect">
            <a:avLst/>
          </a:prstGeom>
          <a:solidFill>
            <a:srgbClr val="F3C3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0" name="Rectangle 1211"/>
          <p:cNvSpPr>
            <a:spLocks noChangeArrowheads="1"/>
          </p:cNvSpPr>
          <p:nvPr/>
        </p:nvSpPr>
        <p:spPr bwMode="auto">
          <a:xfrm>
            <a:off x="6971001" y="4349563"/>
            <a:ext cx="7938" cy="574675"/>
          </a:xfrm>
          <a:prstGeom prst="rect">
            <a:avLst/>
          </a:prstGeom>
          <a:solidFill>
            <a:srgbClr val="F3C2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1" name="Rectangle 1212"/>
          <p:cNvSpPr>
            <a:spLocks noChangeArrowheads="1"/>
          </p:cNvSpPr>
          <p:nvPr/>
        </p:nvSpPr>
        <p:spPr bwMode="auto">
          <a:xfrm>
            <a:off x="6978938" y="4349563"/>
            <a:ext cx="7938" cy="574675"/>
          </a:xfrm>
          <a:prstGeom prst="rect">
            <a:avLst/>
          </a:prstGeom>
          <a:solidFill>
            <a:srgbClr val="F2C2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2" name="Rectangle 1213"/>
          <p:cNvSpPr>
            <a:spLocks noChangeArrowheads="1"/>
          </p:cNvSpPr>
          <p:nvPr/>
        </p:nvSpPr>
        <p:spPr bwMode="auto">
          <a:xfrm>
            <a:off x="6986876" y="4349563"/>
            <a:ext cx="9525" cy="574675"/>
          </a:xfrm>
          <a:prstGeom prst="rect">
            <a:avLst/>
          </a:prstGeom>
          <a:solidFill>
            <a:srgbClr val="F2C1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3" name="Rectangle 1214"/>
          <p:cNvSpPr>
            <a:spLocks noChangeArrowheads="1"/>
          </p:cNvSpPr>
          <p:nvPr/>
        </p:nvSpPr>
        <p:spPr bwMode="auto">
          <a:xfrm>
            <a:off x="6996401" y="4349563"/>
            <a:ext cx="7938" cy="574675"/>
          </a:xfrm>
          <a:prstGeom prst="rect">
            <a:avLst/>
          </a:prstGeom>
          <a:solidFill>
            <a:srgbClr val="F2C0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4" name="Rectangle 1215"/>
          <p:cNvSpPr>
            <a:spLocks noChangeArrowheads="1"/>
          </p:cNvSpPr>
          <p:nvPr/>
        </p:nvSpPr>
        <p:spPr bwMode="auto">
          <a:xfrm>
            <a:off x="7004338" y="4349563"/>
            <a:ext cx="7938" cy="574675"/>
          </a:xfrm>
          <a:prstGeom prst="rect">
            <a:avLst/>
          </a:prstGeom>
          <a:solidFill>
            <a:srgbClr val="F1BF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5" name="Rectangle 1216"/>
          <p:cNvSpPr>
            <a:spLocks noChangeArrowheads="1"/>
          </p:cNvSpPr>
          <p:nvPr/>
        </p:nvSpPr>
        <p:spPr bwMode="auto">
          <a:xfrm>
            <a:off x="7012276" y="4349563"/>
            <a:ext cx="17463" cy="574675"/>
          </a:xfrm>
          <a:prstGeom prst="rect">
            <a:avLst/>
          </a:prstGeom>
          <a:solidFill>
            <a:srgbClr val="F1BE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6" name="Rectangle 1217"/>
          <p:cNvSpPr>
            <a:spLocks noChangeArrowheads="1"/>
          </p:cNvSpPr>
          <p:nvPr/>
        </p:nvSpPr>
        <p:spPr bwMode="auto">
          <a:xfrm>
            <a:off x="7029738" y="4349563"/>
            <a:ext cx="7938" cy="574675"/>
          </a:xfrm>
          <a:prstGeom prst="rect">
            <a:avLst/>
          </a:prstGeom>
          <a:solidFill>
            <a:srgbClr val="F0BD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7" name="Rectangle 1218"/>
          <p:cNvSpPr>
            <a:spLocks noChangeArrowheads="1"/>
          </p:cNvSpPr>
          <p:nvPr/>
        </p:nvSpPr>
        <p:spPr bwMode="auto">
          <a:xfrm>
            <a:off x="6210588" y="4349563"/>
            <a:ext cx="827088" cy="574675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28" name="Rectangle 1219"/>
          <p:cNvSpPr>
            <a:spLocks noChangeArrowheads="1"/>
          </p:cNvSpPr>
          <p:nvPr/>
        </p:nvSpPr>
        <p:spPr bwMode="auto">
          <a:xfrm>
            <a:off x="6528088" y="4424176"/>
            <a:ext cx="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9" name="Rectangle 1220"/>
          <p:cNvSpPr>
            <a:spLocks noChangeArrowheads="1"/>
          </p:cNvSpPr>
          <p:nvPr/>
        </p:nvSpPr>
        <p:spPr bwMode="auto">
          <a:xfrm>
            <a:off x="6241903" y="4383883"/>
            <a:ext cx="7886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 err="1">
                <a:solidFill>
                  <a:srgbClr val="000000"/>
                </a:solidFill>
              </a:rPr>
              <a:t>VideoManager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WN5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0" name="Line 1221"/>
          <p:cNvSpPr>
            <a:spLocks noChangeShapeType="1"/>
          </p:cNvSpPr>
          <p:nvPr/>
        </p:nvSpPr>
        <p:spPr bwMode="auto">
          <a:xfrm>
            <a:off x="6210588" y="4682938"/>
            <a:ext cx="82708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85" name="Line 1276"/>
          <p:cNvSpPr>
            <a:spLocks noChangeShapeType="1"/>
          </p:cNvSpPr>
          <p:nvPr/>
        </p:nvSpPr>
        <p:spPr bwMode="auto">
          <a:xfrm flipH="1">
            <a:off x="6351876" y="2188976"/>
            <a:ext cx="317500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86" name="Freeform 1277"/>
          <p:cNvSpPr>
            <a:spLocks noEditPoints="1"/>
          </p:cNvSpPr>
          <p:nvPr/>
        </p:nvSpPr>
        <p:spPr bwMode="auto">
          <a:xfrm>
            <a:off x="6351876" y="2138176"/>
            <a:ext cx="125413" cy="100013"/>
          </a:xfrm>
          <a:custGeom>
            <a:avLst/>
            <a:gdLst>
              <a:gd name="T0" fmla="*/ 0 w 79"/>
              <a:gd name="T1" fmla="*/ 32 h 63"/>
              <a:gd name="T2" fmla="*/ 79 w 79"/>
              <a:gd name="T3" fmla="*/ 0 h 63"/>
              <a:gd name="T4" fmla="*/ 0 w 79"/>
              <a:gd name="T5" fmla="*/ 32 h 63"/>
              <a:gd name="T6" fmla="*/ 79 w 79"/>
              <a:gd name="T7" fmla="*/ 63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0" y="32"/>
                </a:moveTo>
                <a:lnTo>
                  <a:pt x="79" y="0"/>
                </a:lnTo>
                <a:moveTo>
                  <a:pt x="0" y="32"/>
                </a:moveTo>
                <a:lnTo>
                  <a:pt x="79" y="63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87" name="Line 1278"/>
          <p:cNvSpPr>
            <a:spLocks noChangeShapeType="1"/>
          </p:cNvSpPr>
          <p:nvPr/>
        </p:nvSpPr>
        <p:spPr bwMode="auto">
          <a:xfrm>
            <a:off x="8115588" y="3014476"/>
            <a:ext cx="409575" cy="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88" name="Freeform 1279"/>
          <p:cNvSpPr>
            <a:spLocks noEditPoints="1"/>
          </p:cNvSpPr>
          <p:nvPr/>
        </p:nvSpPr>
        <p:spPr bwMode="auto">
          <a:xfrm>
            <a:off x="8399751" y="2965263"/>
            <a:ext cx="125413" cy="100013"/>
          </a:xfrm>
          <a:custGeom>
            <a:avLst/>
            <a:gdLst>
              <a:gd name="T0" fmla="*/ 79 w 79"/>
              <a:gd name="T1" fmla="*/ 31 h 63"/>
              <a:gd name="T2" fmla="*/ 0 w 79"/>
              <a:gd name="T3" fmla="*/ 63 h 63"/>
              <a:gd name="T4" fmla="*/ 79 w 79"/>
              <a:gd name="T5" fmla="*/ 31 h 63"/>
              <a:gd name="T6" fmla="*/ 0 w 79"/>
              <a:gd name="T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" h="63">
                <a:moveTo>
                  <a:pt x="79" y="31"/>
                </a:moveTo>
                <a:lnTo>
                  <a:pt x="0" y="63"/>
                </a:lnTo>
                <a:moveTo>
                  <a:pt x="79" y="31"/>
                </a:moveTo>
                <a:lnTo>
                  <a:pt x="0" y="0"/>
                </a:lnTo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89" name="Line 1280"/>
          <p:cNvSpPr>
            <a:spLocks noChangeShapeType="1"/>
          </p:cNvSpPr>
          <p:nvPr/>
        </p:nvSpPr>
        <p:spPr bwMode="auto">
          <a:xfrm flipV="1">
            <a:off x="7455188" y="2489013"/>
            <a:ext cx="0" cy="233363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0" name="Freeform 1281"/>
          <p:cNvSpPr>
            <a:spLocks/>
          </p:cNvSpPr>
          <p:nvPr/>
        </p:nvSpPr>
        <p:spPr bwMode="auto">
          <a:xfrm>
            <a:off x="7405976" y="2489013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1" name="Freeform 1282"/>
          <p:cNvSpPr>
            <a:spLocks/>
          </p:cNvSpPr>
          <p:nvPr/>
        </p:nvSpPr>
        <p:spPr bwMode="auto">
          <a:xfrm>
            <a:off x="7405976" y="2489013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2" name="Line 1283"/>
          <p:cNvSpPr>
            <a:spLocks noChangeShapeType="1"/>
          </p:cNvSpPr>
          <p:nvPr/>
        </p:nvSpPr>
        <p:spPr bwMode="auto">
          <a:xfrm flipV="1">
            <a:off x="7455188" y="1688913"/>
            <a:ext cx="0" cy="21590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3" name="Freeform 1284"/>
          <p:cNvSpPr>
            <a:spLocks/>
          </p:cNvSpPr>
          <p:nvPr/>
        </p:nvSpPr>
        <p:spPr bwMode="auto">
          <a:xfrm>
            <a:off x="7405976" y="1688913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4" name="Freeform 1285"/>
          <p:cNvSpPr>
            <a:spLocks/>
          </p:cNvSpPr>
          <p:nvPr/>
        </p:nvSpPr>
        <p:spPr bwMode="auto">
          <a:xfrm>
            <a:off x="7405976" y="1688913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5" name="Line 1286"/>
          <p:cNvSpPr>
            <a:spLocks noChangeShapeType="1"/>
          </p:cNvSpPr>
          <p:nvPr/>
        </p:nvSpPr>
        <p:spPr bwMode="auto">
          <a:xfrm flipV="1">
            <a:off x="7455188" y="3306576"/>
            <a:ext cx="0" cy="241300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6" name="Freeform 1287"/>
          <p:cNvSpPr>
            <a:spLocks/>
          </p:cNvSpPr>
          <p:nvPr/>
        </p:nvSpPr>
        <p:spPr bwMode="auto">
          <a:xfrm>
            <a:off x="7405976" y="3306576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7" name="Freeform 1288"/>
          <p:cNvSpPr>
            <a:spLocks/>
          </p:cNvSpPr>
          <p:nvPr/>
        </p:nvSpPr>
        <p:spPr bwMode="auto">
          <a:xfrm>
            <a:off x="7405976" y="3306576"/>
            <a:ext cx="100013" cy="133350"/>
          </a:xfrm>
          <a:custGeom>
            <a:avLst/>
            <a:gdLst>
              <a:gd name="T0" fmla="*/ 63 w 63"/>
              <a:gd name="T1" fmla="*/ 84 h 84"/>
              <a:gd name="T2" fmla="*/ 0 w 63"/>
              <a:gd name="T3" fmla="*/ 84 h 84"/>
              <a:gd name="T4" fmla="*/ 31 w 63"/>
              <a:gd name="T5" fmla="*/ 0 h 84"/>
              <a:gd name="T6" fmla="*/ 63 w 63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84">
                <a:moveTo>
                  <a:pt x="63" y="84"/>
                </a:moveTo>
                <a:lnTo>
                  <a:pt x="0" y="84"/>
                </a:lnTo>
                <a:lnTo>
                  <a:pt x="31" y="0"/>
                </a:lnTo>
                <a:lnTo>
                  <a:pt x="63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8" name="Line 1289"/>
          <p:cNvSpPr>
            <a:spLocks noChangeShapeType="1"/>
          </p:cNvSpPr>
          <p:nvPr/>
        </p:nvSpPr>
        <p:spPr bwMode="auto">
          <a:xfrm flipV="1">
            <a:off x="6929726" y="4132076"/>
            <a:ext cx="215900" cy="217488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099" name="Freeform 1290"/>
          <p:cNvSpPr>
            <a:spLocks/>
          </p:cNvSpPr>
          <p:nvPr/>
        </p:nvSpPr>
        <p:spPr bwMode="auto">
          <a:xfrm>
            <a:off x="7012276" y="4132076"/>
            <a:ext cx="133350" cy="133350"/>
          </a:xfrm>
          <a:custGeom>
            <a:avLst/>
            <a:gdLst>
              <a:gd name="T0" fmla="*/ 48 w 84"/>
              <a:gd name="T1" fmla="*/ 84 h 84"/>
              <a:gd name="T2" fmla="*/ 0 w 84"/>
              <a:gd name="T3" fmla="*/ 37 h 84"/>
              <a:gd name="T4" fmla="*/ 84 w 84"/>
              <a:gd name="T5" fmla="*/ 0 h 84"/>
              <a:gd name="T6" fmla="*/ 48 w 84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" h="84">
                <a:moveTo>
                  <a:pt x="48" y="84"/>
                </a:moveTo>
                <a:lnTo>
                  <a:pt x="0" y="37"/>
                </a:lnTo>
                <a:lnTo>
                  <a:pt x="84" y="0"/>
                </a:lnTo>
                <a:lnTo>
                  <a:pt x="48" y="84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1100" name="Freeform 1291"/>
          <p:cNvSpPr>
            <a:spLocks/>
          </p:cNvSpPr>
          <p:nvPr/>
        </p:nvSpPr>
        <p:spPr bwMode="auto">
          <a:xfrm>
            <a:off x="7012276" y="4132076"/>
            <a:ext cx="133350" cy="133350"/>
          </a:xfrm>
          <a:custGeom>
            <a:avLst/>
            <a:gdLst>
              <a:gd name="T0" fmla="*/ 48 w 84"/>
              <a:gd name="T1" fmla="*/ 84 h 84"/>
              <a:gd name="T2" fmla="*/ 0 w 84"/>
              <a:gd name="T3" fmla="*/ 37 h 84"/>
              <a:gd name="T4" fmla="*/ 84 w 84"/>
              <a:gd name="T5" fmla="*/ 0 h 84"/>
              <a:gd name="T6" fmla="*/ 48 w 84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" h="84">
                <a:moveTo>
                  <a:pt x="48" y="84"/>
                </a:moveTo>
                <a:lnTo>
                  <a:pt x="0" y="37"/>
                </a:lnTo>
                <a:lnTo>
                  <a:pt x="84" y="0"/>
                </a:lnTo>
                <a:lnTo>
                  <a:pt x="48" y="84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grpSp>
        <p:nvGrpSpPr>
          <p:cNvPr id="1541" name="그룹 1540"/>
          <p:cNvGrpSpPr/>
          <p:nvPr/>
        </p:nvGrpSpPr>
        <p:grpSpPr>
          <a:xfrm>
            <a:off x="3892430" y="3769669"/>
            <a:ext cx="1030588" cy="654507"/>
            <a:chOff x="4520405" y="3178176"/>
            <a:chExt cx="931864" cy="1230582"/>
          </a:xfrm>
        </p:grpSpPr>
        <p:grpSp>
          <p:nvGrpSpPr>
            <p:cNvPr id="1422" name="Group 1297"/>
            <p:cNvGrpSpPr>
              <a:grpSpLocks noChangeAspect="1"/>
            </p:cNvGrpSpPr>
            <p:nvPr/>
          </p:nvGrpSpPr>
          <p:grpSpPr bwMode="auto">
            <a:xfrm>
              <a:off x="4520406" y="3803920"/>
              <a:ext cx="931863" cy="604838"/>
              <a:chOff x="2796" y="2817"/>
              <a:chExt cx="587" cy="381"/>
            </a:xfrm>
          </p:grpSpPr>
          <p:sp>
            <p:nvSpPr>
              <p:cNvPr id="1429" name="Rectangle 1303"/>
              <p:cNvSpPr>
                <a:spLocks noChangeArrowheads="1"/>
              </p:cNvSpPr>
              <p:nvPr/>
            </p:nvSpPr>
            <p:spPr bwMode="auto">
              <a:xfrm>
                <a:off x="2812" y="2833"/>
                <a:ext cx="571" cy="36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0" name="Rectangle 1304"/>
              <p:cNvSpPr>
                <a:spLocks noChangeArrowheads="1"/>
              </p:cNvSpPr>
              <p:nvPr/>
            </p:nvSpPr>
            <p:spPr bwMode="auto">
              <a:xfrm>
                <a:off x="2812" y="2833"/>
                <a:ext cx="571" cy="365"/>
              </a:xfrm>
              <a:prstGeom prst="rect">
                <a:avLst/>
              </a:prstGeom>
              <a:noFill/>
              <a:ln w="7938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1" name="Rectangle 1305"/>
              <p:cNvSpPr>
                <a:spLocks noChangeArrowheads="1"/>
              </p:cNvSpPr>
              <p:nvPr/>
            </p:nvSpPr>
            <p:spPr bwMode="auto">
              <a:xfrm>
                <a:off x="2796" y="2817"/>
                <a:ext cx="291" cy="365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2" name="Rectangle 1306"/>
              <p:cNvSpPr>
                <a:spLocks noChangeArrowheads="1"/>
              </p:cNvSpPr>
              <p:nvPr/>
            </p:nvSpPr>
            <p:spPr bwMode="auto">
              <a:xfrm>
                <a:off x="3087" y="2817"/>
                <a:ext cx="5" cy="365"/>
              </a:xfrm>
              <a:prstGeom prst="rect">
                <a:avLst/>
              </a:prstGeom>
              <a:solidFill>
                <a:srgbClr val="FF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3" name="Rectangle 1307"/>
              <p:cNvSpPr>
                <a:spLocks noChangeArrowheads="1"/>
              </p:cNvSpPr>
              <p:nvPr/>
            </p:nvSpPr>
            <p:spPr bwMode="auto">
              <a:xfrm>
                <a:off x="3092" y="2817"/>
                <a:ext cx="5" cy="365"/>
              </a:xfrm>
              <a:prstGeom prst="rect">
                <a:avLst/>
              </a:prstGeom>
              <a:solidFill>
                <a:srgbClr val="FE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4" name="Rectangle 1308"/>
              <p:cNvSpPr>
                <a:spLocks noChangeArrowheads="1"/>
              </p:cNvSpPr>
              <p:nvPr/>
            </p:nvSpPr>
            <p:spPr bwMode="auto">
              <a:xfrm>
                <a:off x="3097" y="2817"/>
                <a:ext cx="6" cy="365"/>
              </a:xfrm>
              <a:prstGeom prst="rect">
                <a:avLst/>
              </a:prstGeom>
              <a:solidFill>
                <a:srgbClr val="FE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5" name="Rectangle 1309"/>
              <p:cNvSpPr>
                <a:spLocks noChangeArrowheads="1"/>
              </p:cNvSpPr>
              <p:nvPr/>
            </p:nvSpPr>
            <p:spPr bwMode="auto">
              <a:xfrm>
                <a:off x="3103" y="2817"/>
                <a:ext cx="5" cy="365"/>
              </a:xfrm>
              <a:prstGeom prst="rect">
                <a:avLst/>
              </a:prstGeom>
              <a:solidFill>
                <a:srgbClr val="FEE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6" name="Rectangle 1310"/>
              <p:cNvSpPr>
                <a:spLocks noChangeArrowheads="1"/>
              </p:cNvSpPr>
              <p:nvPr/>
            </p:nvSpPr>
            <p:spPr bwMode="auto">
              <a:xfrm>
                <a:off x="3108" y="2817"/>
                <a:ext cx="5" cy="365"/>
              </a:xfrm>
              <a:prstGeom prst="rect">
                <a:avLst/>
              </a:prstGeom>
              <a:solidFill>
                <a:srgbClr val="FE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7" name="Rectangle 1311"/>
              <p:cNvSpPr>
                <a:spLocks noChangeArrowheads="1"/>
              </p:cNvSpPr>
              <p:nvPr/>
            </p:nvSpPr>
            <p:spPr bwMode="auto">
              <a:xfrm>
                <a:off x="3113" y="2817"/>
                <a:ext cx="5" cy="365"/>
              </a:xfrm>
              <a:prstGeom prst="rect">
                <a:avLst/>
              </a:prstGeom>
              <a:solidFill>
                <a:srgbClr val="FD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8" name="Rectangle 1312"/>
              <p:cNvSpPr>
                <a:spLocks noChangeArrowheads="1"/>
              </p:cNvSpPr>
              <p:nvPr/>
            </p:nvSpPr>
            <p:spPr bwMode="auto">
              <a:xfrm>
                <a:off x="3118" y="2817"/>
                <a:ext cx="6" cy="365"/>
              </a:xfrm>
              <a:prstGeom prst="rect">
                <a:avLst/>
              </a:prstGeom>
              <a:solidFill>
                <a:srgbClr val="FDD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9" name="Rectangle 1313"/>
              <p:cNvSpPr>
                <a:spLocks noChangeArrowheads="1"/>
              </p:cNvSpPr>
              <p:nvPr/>
            </p:nvSpPr>
            <p:spPr bwMode="auto">
              <a:xfrm>
                <a:off x="3124" y="2817"/>
                <a:ext cx="5" cy="365"/>
              </a:xfrm>
              <a:prstGeom prst="rect">
                <a:avLst/>
              </a:prstGeom>
              <a:solidFill>
                <a:srgbClr val="FDDE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0" name="Rectangle 1314"/>
              <p:cNvSpPr>
                <a:spLocks noChangeArrowheads="1"/>
              </p:cNvSpPr>
              <p:nvPr/>
            </p:nvSpPr>
            <p:spPr bwMode="auto">
              <a:xfrm>
                <a:off x="3129" y="2817"/>
                <a:ext cx="11" cy="365"/>
              </a:xfrm>
              <a:prstGeom prst="rect">
                <a:avLst/>
              </a:prstGeom>
              <a:solidFill>
                <a:srgbClr val="FCD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1" name="Rectangle 1315"/>
              <p:cNvSpPr>
                <a:spLocks noChangeArrowheads="1"/>
              </p:cNvSpPr>
              <p:nvPr/>
            </p:nvSpPr>
            <p:spPr bwMode="auto">
              <a:xfrm>
                <a:off x="3140" y="2817"/>
                <a:ext cx="5" cy="365"/>
              </a:xfrm>
              <a:prstGeom prst="rect">
                <a:avLst/>
              </a:prstGeom>
              <a:solidFill>
                <a:srgbClr val="FCDC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2" name="Rectangle 1316"/>
              <p:cNvSpPr>
                <a:spLocks noChangeArrowheads="1"/>
              </p:cNvSpPr>
              <p:nvPr/>
            </p:nvSpPr>
            <p:spPr bwMode="auto">
              <a:xfrm>
                <a:off x="3145" y="2817"/>
                <a:ext cx="5" cy="365"/>
              </a:xfrm>
              <a:prstGeom prst="rect">
                <a:avLst/>
              </a:prstGeom>
              <a:solidFill>
                <a:srgbClr val="FBDB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3" name="Rectangle 1317"/>
              <p:cNvSpPr>
                <a:spLocks noChangeArrowheads="1"/>
              </p:cNvSpPr>
              <p:nvPr/>
            </p:nvSpPr>
            <p:spPr bwMode="auto">
              <a:xfrm>
                <a:off x="3150" y="2817"/>
                <a:ext cx="11" cy="365"/>
              </a:xfrm>
              <a:prstGeom prst="rect">
                <a:avLst/>
              </a:prstGeom>
              <a:solidFill>
                <a:srgbClr val="FBDA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4" name="Rectangle 1318"/>
              <p:cNvSpPr>
                <a:spLocks noChangeArrowheads="1"/>
              </p:cNvSpPr>
              <p:nvPr/>
            </p:nvSpPr>
            <p:spPr bwMode="auto">
              <a:xfrm>
                <a:off x="3161" y="2817"/>
                <a:ext cx="5" cy="365"/>
              </a:xfrm>
              <a:prstGeom prst="rect">
                <a:avLst/>
              </a:prstGeom>
              <a:solidFill>
                <a:srgbClr val="FBD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5" name="Rectangle 1319"/>
              <p:cNvSpPr>
                <a:spLocks noChangeArrowheads="1"/>
              </p:cNvSpPr>
              <p:nvPr/>
            </p:nvSpPr>
            <p:spPr bwMode="auto">
              <a:xfrm>
                <a:off x="3166" y="2817"/>
                <a:ext cx="5" cy="365"/>
              </a:xfrm>
              <a:prstGeom prst="rect">
                <a:avLst/>
              </a:prstGeom>
              <a:solidFill>
                <a:srgbClr val="FAD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6" name="Rectangle 1320"/>
              <p:cNvSpPr>
                <a:spLocks noChangeArrowheads="1"/>
              </p:cNvSpPr>
              <p:nvPr/>
            </p:nvSpPr>
            <p:spPr bwMode="auto">
              <a:xfrm>
                <a:off x="3171" y="2817"/>
                <a:ext cx="6" cy="365"/>
              </a:xfrm>
              <a:prstGeom prst="rect">
                <a:avLst/>
              </a:prstGeom>
              <a:solidFill>
                <a:srgbClr val="FAD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7" name="Rectangle 1321"/>
              <p:cNvSpPr>
                <a:spLocks noChangeArrowheads="1"/>
              </p:cNvSpPr>
              <p:nvPr/>
            </p:nvSpPr>
            <p:spPr bwMode="auto">
              <a:xfrm>
                <a:off x="3177" y="2817"/>
                <a:ext cx="5" cy="365"/>
              </a:xfrm>
              <a:prstGeom prst="rect">
                <a:avLst/>
              </a:prstGeom>
              <a:solidFill>
                <a:srgbClr val="FAD7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8" name="Rectangle 1322"/>
              <p:cNvSpPr>
                <a:spLocks noChangeArrowheads="1"/>
              </p:cNvSpPr>
              <p:nvPr/>
            </p:nvSpPr>
            <p:spPr bwMode="auto">
              <a:xfrm>
                <a:off x="3182" y="2817"/>
                <a:ext cx="5" cy="365"/>
              </a:xfrm>
              <a:prstGeom prst="rect">
                <a:avLst/>
              </a:prstGeom>
              <a:solidFill>
                <a:srgbClr val="F9D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9" name="Rectangle 1323"/>
              <p:cNvSpPr>
                <a:spLocks noChangeArrowheads="1"/>
              </p:cNvSpPr>
              <p:nvPr/>
            </p:nvSpPr>
            <p:spPr bwMode="auto">
              <a:xfrm>
                <a:off x="3187" y="2817"/>
                <a:ext cx="5" cy="365"/>
              </a:xfrm>
              <a:prstGeom prst="rect">
                <a:avLst/>
              </a:prstGeom>
              <a:solidFill>
                <a:srgbClr val="F9D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0" name="Rectangle 1324"/>
              <p:cNvSpPr>
                <a:spLocks noChangeArrowheads="1"/>
              </p:cNvSpPr>
              <p:nvPr/>
            </p:nvSpPr>
            <p:spPr bwMode="auto">
              <a:xfrm>
                <a:off x="3192" y="2817"/>
                <a:ext cx="11" cy="365"/>
              </a:xfrm>
              <a:prstGeom prst="rect">
                <a:avLst/>
              </a:prstGeom>
              <a:solidFill>
                <a:srgbClr val="F9D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1" name="Rectangle 1325"/>
              <p:cNvSpPr>
                <a:spLocks noChangeArrowheads="1"/>
              </p:cNvSpPr>
              <p:nvPr/>
            </p:nvSpPr>
            <p:spPr bwMode="auto">
              <a:xfrm>
                <a:off x="3203" y="2817"/>
                <a:ext cx="5" cy="365"/>
              </a:xfrm>
              <a:prstGeom prst="rect">
                <a:avLst/>
              </a:prstGeom>
              <a:solidFill>
                <a:srgbClr val="F9D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2" name="Rectangle 1326"/>
              <p:cNvSpPr>
                <a:spLocks noChangeArrowheads="1"/>
              </p:cNvSpPr>
              <p:nvPr/>
            </p:nvSpPr>
            <p:spPr bwMode="auto">
              <a:xfrm>
                <a:off x="3208" y="2817"/>
                <a:ext cx="6" cy="365"/>
              </a:xfrm>
              <a:prstGeom prst="rect">
                <a:avLst/>
              </a:prstGeom>
              <a:solidFill>
                <a:srgbClr val="F8D2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3" name="Rectangle 1327"/>
              <p:cNvSpPr>
                <a:spLocks noChangeArrowheads="1"/>
              </p:cNvSpPr>
              <p:nvPr/>
            </p:nvSpPr>
            <p:spPr bwMode="auto">
              <a:xfrm>
                <a:off x="3214" y="2817"/>
                <a:ext cx="10" cy="365"/>
              </a:xfrm>
              <a:prstGeom prst="rect">
                <a:avLst/>
              </a:prstGeom>
              <a:solidFill>
                <a:srgbClr val="F8D1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4" name="Rectangle 1328"/>
              <p:cNvSpPr>
                <a:spLocks noChangeArrowheads="1"/>
              </p:cNvSpPr>
              <p:nvPr/>
            </p:nvSpPr>
            <p:spPr bwMode="auto">
              <a:xfrm>
                <a:off x="3224" y="2817"/>
                <a:ext cx="5" cy="365"/>
              </a:xfrm>
              <a:prstGeom prst="rect">
                <a:avLst/>
              </a:prstGeom>
              <a:solidFill>
                <a:srgbClr val="F8D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5" name="Rectangle 1329"/>
              <p:cNvSpPr>
                <a:spLocks noChangeArrowheads="1"/>
              </p:cNvSpPr>
              <p:nvPr/>
            </p:nvSpPr>
            <p:spPr bwMode="auto">
              <a:xfrm>
                <a:off x="3229" y="2817"/>
                <a:ext cx="6" cy="365"/>
              </a:xfrm>
              <a:prstGeom prst="rect">
                <a:avLst/>
              </a:prstGeom>
              <a:solidFill>
                <a:srgbClr val="F8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6" name="Rectangle 1330"/>
              <p:cNvSpPr>
                <a:spLocks noChangeArrowheads="1"/>
              </p:cNvSpPr>
              <p:nvPr/>
            </p:nvSpPr>
            <p:spPr bwMode="auto">
              <a:xfrm>
                <a:off x="3235" y="2817"/>
                <a:ext cx="5" cy="365"/>
              </a:xfrm>
              <a:prstGeom prst="rect">
                <a:avLst/>
              </a:prstGeom>
              <a:solidFill>
                <a:srgbClr val="F7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7" name="Rectangle 1331"/>
              <p:cNvSpPr>
                <a:spLocks noChangeArrowheads="1"/>
              </p:cNvSpPr>
              <p:nvPr/>
            </p:nvSpPr>
            <p:spPr bwMode="auto">
              <a:xfrm>
                <a:off x="3240" y="2817"/>
                <a:ext cx="5" cy="365"/>
              </a:xfrm>
              <a:prstGeom prst="rect">
                <a:avLst/>
              </a:prstGeom>
              <a:solidFill>
                <a:srgbClr val="F7C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8" name="Rectangle 1332"/>
              <p:cNvSpPr>
                <a:spLocks noChangeArrowheads="1"/>
              </p:cNvSpPr>
              <p:nvPr/>
            </p:nvSpPr>
            <p:spPr bwMode="auto">
              <a:xfrm>
                <a:off x="3245" y="2817"/>
                <a:ext cx="6" cy="365"/>
              </a:xfrm>
              <a:prstGeom prst="rect">
                <a:avLst/>
              </a:prstGeom>
              <a:solidFill>
                <a:srgbClr val="F7C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9" name="Rectangle 1333"/>
              <p:cNvSpPr>
                <a:spLocks noChangeArrowheads="1"/>
              </p:cNvSpPr>
              <p:nvPr/>
            </p:nvSpPr>
            <p:spPr bwMode="auto">
              <a:xfrm>
                <a:off x="3251" y="2817"/>
                <a:ext cx="5" cy="365"/>
              </a:xfrm>
              <a:prstGeom prst="rect">
                <a:avLst/>
              </a:prstGeom>
              <a:solidFill>
                <a:srgbClr val="F7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0" name="Rectangle 1334"/>
              <p:cNvSpPr>
                <a:spLocks noChangeArrowheads="1"/>
              </p:cNvSpPr>
              <p:nvPr/>
            </p:nvSpPr>
            <p:spPr bwMode="auto">
              <a:xfrm>
                <a:off x="3256" y="2817"/>
                <a:ext cx="5" cy="365"/>
              </a:xfrm>
              <a:prstGeom prst="rect">
                <a:avLst/>
              </a:prstGeom>
              <a:solidFill>
                <a:srgbClr val="F6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1" name="Rectangle 1335"/>
              <p:cNvSpPr>
                <a:spLocks noChangeArrowheads="1"/>
              </p:cNvSpPr>
              <p:nvPr/>
            </p:nvSpPr>
            <p:spPr bwMode="auto">
              <a:xfrm>
                <a:off x="3261" y="2817"/>
                <a:ext cx="5" cy="365"/>
              </a:xfrm>
              <a:prstGeom prst="rect">
                <a:avLst/>
              </a:prstGeom>
              <a:solidFill>
                <a:srgbClr val="F6C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2" name="Rectangle 1336"/>
              <p:cNvSpPr>
                <a:spLocks noChangeArrowheads="1"/>
              </p:cNvSpPr>
              <p:nvPr/>
            </p:nvSpPr>
            <p:spPr bwMode="auto">
              <a:xfrm>
                <a:off x="3266" y="2817"/>
                <a:ext cx="6" cy="365"/>
              </a:xfrm>
              <a:prstGeom prst="rect">
                <a:avLst/>
              </a:prstGeom>
              <a:solidFill>
                <a:srgbClr val="F6CA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3" name="Rectangle 1337"/>
              <p:cNvSpPr>
                <a:spLocks noChangeArrowheads="1"/>
              </p:cNvSpPr>
              <p:nvPr/>
            </p:nvSpPr>
            <p:spPr bwMode="auto">
              <a:xfrm>
                <a:off x="3272" y="2817"/>
                <a:ext cx="10" cy="365"/>
              </a:xfrm>
              <a:prstGeom prst="rect">
                <a:avLst/>
              </a:prstGeom>
              <a:solidFill>
                <a:srgbClr val="F5C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4" name="Rectangle 1338"/>
              <p:cNvSpPr>
                <a:spLocks noChangeArrowheads="1"/>
              </p:cNvSpPr>
              <p:nvPr/>
            </p:nvSpPr>
            <p:spPr bwMode="auto">
              <a:xfrm>
                <a:off x="3282" y="2817"/>
                <a:ext cx="6" cy="365"/>
              </a:xfrm>
              <a:prstGeom prst="rect">
                <a:avLst/>
              </a:prstGeom>
              <a:solidFill>
                <a:srgbClr val="F5C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5" name="Rectangle 1339"/>
              <p:cNvSpPr>
                <a:spLocks noChangeArrowheads="1"/>
              </p:cNvSpPr>
              <p:nvPr/>
            </p:nvSpPr>
            <p:spPr bwMode="auto">
              <a:xfrm>
                <a:off x="3288" y="2817"/>
                <a:ext cx="5" cy="365"/>
              </a:xfrm>
              <a:prstGeom prst="rect">
                <a:avLst/>
              </a:prstGeom>
              <a:solidFill>
                <a:srgbClr val="F4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6" name="Rectangle 1340"/>
              <p:cNvSpPr>
                <a:spLocks noChangeArrowheads="1"/>
              </p:cNvSpPr>
              <p:nvPr/>
            </p:nvSpPr>
            <p:spPr bwMode="auto">
              <a:xfrm>
                <a:off x="3293" y="2817"/>
                <a:ext cx="10" cy="365"/>
              </a:xfrm>
              <a:prstGeom prst="rect">
                <a:avLst/>
              </a:prstGeom>
              <a:solidFill>
                <a:srgbClr val="F4C6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7" name="Rectangle 1341"/>
              <p:cNvSpPr>
                <a:spLocks noChangeArrowheads="1"/>
              </p:cNvSpPr>
              <p:nvPr/>
            </p:nvSpPr>
            <p:spPr bwMode="auto">
              <a:xfrm>
                <a:off x="3303" y="2817"/>
                <a:ext cx="6" cy="365"/>
              </a:xfrm>
              <a:prstGeom prst="rect">
                <a:avLst/>
              </a:prstGeom>
              <a:solidFill>
                <a:srgbClr val="F4C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8" name="Rectangle 1342"/>
              <p:cNvSpPr>
                <a:spLocks noChangeArrowheads="1"/>
              </p:cNvSpPr>
              <p:nvPr/>
            </p:nvSpPr>
            <p:spPr bwMode="auto">
              <a:xfrm>
                <a:off x="3309" y="2817"/>
                <a:ext cx="5" cy="365"/>
              </a:xfrm>
              <a:prstGeom prst="rect">
                <a:avLst/>
              </a:prstGeom>
              <a:solidFill>
                <a:srgbClr val="F3C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9" name="Rectangle 1343"/>
              <p:cNvSpPr>
                <a:spLocks noChangeArrowheads="1"/>
              </p:cNvSpPr>
              <p:nvPr/>
            </p:nvSpPr>
            <p:spPr bwMode="auto">
              <a:xfrm>
                <a:off x="3314" y="2817"/>
                <a:ext cx="5" cy="365"/>
              </a:xfrm>
              <a:prstGeom prst="rect">
                <a:avLst/>
              </a:prstGeom>
              <a:solidFill>
                <a:srgbClr val="F3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0" name="Rectangle 1344"/>
              <p:cNvSpPr>
                <a:spLocks noChangeArrowheads="1"/>
              </p:cNvSpPr>
              <p:nvPr/>
            </p:nvSpPr>
            <p:spPr bwMode="auto">
              <a:xfrm>
                <a:off x="3319" y="2817"/>
                <a:ext cx="6" cy="365"/>
              </a:xfrm>
              <a:prstGeom prst="rect">
                <a:avLst/>
              </a:prstGeom>
              <a:solidFill>
                <a:srgbClr val="F3C3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1" name="Rectangle 1345"/>
              <p:cNvSpPr>
                <a:spLocks noChangeArrowheads="1"/>
              </p:cNvSpPr>
              <p:nvPr/>
            </p:nvSpPr>
            <p:spPr bwMode="auto">
              <a:xfrm>
                <a:off x="3325" y="2817"/>
                <a:ext cx="5" cy="365"/>
              </a:xfrm>
              <a:prstGeom prst="rect">
                <a:avLst/>
              </a:prstGeom>
              <a:solidFill>
                <a:srgbClr val="F2C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2" name="Rectangle 1346"/>
              <p:cNvSpPr>
                <a:spLocks noChangeArrowheads="1"/>
              </p:cNvSpPr>
              <p:nvPr/>
            </p:nvSpPr>
            <p:spPr bwMode="auto">
              <a:xfrm>
                <a:off x="3330" y="2817"/>
                <a:ext cx="5" cy="365"/>
              </a:xfrm>
              <a:prstGeom prst="rect">
                <a:avLst/>
              </a:prstGeom>
              <a:solidFill>
                <a:srgbClr val="F2C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3" name="Rectangle 1347"/>
              <p:cNvSpPr>
                <a:spLocks noChangeArrowheads="1"/>
              </p:cNvSpPr>
              <p:nvPr/>
            </p:nvSpPr>
            <p:spPr bwMode="auto">
              <a:xfrm>
                <a:off x="3335" y="2817"/>
                <a:ext cx="5" cy="365"/>
              </a:xfrm>
              <a:prstGeom prst="rect">
                <a:avLst/>
              </a:prstGeom>
              <a:solidFill>
                <a:srgbClr val="F2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4" name="Rectangle 1348"/>
              <p:cNvSpPr>
                <a:spLocks noChangeArrowheads="1"/>
              </p:cNvSpPr>
              <p:nvPr/>
            </p:nvSpPr>
            <p:spPr bwMode="auto">
              <a:xfrm>
                <a:off x="3340" y="2817"/>
                <a:ext cx="6" cy="365"/>
              </a:xfrm>
              <a:prstGeom prst="rect">
                <a:avLst/>
              </a:prstGeom>
              <a:solidFill>
                <a:srgbClr val="F1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5" name="Rectangle 1349"/>
              <p:cNvSpPr>
                <a:spLocks noChangeArrowheads="1"/>
              </p:cNvSpPr>
              <p:nvPr/>
            </p:nvSpPr>
            <p:spPr bwMode="auto">
              <a:xfrm>
                <a:off x="3346" y="2817"/>
                <a:ext cx="5" cy="365"/>
              </a:xfrm>
              <a:prstGeom prst="rect">
                <a:avLst/>
              </a:prstGeom>
              <a:solidFill>
                <a:srgbClr val="F1BF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6" name="Rectangle 1350"/>
              <p:cNvSpPr>
                <a:spLocks noChangeArrowheads="1"/>
              </p:cNvSpPr>
              <p:nvPr/>
            </p:nvSpPr>
            <p:spPr bwMode="auto">
              <a:xfrm>
                <a:off x="3351" y="2817"/>
                <a:ext cx="5" cy="365"/>
              </a:xfrm>
              <a:prstGeom prst="rect">
                <a:avLst/>
              </a:prstGeom>
              <a:solidFill>
                <a:srgbClr val="F1BE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7" name="Rectangle 1351"/>
              <p:cNvSpPr>
                <a:spLocks noChangeArrowheads="1"/>
              </p:cNvSpPr>
              <p:nvPr/>
            </p:nvSpPr>
            <p:spPr bwMode="auto">
              <a:xfrm>
                <a:off x="3356" y="2817"/>
                <a:ext cx="6" cy="365"/>
              </a:xfrm>
              <a:prstGeom prst="rect">
                <a:avLst/>
              </a:prstGeom>
              <a:solidFill>
                <a:srgbClr val="F1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8" name="Rectangle 1352"/>
              <p:cNvSpPr>
                <a:spLocks noChangeArrowheads="1"/>
              </p:cNvSpPr>
              <p:nvPr/>
            </p:nvSpPr>
            <p:spPr bwMode="auto">
              <a:xfrm>
                <a:off x="3362" y="2817"/>
                <a:ext cx="5" cy="365"/>
              </a:xfrm>
              <a:prstGeom prst="rect">
                <a:avLst/>
              </a:prstGeom>
              <a:solidFill>
                <a:srgbClr val="F0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9" name="Rectangle 1353"/>
              <p:cNvSpPr>
                <a:spLocks noChangeArrowheads="1"/>
              </p:cNvSpPr>
              <p:nvPr/>
            </p:nvSpPr>
            <p:spPr bwMode="auto">
              <a:xfrm>
                <a:off x="2796" y="2817"/>
                <a:ext cx="571" cy="365"/>
              </a:xfrm>
              <a:prstGeom prst="rect">
                <a:avLst/>
              </a:prstGeom>
              <a:no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81" name="Rectangle 1355"/>
              <p:cNvSpPr>
                <a:spLocks noChangeArrowheads="1"/>
              </p:cNvSpPr>
              <p:nvPr/>
            </p:nvSpPr>
            <p:spPr bwMode="auto">
              <a:xfrm>
                <a:off x="2821" y="2872"/>
                <a:ext cx="54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7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Video</a:t>
                </a:r>
                <a:r>
                  <a:rPr kumimoji="0" lang="ko-KR" altLang="ko-KR" sz="7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Manager_Hi3519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82" name="Line 1356"/>
              <p:cNvSpPr>
                <a:spLocks noChangeShapeType="1"/>
              </p:cNvSpPr>
              <p:nvPr/>
            </p:nvSpPr>
            <p:spPr bwMode="auto">
              <a:xfrm>
                <a:off x="2796" y="3028"/>
                <a:ext cx="571" cy="0"/>
              </a:xfrm>
              <a:prstGeom prst="line">
                <a:avLst/>
              </a:prstGeom>
              <a:no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483" name="Group 1359"/>
            <p:cNvGrpSpPr>
              <a:grpSpLocks noChangeAspect="1"/>
            </p:cNvGrpSpPr>
            <p:nvPr/>
          </p:nvGrpSpPr>
          <p:grpSpPr bwMode="auto">
            <a:xfrm>
              <a:off x="4520405" y="3178176"/>
              <a:ext cx="931863" cy="603250"/>
              <a:chOff x="2855" y="2002"/>
              <a:chExt cx="540" cy="380"/>
            </a:xfrm>
          </p:grpSpPr>
          <p:sp>
            <p:nvSpPr>
              <p:cNvPr id="1490" name="Rectangle 1365"/>
              <p:cNvSpPr>
                <a:spLocks noChangeArrowheads="1"/>
              </p:cNvSpPr>
              <p:nvPr/>
            </p:nvSpPr>
            <p:spPr bwMode="auto">
              <a:xfrm>
                <a:off x="2871" y="2018"/>
                <a:ext cx="524" cy="364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1" name="Rectangle 1366"/>
              <p:cNvSpPr>
                <a:spLocks noChangeArrowheads="1"/>
              </p:cNvSpPr>
              <p:nvPr/>
            </p:nvSpPr>
            <p:spPr bwMode="auto">
              <a:xfrm>
                <a:off x="2871" y="2018"/>
                <a:ext cx="524" cy="364"/>
              </a:xfrm>
              <a:prstGeom prst="rect">
                <a:avLst/>
              </a:prstGeom>
              <a:noFill/>
              <a:ln w="7938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2" name="Rectangle 1367"/>
              <p:cNvSpPr>
                <a:spLocks noChangeArrowheads="1"/>
              </p:cNvSpPr>
              <p:nvPr/>
            </p:nvSpPr>
            <p:spPr bwMode="auto">
              <a:xfrm>
                <a:off x="2855" y="2002"/>
                <a:ext cx="270" cy="364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3" name="Rectangle 1368"/>
              <p:cNvSpPr>
                <a:spLocks noChangeArrowheads="1"/>
              </p:cNvSpPr>
              <p:nvPr/>
            </p:nvSpPr>
            <p:spPr bwMode="auto">
              <a:xfrm>
                <a:off x="3125" y="2002"/>
                <a:ext cx="6" cy="364"/>
              </a:xfrm>
              <a:prstGeom prst="rect">
                <a:avLst/>
              </a:prstGeom>
              <a:solidFill>
                <a:srgbClr val="FF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4" name="Rectangle 1369"/>
              <p:cNvSpPr>
                <a:spLocks noChangeArrowheads="1"/>
              </p:cNvSpPr>
              <p:nvPr/>
            </p:nvSpPr>
            <p:spPr bwMode="auto">
              <a:xfrm>
                <a:off x="3131" y="2002"/>
                <a:ext cx="5" cy="364"/>
              </a:xfrm>
              <a:prstGeom prst="rect">
                <a:avLst/>
              </a:prstGeom>
              <a:solidFill>
                <a:srgbClr val="FE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5" name="Rectangle 1370"/>
              <p:cNvSpPr>
                <a:spLocks noChangeArrowheads="1"/>
              </p:cNvSpPr>
              <p:nvPr/>
            </p:nvSpPr>
            <p:spPr bwMode="auto">
              <a:xfrm>
                <a:off x="3136" y="2002"/>
                <a:ext cx="5" cy="364"/>
              </a:xfrm>
              <a:prstGeom prst="rect">
                <a:avLst/>
              </a:prstGeom>
              <a:solidFill>
                <a:srgbClr val="FEE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6" name="Rectangle 1371"/>
              <p:cNvSpPr>
                <a:spLocks noChangeArrowheads="1"/>
              </p:cNvSpPr>
              <p:nvPr/>
            </p:nvSpPr>
            <p:spPr bwMode="auto">
              <a:xfrm>
                <a:off x="3141" y="2002"/>
                <a:ext cx="6" cy="364"/>
              </a:xfrm>
              <a:prstGeom prst="rect">
                <a:avLst/>
              </a:prstGeom>
              <a:solidFill>
                <a:srgbClr val="FE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7" name="Rectangle 1372"/>
              <p:cNvSpPr>
                <a:spLocks noChangeArrowheads="1"/>
              </p:cNvSpPr>
              <p:nvPr/>
            </p:nvSpPr>
            <p:spPr bwMode="auto">
              <a:xfrm>
                <a:off x="3147" y="2002"/>
                <a:ext cx="5" cy="364"/>
              </a:xfrm>
              <a:prstGeom prst="rect">
                <a:avLst/>
              </a:prstGeom>
              <a:solidFill>
                <a:srgbClr val="FD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8" name="Rectangle 1373"/>
              <p:cNvSpPr>
                <a:spLocks noChangeArrowheads="1"/>
              </p:cNvSpPr>
              <p:nvPr/>
            </p:nvSpPr>
            <p:spPr bwMode="auto">
              <a:xfrm>
                <a:off x="3152" y="2002"/>
                <a:ext cx="5" cy="364"/>
              </a:xfrm>
              <a:prstGeom prst="rect">
                <a:avLst/>
              </a:prstGeom>
              <a:solidFill>
                <a:srgbClr val="FDD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9" name="Rectangle 1374"/>
              <p:cNvSpPr>
                <a:spLocks noChangeArrowheads="1"/>
              </p:cNvSpPr>
              <p:nvPr/>
            </p:nvSpPr>
            <p:spPr bwMode="auto">
              <a:xfrm>
                <a:off x="3157" y="2002"/>
                <a:ext cx="5" cy="364"/>
              </a:xfrm>
              <a:prstGeom prst="rect">
                <a:avLst/>
              </a:prstGeom>
              <a:solidFill>
                <a:srgbClr val="FDDE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0" name="Rectangle 1375"/>
              <p:cNvSpPr>
                <a:spLocks noChangeArrowheads="1"/>
              </p:cNvSpPr>
              <p:nvPr/>
            </p:nvSpPr>
            <p:spPr bwMode="auto">
              <a:xfrm>
                <a:off x="3162" y="2002"/>
                <a:ext cx="6" cy="364"/>
              </a:xfrm>
              <a:prstGeom prst="rect">
                <a:avLst/>
              </a:prstGeom>
              <a:solidFill>
                <a:srgbClr val="FCD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1" name="Rectangle 1376"/>
              <p:cNvSpPr>
                <a:spLocks noChangeArrowheads="1"/>
              </p:cNvSpPr>
              <p:nvPr/>
            </p:nvSpPr>
            <p:spPr bwMode="auto">
              <a:xfrm>
                <a:off x="3168" y="2002"/>
                <a:ext cx="10" cy="364"/>
              </a:xfrm>
              <a:prstGeom prst="rect">
                <a:avLst/>
              </a:prstGeom>
              <a:solidFill>
                <a:srgbClr val="FCDC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2" name="Rectangle 1377"/>
              <p:cNvSpPr>
                <a:spLocks noChangeArrowheads="1"/>
              </p:cNvSpPr>
              <p:nvPr/>
            </p:nvSpPr>
            <p:spPr bwMode="auto">
              <a:xfrm>
                <a:off x="3178" y="2002"/>
                <a:ext cx="6" cy="364"/>
              </a:xfrm>
              <a:prstGeom prst="rect">
                <a:avLst/>
              </a:prstGeom>
              <a:solidFill>
                <a:srgbClr val="FBDB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3" name="Rectangle 1378"/>
              <p:cNvSpPr>
                <a:spLocks noChangeArrowheads="1"/>
              </p:cNvSpPr>
              <p:nvPr/>
            </p:nvSpPr>
            <p:spPr bwMode="auto">
              <a:xfrm>
                <a:off x="3184" y="2002"/>
                <a:ext cx="5" cy="364"/>
              </a:xfrm>
              <a:prstGeom prst="rect">
                <a:avLst/>
              </a:prstGeom>
              <a:solidFill>
                <a:srgbClr val="FBDA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4" name="Rectangle 1379"/>
              <p:cNvSpPr>
                <a:spLocks noChangeArrowheads="1"/>
              </p:cNvSpPr>
              <p:nvPr/>
            </p:nvSpPr>
            <p:spPr bwMode="auto">
              <a:xfrm>
                <a:off x="3189" y="2002"/>
                <a:ext cx="5" cy="364"/>
              </a:xfrm>
              <a:prstGeom prst="rect">
                <a:avLst/>
              </a:prstGeom>
              <a:solidFill>
                <a:srgbClr val="FBD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5" name="Rectangle 1380"/>
              <p:cNvSpPr>
                <a:spLocks noChangeArrowheads="1"/>
              </p:cNvSpPr>
              <p:nvPr/>
            </p:nvSpPr>
            <p:spPr bwMode="auto">
              <a:xfrm>
                <a:off x="3194" y="2002"/>
                <a:ext cx="5" cy="364"/>
              </a:xfrm>
              <a:prstGeom prst="rect">
                <a:avLst/>
              </a:prstGeom>
              <a:solidFill>
                <a:srgbClr val="FAD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6" name="Rectangle 1381"/>
              <p:cNvSpPr>
                <a:spLocks noChangeArrowheads="1"/>
              </p:cNvSpPr>
              <p:nvPr/>
            </p:nvSpPr>
            <p:spPr bwMode="auto">
              <a:xfrm>
                <a:off x="3199" y="2002"/>
                <a:ext cx="6" cy="364"/>
              </a:xfrm>
              <a:prstGeom prst="rect">
                <a:avLst/>
              </a:prstGeom>
              <a:solidFill>
                <a:srgbClr val="FAD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7" name="Rectangle 1382"/>
              <p:cNvSpPr>
                <a:spLocks noChangeArrowheads="1"/>
              </p:cNvSpPr>
              <p:nvPr/>
            </p:nvSpPr>
            <p:spPr bwMode="auto">
              <a:xfrm>
                <a:off x="3205" y="2002"/>
                <a:ext cx="5" cy="364"/>
              </a:xfrm>
              <a:prstGeom prst="rect">
                <a:avLst/>
              </a:prstGeom>
              <a:solidFill>
                <a:srgbClr val="FAD7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8" name="Rectangle 1383"/>
              <p:cNvSpPr>
                <a:spLocks noChangeArrowheads="1"/>
              </p:cNvSpPr>
              <p:nvPr/>
            </p:nvSpPr>
            <p:spPr bwMode="auto">
              <a:xfrm>
                <a:off x="3210" y="2002"/>
                <a:ext cx="5" cy="364"/>
              </a:xfrm>
              <a:prstGeom prst="rect">
                <a:avLst/>
              </a:prstGeom>
              <a:solidFill>
                <a:srgbClr val="F9D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9" name="Rectangle 1384"/>
              <p:cNvSpPr>
                <a:spLocks noChangeArrowheads="1"/>
              </p:cNvSpPr>
              <p:nvPr/>
            </p:nvSpPr>
            <p:spPr bwMode="auto">
              <a:xfrm>
                <a:off x="3215" y="2002"/>
                <a:ext cx="6" cy="364"/>
              </a:xfrm>
              <a:prstGeom prst="rect">
                <a:avLst/>
              </a:prstGeom>
              <a:solidFill>
                <a:srgbClr val="F9D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0" name="Rectangle 1385"/>
              <p:cNvSpPr>
                <a:spLocks noChangeArrowheads="1"/>
              </p:cNvSpPr>
              <p:nvPr/>
            </p:nvSpPr>
            <p:spPr bwMode="auto">
              <a:xfrm>
                <a:off x="3221" y="2002"/>
                <a:ext cx="5" cy="364"/>
              </a:xfrm>
              <a:prstGeom prst="rect">
                <a:avLst/>
              </a:prstGeom>
              <a:solidFill>
                <a:srgbClr val="F9D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1" name="Rectangle 1386"/>
              <p:cNvSpPr>
                <a:spLocks noChangeArrowheads="1"/>
              </p:cNvSpPr>
              <p:nvPr/>
            </p:nvSpPr>
            <p:spPr bwMode="auto">
              <a:xfrm>
                <a:off x="3226" y="2002"/>
                <a:ext cx="11" cy="364"/>
              </a:xfrm>
              <a:prstGeom prst="rect">
                <a:avLst/>
              </a:prstGeom>
              <a:solidFill>
                <a:srgbClr val="F9D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2" name="Rectangle 1387"/>
              <p:cNvSpPr>
                <a:spLocks noChangeArrowheads="1"/>
              </p:cNvSpPr>
              <p:nvPr/>
            </p:nvSpPr>
            <p:spPr bwMode="auto">
              <a:xfrm>
                <a:off x="3237" y="2002"/>
                <a:ext cx="5" cy="364"/>
              </a:xfrm>
              <a:prstGeom prst="rect">
                <a:avLst/>
              </a:prstGeom>
              <a:solidFill>
                <a:srgbClr val="F8D2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3" name="Rectangle 1388"/>
              <p:cNvSpPr>
                <a:spLocks noChangeArrowheads="1"/>
              </p:cNvSpPr>
              <p:nvPr/>
            </p:nvSpPr>
            <p:spPr bwMode="auto">
              <a:xfrm>
                <a:off x="3242" y="2002"/>
                <a:ext cx="5" cy="364"/>
              </a:xfrm>
              <a:prstGeom prst="rect">
                <a:avLst/>
              </a:prstGeom>
              <a:solidFill>
                <a:srgbClr val="F8D1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4" name="Rectangle 1389"/>
              <p:cNvSpPr>
                <a:spLocks noChangeArrowheads="1"/>
              </p:cNvSpPr>
              <p:nvPr/>
            </p:nvSpPr>
            <p:spPr bwMode="auto">
              <a:xfrm>
                <a:off x="3247" y="2002"/>
                <a:ext cx="5" cy="364"/>
              </a:xfrm>
              <a:prstGeom prst="rect">
                <a:avLst/>
              </a:prstGeom>
              <a:solidFill>
                <a:srgbClr val="F8D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5" name="Rectangle 1390"/>
              <p:cNvSpPr>
                <a:spLocks noChangeArrowheads="1"/>
              </p:cNvSpPr>
              <p:nvPr/>
            </p:nvSpPr>
            <p:spPr bwMode="auto">
              <a:xfrm>
                <a:off x="3252" y="2002"/>
                <a:ext cx="6" cy="364"/>
              </a:xfrm>
              <a:prstGeom prst="rect">
                <a:avLst/>
              </a:prstGeom>
              <a:solidFill>
                <a:srgbClr val="F8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6" name="Rectangle 1391"/>
              <p:cNvSpPr>
                <a:spLocks noChangeArrowheads="1"/>
              </p:cNvSpPr>
              <p:nvPr/>
            </p:nvSpPr>
            <p:spPr bwMode="auto">
              <a:xfrm>
                <a:off x="3258" y="2002"/>
                <a:ext cx="5" cy="364"/>
              </a:xfrm>
              <a:prstGeom prst="rect">
                <a:avLst/>
              </a:prstGeom>
              <a:solidFill>
                <a:srgbClr val="F7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7" name="Rectangle 1392"/>
              <p:cNvSpPr>
                <a:spLocks noChangeArrowheads="1"/>
              </p:cNvSpPr>
              <p:nvPr/>
            </p:nvSpPr>
            <p:spPr bwMode="auto">
              <a:xfrm>
                <a:off x="3263" y="2002"/>
                <a:ext cx="5" cy="364"/>
              </a:xfrm>
              <a:prstGeom prst="rect">
                <a:avLst/>
              </a:prstGeom>
              <a:solidFill>
                <a:srgbClr val="F7C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8" name="Rectangle 1393"/>
              <p:cNvSpPr>
                <a:spLocks noChangeArrowheads="1"/>
              </p:cNvSpPr>
              <p:nvPr/>
            </p:nvSpPr>
            <p:spPr bwMode="auto">
              <a:xfrm>
                <a:off x="3268" y="2002"/>
                <a:ext cx="6" cy="364"/>
              </a:xfrm>
              <a:prstGeom prst="rect">
                <a:avLst/>
              </a:prstGeom>
              <a:solidFill>
                <a:srgbClr val="F7C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9" name="Rectangle 1394"/>
              <p:cNvSpPr>
                <a:spLocks noChangeArrowheads="1"/>
              </p:cNvSpPr>
              <p:nvPr/>
            </p:nvSpPr>
            <p:spPr bwMode="auto">
              <a:xfrm>
                <a:off x="3274" y="2002"/>
                <a:ext cx="5" cy="364"/>
              </a:xfrm>
              <a:prstGeom prst="rect">
                <a:avLst/>
              </a:prstGeom>
              <a:solidFill>
                <a:srgbClr val="F6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0" name="Rectangle 1395"/>
              <p:cNvSpPr>
                <a:spLocks noChangeArrowheads="1"/>
              </p:cNvSpPr>
              <p:nvPr/>
            </p:nvSpPr>
            <p:spPr bwMode="auto">
              <a:xfrm>
                <a:off x="3279" y="2002"/>
                <a:ext cx="10" cy="364"/>
              </a:xfrm>
              <a:prstGeom prst="rect">
                <a:avLst/>
              </a:prstGeom>
              <a:solidFill>
                <a:srgbClr val="F6C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1" name="Rectangle 1396"/>
              <p:cNvSpPr>
                <a:spLocks noChangeArrowheads="1"/>
              </p:cNvSpPr>
              <p:nvPr/>
            </p:nvSpPr>
            <p:spPr bwMode="auto">
              <a:xfrm>
                <a:off x="3289" y="2002"/>
                <a:ext cx="6" cy="364"/>
              </a:xfrm>
              <a:prstGeom prst="rect">
                <a:avLst/>
              </a:prstGeom>
              <a:solidFill>
                <a:srgbClr val="F6CA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2" name="Rectangle 1397"/>
              <p:cNvSpPr>
                <a:spLocks noChangeArrowheads="1"/>
              </p:cNvSpPr>
              <p:nvPr/>
            </p:nvSpPr>
            <p:spPr bwMode="auto">
              <a:xfrm>
                <a:off x="3295" y="2002"/>
                <a:ext cx="5" cy="364"/>
              </a:xfrm>
              <a:prstGeom prst="rect">
                <a:avLst/>
              </a:prstGeom>
              <a:solidFill>
                <a:srgbClr val="F5C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3" name="Rectangle 1398"/>
              <p:cNvSpPr>
                <a:spLocks noChangeArrowheads="1"/>
              </p:cNvSpPr>
              <p:nvPr/>
            </p:nvSpPr>
            <p:spPr bwMode="auto">
              <a:xfrm>
                <a:off x="3300" y="2002"/>
                <a:ext cx="5" cy="364"/>
              </a:xfrm>
              <a:prstGeom prst="rect">
                <a:avLst/>
              </a:prstGeom>
              <a:solidFill>
                <a:srgbClr val="F5C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4" name="Rectangle 1399"/>
              <p:cNvSpPr>
                <a:spLocks noChangeArrowheads="1"/>
              </p:cNvSpPr>
              <p:nvPr/>
            </p:nvSpPr>
            <p:spPr bwMode="auto">
              <a:xfrm>
                <a:off x="3305" y="2002"/>
                <a:ext cx="6" cy="364"/>
              </a:xfrm>
              <a:prstGeom prst="rect">
                <a:avLst/>
              </a:prstGeom>
              <a:solidFill>
                <a:srgbClr val="F5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5" name="Rectangle 1400"/>
              <p:cNvSpPr>
                <a:spLocks noChangeArrowheads="1"/>
              </p:cNvSpPr>
              <p:nvPr/>
            </p:nvSpPr>
            <p:spPr bwMode="auto">
              <a:xfrm>
                <a:off x="3311" y="2002"/>
                <a:ext cx="5" cy="364"/>
              </a:xfrm>
              <a:prstGeom prst="rect">
                <a:avLst/>
              </a:prstGeom>
              <a:solidFill>
                <a:srgbClr val="F4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6" name="Rectangle 1401"/>
              <p:cNvSpPr>
                <a:spLocks noChangeArrowheads="1"/>
              </p:cNvSpPr>
              <p:nvPr/>
            </p:nvSpPr>
            <p:spPr bwMode="auto">
              <a:xfrm>
                <a:off x="3316" y="2002"/>
                <a:ext cx="5" cy="364"/>
              </a:xfrm>
              <a:prstGeom prst="rect">
                <a:avLst/>
              </a:prstGeom>
              <a:solidFill>
                <a:srgbClr val="F4C6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7" name="Rectangle 1402"/>
              <p:cNvSpPr>
                <a:spLocks noChangeArrowheads="1"/>
              </p:cNvSpPr>
              <p:nvPr/>
            </p:nvSpPr>
            <p:spPr bwMode="auto">
              <a:xfrm>
                <a:off x="3321" y="2002"/>
                <a:ext cx="6" cy="364"/>
              </a:xfrm>
              <a:prstGeom prst="rect">
                <a:avLst/>
              </a:prstGeom>
              <a:solidFill>
                <a:srgbClr val="F4C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8" name="Rectangle 1403"/>
              <p:cNvSpPr>
                <a:spLocks noChangeArrowheads="1"/>
              </p:cNvSpPr>
              <p:nvPr/>
            </p:nvSpPr>
            <p:spPr bwMode="auto">
              <a:xfrm>
                <a:off x="3327" y="2002"/>
                <a:ext cx="5" cy="364"/>
              </a:xfrm>
              <a:prstGeom prst="rect">
                <a:avLst/>
              </a:prstGeom>
              <a:solidFill>
                <a:srgbClr val="F3C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9" name="Rectangle 1404"/>
              <p:cNvSpPr>
                <a:spLocks noChangeArrowheads="1"/>
              </p:cNvSpPr>
              <p:nvPr/>
            </p:nvSpPr>
            <p:spPr bwMode="auto">
              <a:xfrm>
                <a:off x="3332" y="2002"/>
                <a:ext cx="5" cy="364"/>
              </a:xfrm>
              <a:prstGeom prst="rect">
                <a:avLst/>
              </a:prstGeom>
              <a:solidFill>
                <a:srgbClr val="F3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0" name="Rectangle 1405"/>
              <p:cNvSpPr>
                <a:spLocks noChangeArrowheads="1"/>
              </p:cNvSpPr>
              <p:nvPr/>
            </p:nvSpPr>
            <p:spPr bwMode="auto">
              <a:xfrm>
                <a:off x="3337" y="2002"/>
                <a:ext cx="5" cy="364"/>
              </a:xfrm>
              <a:prstGeom prst="rect">
                <a:avLst/>
              </a:prstGeom>
              <a:solidFill>
                <a:srgbClr val="F3C2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1" name="Rectangle 1406"/>
              <p:cNvSpPr>
                <a:spLocks noChangeArrowheads="1"/>
              </p:cNvSpPr>
              <p:nvPr/>
            </p:nvSpPr>
            <p:spPr bwMode="auto">
              <a:xfrm>
                <a:off x="3342" y="2002"/>
                <a:ext cx="6" cy="364"/>
              </a:xfrm>
              <a:prstGeom prst="rect">
                <a:avLst/>
              </a:prstGeom>
              <a:solidFill>
                <a:srgbClr val="F2C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2" name="Rectangle 1407"/>
              <p:cNvSpPr>
                <a:spLocks noChangeArrowheads="1"/>
              </p:cNvSpPr>
              <p:nvPr/>
            </p:nvSpPr>
            <p:spPr bwMode="auto">
              <a:xfrm>
                <a:off x="3348" y="2002"/>
                <a:ext cx="5" cy="364"/>
              </a:xfrm>
              <a:prstGeom prst="rect">
                <a:avLst/>
              </a:prstGeom>
              <a:solidFill>
                <a:srgbClr val="F2C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3" name="Rectangle 1408"/>
              <p:cNvSpPr>
                <a:spLocks noChangeArrowheads="1"/>
              </p:cNvSpPr>
              <p:nvPr/>
            </p:nvSpPr>
            <p:spPr bwMode="auto">
              <a:xfrm>
                <a:off x="3353" y="2002"/>
                <a:ext cx="5" cy="364"/>
              </a:xfrm>
              <a:prstGeom prst="rect">
                <a:avLst/>
              </a:prstGeom>
              <a:solidFill>
                <a:srgbClr val="F2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4" name="Rectangle 1409"/>
              <p:cNvSpPr>
                <a:spLocks noChangeArrowheads="1"/>
              </p:cNvSpPr>
              <p:nvPr/>
            </p:nvSpPr>
            <p:spPr bwMode="auto">
              <a:xfrm>
                <a:off x="3358" y="2002"/>
                <a:ext cx="6" cy="364"/>
              </a:xfrm>
              <a:prstGeom prst="rect">
                <a:avLst/>
              </a:prstGeom>
              <a:solidFill>
                <a:srgbClr val="F1BF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5" name="Rectangle 1410"/>
              <p:cNvSpPr>
                <a:spLocks noChangeArrowheads="1"/>
              </p:cNvSpPr>
              <p:nvPr/>
            </p:nvSpPr>
            <p:spPr bwMode="auto">
              <a:xfrm>
                <a:off x="3364" y="2002"/>
                <a:ext cx="10" cy="364"/>
              </a:xfrm>
              <a:prstGeom prst="rect">
                <a:avLst/>
              </a:prstGeom>
              <a:solidFill>
                <a:srgbClr val="F1BE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6" name="Rectangle 1411"/>
              <p:cNvSpPr>
                <a:spLocks noChangeArrowheads="1"/>
              </p:cNvSpPr>
              <p:nvPr/>
            </p:nvSpPr>
            <p:spPr bwMode="auto">
              <a:xfrm>
                <a:off x="3374" y="2002"/>
                <a:ext cx="5" cy="364"/>
              </a:xfrm>
              <a:prstGeom prst="rect">
                <a:avLst/>
              </a:prstGeom>
              <a:solidFill>
                <a:srgbClr val="F0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7" name="Rectangle 1412"/>
              <p:cNvSpPr>
                <a:spLocks noChangeArrowheads="1"/>
              </p:cNvSpPr>
              <p:nvPr/>
            </p:nvSpPr>
            <p:spPr bwMode="auto">
              <a:xfrm>
                <a:off x="2855" y="2002"/>
                <a:ext cx="524" cy="364"/>
              </a:xfrm>
              <a:prstGeom prst="rect">
                <a:avLst/>
              </a:prstGeom>
              <a:no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9" name="Rectangle 1414"/>
              <p:cNvSpPr>
                <a:spLocks noChangeArrowheads="1"/>
              </p:cNvSpPr>
              <p:nvPr/>
            </p:nvSpPr>
            <p:spPr bwMode="auto">
              <a:xfrm>
                <a:off x="2898" y="2071"/>
                <a:ext cx="4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700" b="1" dirty="0" err="1">
                    <a:solidFill>
                      <a:srgbClr val="000000"/>
                    </a:solidFill>
                  </a:rPr>
                  <a:t>VideoManager</a:t>
                </a:r>
                <a:r>
                  <a:rPr kumimoji="0" lang="ko-KR" altLang="ko-KR" sz="7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_WN5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0" name="Line 1415"/>
              <p:cNvSpPr>
                <a:spLocks noChangeShapeType="1"/>
              </p:cNvSpPr>
              <p:nvPr/>
            </p:nvSpPr>
            <p:spPr bwMode="auto">
              <a:xfrm>
                <a:off x="2855" y="2213"/>
                <a:ext cx="524" cy="0"/>
              </a:xfrm>
              <a:prstGeom prst="line">
                <a:avLst/>
              </a:prstGeom>
              <a:no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1543" name="Group 1418"/>
          <p:cNvGrpSpPr>
            <a:grpSpLocks noChangeAspect="1"/>
          </p:cNvGrpSpPr>
          <p:nvPr/>
        </p:nvGrpSpPr>
        <p:grpSpPr bwMode="auto">
          <a:xfrm>
            <a:off x="3892432" y="2519519"/>
            <a:ext cx="1028383" cy="359571"/>
            <a:chOff x="2882" y="2002"/>
            <a:chExt cx="487" cy="380"/>
          </a:xfrm>
        </p:grpSpPr>
        <p:sp>
          <p:nvSpPr>
            <p:cNvPr id="1550" name="Rectangle 1424"/>
            <p:cNvSpPr>
              <a:spLocks noChangeArrowheads="1"/>
            </p:cNvSpPr>
            <p:nvPr/>
          </p:nvSpPr>
          <p:spPr bwMode="auto">
            <a:xfrm>
              <a:off x="2898" y="2018"/>
              <a:ext cx="471" cy="364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1" name="Rectangle 1425"/>
            <p:cNvSpPr>
              <a:spLocks noChangeArrowheads="1"/>
            </p:cNvSpPr>
            <p:nvPr/>
          </p:nvSpPr>
          <p:spPr bwMode="auto">
            <a:xfrm>
              <a:off x="2898" y="2018"/>
              <a:ext cx="471" cy="364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2" name="Rectangle 1426"/>
            <p:cNvSpPr>
              <a:spLocks noChangeArrowheads="1"/>
            </p:cNvSpPr>
            <p:nvPr/>
          </p:nvSpPr>
          <p:spPr bwMode="auto">
            <a:xfrm>
              <a:off x="2882" y="2002"/>
              <a:ext cx="243" cy="36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3" name="Rectangle 1427"/>
            <p:cNvSpPr>
              <a:spLocks noChangeArrowheads="1"/>
            </p:cNvSpPr>
            <p:nvPr/>
          </p:nvSpPr>
          <p:spPr bwMode="auto">
            <a:xfrm>
              <a:off x="3125" y="2002"/>
              <a:ext cx="6" cy="364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4" name="Rectangle 1428"/>
            <p:cNvSpPr>
              <a:spLocks noChangeArrowheads="1"/>
            </p:cNvSpPr>
            <p:nvPr/>
          </p:nvSpPr>
          <p:spPr bwMode="auto">
            <a:xfrm>
              <a:off x="3131" y="2002"/>
              <a:ext cx="5" cy="364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5" name="Rectangle 1429"/>
            <p:cNvSpPr>
              <a:spLocks noChangeArrowheads="1"/>
            </p:cNvSpPr>
            <p:nvPr/>
          </p:nvSpPr>
          <p:spPr bwMode="auto">
            <a:xfrm>
              <a:off x="3136" y="2002"/>
              <a:ext cx="5" cy="364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6" name="Rectangle 1430"/>
            <p:cNvSpPr>
              <a:spLocks noChangeArrowheads="1"/>
            </p:cNvSpPr>
            <p:nvPr/>
          </p:nvSpPr>
          <p:spPr bwMode="auto">
            <a:xfrm>
              <a:off x="3141" y="2002"/>
              <a:ext cx="6" cy="364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7" name="Rectangle 1431"/>
            <p:cNvSpPr>
              <a:spLocks noChangeArrowheads="1"/>
            </p:cNvSpPr>
            <p:nvPr/>
          </p:nvSpPr>
          <p:spPr bwMode="auto">
            <a:xfrm>
              <a:off x="3147" y="2002"/>
              <a:ext cx="5" cy="364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8" name="Rectangle 1432"/>
            <p:cNvSpPr>
              <a:spLocks noChangeArrowheads="1"/>
            </p:cNvSpPr>
            <p:nvPr/>
          </p:nvSpPr>
          <p:spPr bwMode="auto">
            <a:xfrm>
              <a:off x="3152" y="2002"/>
              <a:ext cx="5" cy="364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9" name="Rectangle 1433"/>
            <p:cNvSpPr>
              <a:spLocks noChangeArrowheads="1"/>
            </p:cNvSpPr>
            <p:nvPr/>
          </p:nvSpPr>
          <p:spPr bwMode="auto">
            <a:xfrm>
              <a:off x="3157" y="2002"/>
              <a:ext cx="5" cy="364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0" name="Rectangle 1434"/>
            <p:cNvSpPr>
              <a:spLocks noChangeArrowheads="1"/>
            </p:cNvSpPr>
            <p:nvPr/>
          </p:nvSpPr>
          <p:spPr bwMode="auto">
            <a:xfrm>
              <a:off x="3162" y="2002"/>
              <a:ext cx="6" cy="364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1" name="Rectangle 1435"/>
            <p:cNvSpPr>
              <a:spLocks noChangeArrowheads="1"/>
            </p:cNvSpPr>
            <p:nvPr/>
          </p:nvSpPr>
          <p:spPr bwMode="auto">
            <a:xfrm>
              <a:off x="3168" y="2002"/>
              <a:ext cx="5" cy="364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2" name="Rectangle 1436"/>
            <p:cNvSpPr>
              <a:spLocks noChangeArrowheads="1"/>
            </p:cNvSpPr>
            <p:nvPr/>
          </p:nvSpPr>
          <p:spPr bwMode="auto">
            <a:xfrm>
              <a:off x="3173" y="2002"/>
              <a:ext cx="5" cy="364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3" name="Rectangle 1437"/>
            <p:cNvSpPr>
              <a:spLocks noChangeArrowheads="1"/>
            </p:cNvSpPr>
            <p:nvPr/>
          </p:nvSpPr>
          <p:spPr bwMode="auto">
            <a:xfrm>
              <a:off x="3178" y="2002"/>
              <a:ext cx="6" cy="364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4" name="Rectangle 1438"/>
            <p:cNvSpPr>
              <a:spLocks noChangeArrowheads="1"/>
            </p:cNvSpPr>
            <p:nvPr/>
          </p:nvSpPr>
          <p:spPr bwMode="auto">
            <a:xfrm>
              <a:off x="3184" y="2002"/>
              <a:ext cx="5" cy="364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5" name="Rectangle 1439"/>
            <p:cNvSpPr>
              <a:spLocks noChangeArrowheads="1"/>
            </p:cNvSpPr>
            <p:nvPr/>
          </p:nvSpPr>
          <p:spPr bwMode="auto">
            <a:xfrm>
              <a:off x="3189" y="2002"/>
              <a:ext cx="5" cy="364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6" name="Rectangle 1440"/>
            <p:cNvSpPr>
              <a:spLocks noChangeArrowheads="1"/>
            </p:cNvSpPr>
            <p:nvPr/>
          </p:nvSpPr>
          <p:spPr bwMode="auto">
            <a:xfrm>
              <a:off x="3194" y="2002"/>
              <a:ext cx="5" cy="364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7" name="Rectangle 1441"/>
            <p:cNvSpPr>
              <a:spLocks noChangeArrowheads="1"/>
            </p:cNvSpPr>
            <p:nvPr/>
          </p:nvSpPr>
          <p:spPr bwMode="auto">
            <a:xfrm>
              <a:off x="3199" y="2002"/>
              <a:ext cx="6" cy="364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8" name="Rectangle 1442"/>
            <p:cNvSpPr>
              <a:spLocks noChangeArrowheads="1"/>
            </p:cNvSpPr>
            <p:nvPr/>
          </p:nvSpPr>
          <p:spPr bwMode="auto">
            <a:xfrm>
              <a:off x="3205" y="2002"/>
              <a:ext cx="5" cy="364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69" name="Rectangle 1443"/>
            <p:cNvSpPr>
              <a:spLocks noChangeArrowheads="1"/>
            </p:cNvSpPr>
            <p:nvPr/>
          </p:nvSpPr>
          <p:spPr bwMode="auto">
            <a:xfrm>
              <a:off x="3210" y="2002"/>
              <a:ext cx="5" cy="364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0" name="Rectangle 1444"/>
            <p:cNvSpPr>
              <a:spLocks noChangeArrowheads="1"/>
            </p:cNvSpPr>
            <p:nvPr/>
          </p:nvSpPr>
          <p:spPr bwMode="auto">
            <a:xfrm>
              <a:off x="3215" y="2002"/>
              <a:ext cx="6" cy="364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1" name="Rectangle 1445"/>
            <p:cNvSpPr>
              <a:spLocks noChangeArrowheads="1"/>
            </p:cNvSpPr>
            <p:nvPr/>
          </p:nvSpPr>
          <p:spPr bwMode="auto">
            <a:xfrm>
              <a:off x="3221" y="2002"/>
              <a:ext cx="5" cy="364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2" name="Rectangle 1446"/>
            <p:cNvSpPr>
              <a:spLocks noChangeArrowheads="1"/>
            </p:cNvSpPr>
            <p:nvPr/>
          </p:nvSpPr>
          <p:spPr bwMode="auto">
            <a:xfrm>
              <a:off x="3226" y="2002"/>
              <a:ext cx="5" cy="364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3" name="Rectangle 1447"/>
            <p:cNvSpPr>
              <a:spLocks noChangeArrowheads="1"/>
            </p:cNvSpPr>
            <p:nvPr/>
          </p:nvSpPr>
          <p:spPr bwMode="auto">
            <a:xfrm>
              <a:off x="3231" y="2002"/>
              <a:ext cx="5" cy="364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4" name="Rectangle 1448"/>
            <p:cNvSpPr>
              <a:spLocks noChangeArrowheads="1"/>
            </p:cNvSpPr>
            <p:nvPr/>
          </p:nvSpPr>
          <p:spPr bwMode="auto">
            <a:xfrm>
              <a:off x="3236" y="2002"/>
              <a:ext cx="6" cy="364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5" name="Rectangle 1449"/>
            <p:cNvSpPr>
              <a:spLocks noChangeArrowheads="1"/>
            </p:cNvSpPr>
            <p:nvPr/>
          </p:nvSpPr>
          <p:spPr bwMode="auto">
            <a:xfrm>
              <a:off x="3242" y="2002"/>
              <a:ext cx="5" cy="364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6" name="Rectangle 1450"/>
            <p:cNvSpPr>
              <a:spLocks noChangeArrowheads="1"/>
            </p:cNvSpPr>
            <p:nvPr/>
          </p:nvSpPr>
          <p:spPr bwMode="auto">
            <a:xfrm>
              <a:off x="3247" y="2002"/>
              <a:ext cx="5" cy="364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7" name="Rectangle 1451"/>
            <p:cNvSpPr>
              <a:spLocks noChangeArrowheads="1"/>
            </p:cNvSpPr>
            <p:nvPr/>
          </p:nvSpPr>
          <p:spPr bwMode="auto">
            <a:xfrm>
              <a:off x="3252" y="2002"/>
              <a:ext cx="6" cy="364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8" name="Rectangle 1452"/>
            <p:cNvSpPr>
              <a:spLocks noChangeArrowheads="1"/>
            </p:cNvSpPr>
            <p:nvPr/>
          </p:nvSpPr>
          <p:spPr bwMode="auto">
            <a:xfrm>
              <a:off x="3258" y="2002"/>
              <a:ext cx="5" cy="364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79" name="Rectangle 1453"/>
            <p:cNvSpPr>
              <a:spLocks noChangeArrowheads="1"/>
            </p:cNvSpPr>
            <p:nvPr/>
          </p:nvSpPr>
          <p:spPr bwMode="auto">
            <a:xfrm>
              <a:off x="3263" y="2002"/>
              <a:ext cx="5" cy="364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0" name="Rectangle 1454"/>
            <p:cNvSpPr>
              <a:spLocks noChangeArrowheads="1"/>
            </p:cNvSpPr>
            <p:nvPr/>
          </p:nvSpPr>
          <p:spPr bwMode="auto">
            <a:xfrm>
              <a:off x="3268" y="2002"/>
              <a:ext cx="5" cy="364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1" name="Rectangle 1455"/>
            <p:cNvSpPr>
              <a:spLocks noChangeArrowheads="1"/>
            </p:cNvSpPr>
            <p:nvPr/>
          </p:nvSpPr>
          <p:spPr bwMode="auto">
            <a:xfrm>
              <a:off x="3273" y="2002"/>
              <a:ext cx="11" cy="364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2" name="Rectangle 1456"/>
            <p:cNvSpPr>
              <a:spLocks noChangeArrowheads="1"/>
            </p:cNvSpPr>
            <p:nvPr/>
          </p:nvSpPr>
          <p:spPr bwMode="auto">
            <a:xfrm>
              <a:off x="3284" y="2002"/>
              <a:ext cx="5" cy="364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3" name="Rectangle 1457"/>
            <p:cNvSpPr>
              <a:spLocks noChangeArrowheads="1"/>
            </p:cNvSpPr>
            <p:nvPr/>
          </p:nvSpPr>
          <p:spPr bwMode="auto">
            <a:xfrm>
              <a:off x="3289" y="2002"/>
              <a:ext cx="6" cy="364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4" name="Rectangle 1458"/>
            <p:cNvSpPr>
              <a:spLocks noChangeArrowheads="1"/>
            </p:cNvSpPr>
            <p:nvPr/>
          </p:nvSpPr>
          <p:spPr bwMode="auto">
            <a:xfrm>
              <a:off x="3295" y="2002"/>
              <a:ext cx="5" cy="364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5" name="Rectangle 1459"/>
            <p:cNvSpPr>
              <a:spLocks noChangeArrowheads="1"/>
            </p:cNvSpPr>
            <p:nvPr/>
          </p:nvSpPr>
          <p:spPr bwMode="auto">
            <a:xfrm>
              <a:off x="3300" y="2002"/>
              <a:ext cx="5" cy="364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6" name="Rectangle 1460"/>
            <p:cNvSpPr>
              <a:spLocks noChangeArrowheads="1"/>
            </p:cNvSpPr>
            <p:nvPr/>
          </p:nvSpPr>
          <p:spPr bwMode="auto">
            <a:xfrm>
              <a:off x="3305" y="2002"/>
              <a:ext cx="5" cy="364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7" name="Rectangle 1461"/>
            <p:cNvSpPr>
              <a:spLocks noChangeArrowheads="1"/>
            </p:cNvSpPr>
            <p:nvPr/>
          </p:nvSpPr>
          <p:spPr bwMode="auto">
            <a:xfrm>
              <a:off x="3310" y="2002"/>
              <a:ext cx="6" cy="364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8" name="Rectangle 1462"/>
            <p:cNvSpPr>
              <a:spLocks noChangeArrowheads="1"/>
            </p:cNvSpPr>
            <p:nvPr/>
          </p:nvSpPr>
          <p:spPr bwMode="auto">
            <a:xfrm>
              <a:off x="3316" y="2002"/>
              <a:ext cx="5" cy="364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9" name="Rectangle 1463"/>
            <p:cNvSpPr>
              <a:spLocks noChangeArrowheads="1"/>
            </p:cNvSpPr>
            <p:nvPr/>
          </p:nvSpPr>
          <p:spPr bwMode="auto">
            <a:xfrm>
              <a:off x="3321" y="2002"/>
              <a:ext cx="11" cy="364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0" name="Rectangle 1464"/>
            <p:cNvSpPr>
              <a:spLocks noChangeArrowheads="1"/>
            </p:cNvSpPr>
            <p:nvPr/>
          </p:nvSpPr>
          <p:spPr bwMode="auto">
            <a:xfrm>
              <a:off x="3332" y="2002"/>
              <a:ext cx="5" cy="364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1" name="Rectangle 1465"/>
            <p:cNvSpPr>
              <a:spLocks noChangeArrowheads="1"/>
            </p:cNvSpPr>
            <p:nvPr/>
          </p:nvSpPr>
          <p:spPr bwMode="auto">
            <a:xfrm>
              <a:off x="3337" y="2002"/>
              <a:ext cx="5" cy="364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2" name="Rectangle 1466"/>
            <p:cNvSpPr>
              <a:spLocks noChangeArrowheads="1"/>
            </p:cNvSpPr>
            <p:nvPr/>
          </p:nvSpPr>
          <p:spPr bwMode="auto">
            <a:xfrm>
              <a:off x="3342" y="2002"/>
              <a:ext cx="5" cy="364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3" name="Rectangle 1467"/>
            <p:cNvSpPr>
              <a:spLocks noChangeArrowheads="1"/>
            </p:cNvSpPr>
            <p:nvPr/>
          </p:nvSpPr>
          <p:spPr bwMode="auto">
            <a:xfrm>
              <a:off x="3347" y="2002"/>
              <a:ext cx="6" cy="364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4" name="Rectangle 1468"/>
            <p:cNvSpPr>
              <a:spLocks noChangeArrowheads="1"/>
            </p:cNvSpPr>
            <p:nvPr/>
          </p:nvSpPr>
          <p:spPr bwMode="auto">
            <a:xfrm>
              <a:off x="2882" y="2002"/>
              <a:ext cx="471" cy="36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5" name="Rectangle 1469"/>
            <p:cNvSpPr>
              <a:spLocks noChangeArrowheads="1"/>
            </p:cNvSpPr>
            <p:nvPr/>
          </p:nvSpPr>
          <p:spPr bwMode="auto">
            <a:xfrm>
              <a:off x="2974" y="2022"/>
              <a:ext cx="29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VideoManager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96" name="Line 1470"/>
            <p:cNvSpPr>
              <a:spLocks noChangeShapeType="1"/>
            </p:cNvSpPr>
            <p:nvPr/>
          </p:nvSpPr>
          <p:spPr bwMode="auto">
            <a:xfrm>
              <a:off x="2882" y="2144"/>
              <a:ext cx="471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598" name="Group 1473"/>
          <p:cNvGrpSpPr>
            <a:grpSpLocks noChangeAspect="1"/>
          </p:cNvGrpSpPr>
          <p:nvPr/>
        </p:nvGrpSpPr>
        <p:grpSpPr bwMode="auto">
          <a:xfrm>
            <a:off x="3892432" y="1843958"/>
            <a:ext cx="999883" cy="407616"/>
            <a:chOff x="2882" y="2002"/>
            <a:chExt cx="487" cy="380"/>
          </a:xfrm>
        </p:grpSpPr>
        <p:sp>
          <p:nvSpPr>
            <p:cNvPr id="1605" name="Rectangle 1479"/>
            <p:cNvSpPr>
              <a:spLocks noChangeArrowheads="1"/>
            </p:cNvSpPr>
            <p:nvPr/>
          </p:nvSpPr>
          <p:spPr bwMode="auto">
            <a:xfrm>
              <a:off x="2898" y="2018"/>
              <a:ext cx="471" cy="364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6" name="Rectangle 1480"/>
            <p:cNvSpPr>
              <a:spLocks noChangeArrowheads="1"/>
            </p:cNvSpPr>
            <p:nvPr/>
          </p:nvSpPr>
          <p:spPr bwMode="auto">
            <a:xfrm>
              <a:off x="2898" y="2018"/>
              <a:ext cx="471" cy="364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7" name="Rectangle 1481"/>
            <p:cNvSpPr>
              <a:spLocks noChangeArrowheads="1"/>
            </p:cNvSpPr>
            <p:nvPr/>
          </p:nvSpPr>
          <p:spPr bwMode="auto">
            <a:xfrm>
              <a:off x="2882" y="2002"/>
              <a:ext cx="243" cy="364"/>
            </a:xfrm>
            <a:prstGeom prst="rect">
              <a:avLst/>
            </a:prstGeom>
            <a:solidFill>
              <a:srgbClr val="FC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8" name="Rectangle 1482"/>
            <p:cNvSpPr>
              <a:spLocks noChangeArrowheads="1"/>
            </p:cNvSpPr>
            <p:nvPr/>
          </p:nvSpPr>
          <p:spPr bwMode="auto">
            <a:xfrm>
              <a:off x="3125" y="2002"/>
              <a:ext cx="6" cy="364"/>
            </a:xfrm>
            <a:prstGeom prst="rect">
              <a:avLst/>
            </a:prstGeom>
            <a:solidFill>
              <a:srgbClr val="FBF1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9" name="Rectangle 1483"/>
            <p:cNvSpPr>
              <a:spLocks noChangeArrowheads="1"/>
            </p:cNvSpPr>
            <p:nvPr/>
          </p:nvSpPr>
          <p:spPr bwMode="auto">
            <a:xfrm>
              <a:off x="3131" y="2002"/>
              <a:ext cx="5" cy="364"/>
            </a:xfrm>
            <a:prstGeom prst="rect">
              <a:avLst/>
            </a:prstGeom>
            <a:solidFill>
              <a:srgbClr val="FB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0" name="Rectangle 1484"/>
            <p:cNvSpPr>
              <a:spLocks noChangeArrowheads="1"/>
            </p:cNvSpPr>
            <p:nvPr/>
          </p:nvSpPr>
          <p:spPr bwMode="auto">
            <a:xfrm>
              <a:off x="3136" y="2002"/>
              <a:ext cx="5" cy="364"/>
            </a:xfrm>
            <a:prstGeom prst="rect">
              <a:avLst/>
            </a:prstGeom>
            <a:solidFill>
              <a:srgbClr val="FB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1" name="Rectangle 1485"/>
            <p:cNvSpPr>
              <a:spLocks noChangeArrowheads="1"/>
            </p:cNvSpPr>
            <p:nvPr/>
          </p:nvSpPr>
          <p:spPr bwMode="auto">
            <a:xfrm>
              <a:off x="3141" y="2002"/>
              <a:ext cx="6" cy="364"/>
            </a:xfrm>
            <a:prstGeom prst="rect">
              <a:avLst/>
            </a:prstGeom>
            <a:solidFill>
              <a:srgbClr val="FA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2" name="Rectangle 1486"/>
            <p:cNvSpPr>
              <a:spLocks noChangeArrowheads="1"/>
            </p:cNvSpPr>
            <p:nvPr/>
          </p:nvSpPr>
          <p:spPr bwMode="auto">
            <a:xfrm>
              <a:off x="3147" y="2002"/>
              <a:ext cx="5" cy="364"/>
            </a:xfrm>
            <a:prstGeom prst="rect">
              <a:avLst/>
            </a:prstGeom>
            <a:solidFill>
              <a:srgbClr val="FAE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3" name="Rectangle 1487"/>
            <p:cNvSpPr>
              <a:spLocks noChangeArrowheads="1"/>
            </p:cNvSpPr>
            <p:nvPr/>
          </p:nvSpPr>
          <p:spPr bwMode="auto">
            <a:xfrm>
              <a:off x="3152" y="2002"/>
              <a:ext cx="10" cy="364"/>
            </a:xfrm>
            <a:prstGeom prst="rect">
              <a:avLst/>
            </a:prstGeom>
            <a:solidFill>
              <a:srgbClr val="F9E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4" name="Rectangle 1488"/>
            <p:cNvSpPr>
              <a:spLocks noChangeArrowheads="1"/>
            </p:cNvSpPr>
            <p:nvPr/>
          </p:nvSpPr>
          <p:spPr bwMode="auto">
            <a:xfrm>
              <a:off x="3162" y="2002"/>
              <a:ext cx="6" cy="364"/>
            </a:xfrm>
            <a:prstGeom prst="rect">
              <a:avLst/>
            </a:prstGeom>
            <a:solidFill>
              <a:srgbClr val="F8E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5" name="Rectangle 1489"/>
            <p:cNvSpPr>
              <a:spLocks noChangeArrowheads="1"/>
            </p:cNvSpPr>
            <p:nvPr/>
          </p:nvSpPr>
          <p:spPr bwMode="auto">
            <a:xfrm>
              <a:off x="3168" y="2002"/>
              <a:ext cx="5" cy="364"/>
            </a:xfrm>
            <a:prstGeom prst="rect">
              <a:avLst/>
            </a:prstGeom>
            <a:solidFill>
              <a:srgbClr val="F8E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6" name="Rectangle 1490"/>
            <p:cNvSpPr>
              <a:spLocks noChangeArrowheads="1"/>
            </p:cNvSpPr>
            <p:nvPr/>
          </p:nvSpPr>
          <p:spPr bwMode="auto">
            <a:xfrm>
              <a:off x="3173" y="2002"/>
              <a:ext cx="11" cy="364"/>
            </a:xfrm>
            <a:prstGeom prst="rect">
              <a:avLst/>
            </a:prstGeom>
            <a:solidFill>
              <a:srgbClr val="F7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7" name="Rectangle 1491"/>
            <p:cNvSpPr>
              <a:spLocks noChangeArrowheads="1"/>
            </p:cNvSpPr>
            <p:nvPr/>
          </p:nvSpPr>
          <p:spPr bwMode="auto">
            <a:xfrm>
              <a:off x="3184" y="2002"/>
              <a:ext cx="5" cy="364"/>
            </a:xfrm>
            <a:prstGeom prst="rect">
              <a:avLst/>
            </a:prstGeom>
            <a:solidFill>
              <a:srgbClr val="F7EA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8" name="Rectangle 1492"/>
            <p:cNvSpPr>
              <a:spLocks noChangeArrowheads="1"/>
            </p:cNvSpPr>
            <p:nvPr/>
          </p:nvSpPr>
          <p:spPr bwMode="auto">
            <a:xfrm>
              <a:off x="3189" y="2002"/>
              <a:ext cx="5" cy="364"/>
            </a:xfrm>
            <a:prstGeom prst="rect">
              <a:avLst/>
            </a:prstGeom>
            <a:solidFill>
              <a:srgbClr val="F6EA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9" name="Rectangle 1493"/>
            <p:cNvSpPr>
              <a:spLocks noChangeArrowheads="1"/>
            </p:cNvSpPr>
            <p:nvPr/>
          </p:nvSpPr>
          <p:spPr bwMode="auto">
            <a:xfrm>
              <a:off x="3194" y="2002"/>
              <a:ext cx="5" cy="364"/>
            </a:xfrm>
            <a:prstGeom prst="rect">
              <a:avLst/>
            </a:prstGeom>
            <a:solidFill>
              <a:srgbClr val="F6E9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0" name="Rectangle 1494"/>
            <p:cNvSpPr>
              <a:spLocks noChangeArrowheads="1"/>
            </p:cNvSpPr>
            <p:nvPr/>
          </p:nvSpPr>
          <p:spPr bwMode="auto">
            <a:xfrm>
              <a:off x="3199" y="2002"/>
              <a:ext cx="6" cy="364"/>
            </a:xfrm>
            <a:prstGeom prst="rect">
              <a:avLst/>
            </a:prstGeom>
            <a:solidFill>
              <a:srgbClr val="F5E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1" name="Rectangle 1495"/>
            <p:cNvSpPr>
              <a:spLocks noChangeArrowheads="1"/>
            </p:cNvSpPr>
            <p:nvPr/>
          </p:nvSpPr>
          <p:spPr bwMode="auto">
            <a:xfrm>
              <a:off x="3205" y="2002"/>
              <a:ext cx="5" cy="364"/>
            </a:xfrm>
            <a:prstGeom prst="rect">
              <a:avLst/>
            </a:prstGeom>
            <a:solidFill>
              <a:srgbClr val="F5E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2" name="Rectangle 1496"/>
            <p:cNvSpPr>
              <a:spLocks noChangeArrowheads="1"/>
            </p:cNvSpPr>
            <p:nvPr/>
          </p:nvSpPr>
          <p:spPr bwMode="auto">
            <a:xfrm>
              <a:off x="3210" y="2002"/>
              <a:ext cx="5" cy="364"/>
            </a:xfrm>
            <a:prstGeom prst="rect">
              <a:avLst/>
            </a:prstGeom>
            <a:solidFill>
              <a:srgbClr val="F5E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3" name="Rectangle 1497"/>
            <p:cNvSpPr>
              <a:spLocks noChangeArrowheads="1"/>
            </p:cNvSpPr>
            <p:nvPr/>
          </p:nvSpPr>
          <p:spPr bwMode="auto">
            <a:xfrm>
              <a:off x="3215" y="2002"/>
              <a:ext cx="6" cy="364"/>
            </a:xfrm>
            <a:prstGeom prst="rect">
              <a:avLst/>
            </a:prstGeom>
            <a:solidFill>
              <a:srgbClr val="F4E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4" name="Rectangle 1498"/>
            <p:cNvSpPr>
              <a:spLocks noChangeArrowheads="1"/>
            </p:cNvSpPr>
            <p:nvPr/>
          </p:nvSpPr>
          <p:spPr bwMode="auto">
            <a:xfrm>
              <a:off x="3221" y="2002"/>
              <a:ext cx="5" cy="364"/>
            </a:xfrm>
            <a:prstGeom prst="rect">
              <a:avLst/>
            </a:prstGeom>
            <a:solidFill>
              <a:srgbClr val="F3E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5" name="Rectangle 1499"/>
            <p:cNvSpPr>
              <a:spLocks noChangeArrowheads="1"/>
            </p:cNvSpPr>
            <p:nvPr/>
          </p:nvSpPr>
          <p:spPr bwMode="auto">
            <a:xfrm>
              <a:off x="3226" y="2002"/>
              <a:ext cx="5" cy="364"/>
            </a:xfrm>
            <a:prstGeom prst="rect">
              <a:avLst/>
            </a:prstGeom>
            <a:solidFill>
              <a:srgbClr val="F3E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6" name="Rectangle 1500"/>
            <p:cNvSpPr>
              <a:spLocks noChangeArrowheads="1"/>
            </p:cNvSpPr>
            <p:nvPr/>
          </p:nvSpPr>
          <p:spPr bwMode="auto">
            <a:xfrm>
              <a:off x="3231" y="2002"/>
              <a:ext cx="5" cy="364"/>
            </a:xfrm>
            <a:prstGeom prst="rect">
              <a:avLst/>
            </a:prstGeom>
            <a:solidFill>
              <a:srgbClr val="F2E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7" name="Rectangle 1501"/>
            <p:cNvSpPr>
              <a:spLocks noChangeArrowheads="1"/>
            </p:cNvSpPr>
            <p:nvPr/>
          </p:nvSpPr>
          <p:spPr bwMode="auto">
            <a:xfrm>
              <a:off x="3236" y="2002"/>
              <a:ext cx="6" cy="364"/>
            </a:xfrm>
            <a:prstGeom prst="rect">
              <a:avLst/>
            </a:prstGeom>
            <a:solidFill>
              <a:srgbClr val="F2E5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8" name="Rectangle 1502"/>
            <p:cNvSpPr>
              <a:spLocks noChangeArrowheads="1"/>
            </p:cNvSpPr>
            <p:nvPr/>
          </p:nvSpPr>
          <p:spPr bwMode="auto">
            <a:xfrm>
              <a:off x="3242" y="2002"/>
              <a:ext cx="5" cy="364"/>
            </a:xfrm>
            <a:prstGeom prst="rect">
              <a:avLst/>
            </a:prstGeom>
            <a:solidFill>
              <a:srgbClr val="F2E4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9" name="Rectangle 1503"/>
            <p:cNvSpPr>
              <a:spLocks noChangeArrowheads="1"/>
            </p:cNvSpPr>
            <p:nvPr/>
          </p:nvSpPr>
          <p:spPr bwMode="auto">
            <a:xfrm>
              <a:off x="3247" y="2002"/>
              <a:ext cx="5" cy="364"/>
            </a:xfrm>
            <a:prstGeom prst="rect">
              <a:avLst/>
            </a:prstGeom>
            <a:solidFill>
              <a:srgbClr val="F1E3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0" name="Rectangle 1504"/>
            <p:cNvSpPr>
              <a:spLocks noChangeArrowheads="1"/>
            </p:cNvSpPr>
            <p:nvPr/>
          </p:nvSpPr>
          <p:spPr bwMode="auto">
            <a:xfrm>
              <a:off x="3252" y="2002"/>
              <a:ext cx="6" cy="364"/>
            </a:xfrm>
            <a:prstGeom prst="rect">
              <a:avLst/>
            </a:prstGeom>
            <a:solidFill>
              <a:srgbClr val="F1E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1" name="Rectangle 1505"/>
            <p:cNvSpPr>
              <a:spLocks noChangeArrowheads="1"/>
            </p:cNvSpPr>
            <p:nvPr/>
          </p:nvSpPr>
          <p:spPr bwMode="auto">
            <a:xfrm>
              <a:off x="3258" y="2002"/>
              <a:ext cx="5" cy="364"/>
            </a:xfrm>
            <a:prstGeom prst="rect">
              <a:avLst/>
            </a:prstGeom>
            <a:solidFill>
              <a:srgbClr val="F0E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2" name="Rectangle 1506"/>
            <p:cNvSpPr>
              <a:spLocks noChangeArrowheads="1"/>
            </p:cNvSpPr>
            <p:nvPr/>
          </p:nvSpPr>
          <p:spPr bwMode="auto">
            <a:xfrm>
              <a:off x="3263" y="2002"/>
              <a:ext cx="5" cy="364"/>
            </a:xfrm>
            <a:prstGeom prst="rect">
              <a:avLst/>
            </a:prstGeom>
            <a:solidFill>
              <a:srgbClr val="F0E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3" name="Rectangle 1507"/>
            <p:cNvSpPr>
              <a:spLocks noChangeArrowheads="1"/>
            </p:cNvSpPr>
            <p:nvPr/>
          </p:nvSpPr>
          <p:spPr bwMode="auto">
            <a:xfrm>
              <a:off x="3268" y="2002"/>
              <a:ext cx="5" cy="364"/>
            </a:xfrm>
            <a:prstGeom prst="rect">
              <a:avLst/>
            </a:prstGeom>
            <a:solidFill>
              <a:srgbClr val="F0E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4" name="Rectangle 1508"/>
            <p:cNvSpPr>
              <a:spLocks noChangeArrowheads="1"/>
            </p:cNvSpPr>
            <p:nvPr/>
          </p:nvSpPr>
          <p:spPr bwMode="auto">
            <a:xfrm>
              <a:off x="3273" y="2002"/>
              <a:ext cx="11" cy="364"/>
            </a:xfrm>
            <a:prstGeom prst="rect">
              <a:avLst/>
            </a:prstGeom>
            <a:solidFill>
              <a:srgbClr val="EFE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5" name="Rectangle 1509"/>
            <p:cNvSpPr>
              <a:spLocks noChangeArrowheads="1"/>
            </p:cNvSpPr>
            <p:nvPr/>
          </p:nvSpPr>
          <p:spPr bwMode="auto">
            <a:xfrm>
              <a:off x="3284" y="2002"/>
              <a:ext cx="5" cy="364"/>
            </a:xfrm>
            <a:prstGeom prst="rect">
              <a:avLst/>
            </a:prstGeom>
            <a:solidFill>
              <a:srgbClr val="EE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6" name="Rectangle 1510"/>
            <p:cNvSpPr>
              <a:spLocks noChangeArrowheads="1"/>
            </p:cNvSpPr>
            <p:nvPr/>
          </p:nvSpPr>
          <p:spPr bwMode="auto">
            <a:xfrm>
              <a:off x="3289" y="2002"/>
              <a:ext cx="6" cy="364"/>
            </a:xfrm>
            <a:prstGeom prst="rect">
              <a:avLst/>
            </a:prstGeom>
            <a:solidFill>
              <a:srgbClr val="EDD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7" name="Rectangle 1511"/>
            <p:cNvSpPr>
              <a:spLocks noChangeArrowheads="1"/>
            </p:cNvSpPr>
            <p:nvPr/>
          </p:nvSpPr>
          <p:spPr bwMode="auto">
            <a:xfrm>
              <a:off x="3295" y="2002"/>
              <a:ext cx="5" cy="364"/>
            </a:xfrm>
            <a:prstGeom prst="rect">
              <a:avLst/>
            </a:prstGeom>
            <a:solidFill>
              <a:srgbClr val="EDD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8" name="Rectangle 1512"/>
            <p:cNvSpPr>
              <a:spLocks noChangeArrowheads="1"/>
            </p:cNvSpPr>
            <p:nvPr/>
          </p:nvSpPr>
          <p:spPr bwMode="auto">
            <a:xfrm>
              <a:off x="3300" y="2002"/>
              <a:ext cx="5" cy="364"/>
            </a:xfrm>
            <a:prstGeom prst="rect">
              <a:avLst/>
            </a:prstGeom>
            <a:solidFill>
              <a:srgbClr val="EDD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9" name="Rectangle 1513"/>
            <p:cNvSpPr>
              <a:spLocks noChangeArrowheads="1"/>
            </p:cNvSpPr>
            <p:nvPr/>
          </p:nvSpPr>
          <p:spPr bwMode="auto">
            <a:xfrm>
              <a:off x="3305" y="2002"/>
              <a:ext cx="11" cy="364"/>
            </a:xfrm>
            <a:prstGeom prst="rect">
              <a:avLst/>
            </a:prstGeom>
            <a:solidFill>
              <a:srgbClr val="ECD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0" name="Rectangle 1514"/>
            <p:cNvSpPr>
              <a:spLocks noChangeArrowheads="1"/>
            </p:cNvSpPr>
            <p:nvPr/>
          </p:nvSpPr>
          <p:spPr bwMode="auto">
            <a:xfrm>
              <a:off x="3316" y="2002"/>
              <a:ext cx="5" cy="364"/>
            </a:xfrm>
            <a:prstGeom prst="rect">
              <a:avLst/>
            </a:prstGeom>
            <a:solidFill>
              <a:srgbClr val="ECD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1" name="Rectangle 1515"/>
            <p:cNvSpPr>
              <a:spLocks noChangeArrowheads="1"/>
            </p:cNvSpPr>
            <p:nvPr/>
          </p:nvSpPr>
          <p:spPr bwMode="auto">
            <a:xfrm>
              <a:off x="3321" y="2002"/>
              <a:ext cx="11" cy="364"/>
            </a:xfrm>
            <a:prstGeom prst="rect">
              <a:avLst/>
            </a:prstGeom>
            <a:solidFill>
              <a:srgbClr val="EBD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2" name="Rectangle 1516"/>
            <p:cNvSpPr>
              <a:spLocks noChangeArrowheads="1"/>
            </p:cNvSpPr>
            <p:nvPr/>
          </p:nvSpPr>
          <p:spPr bwMode="auto">
            <a:xfrm>
              <a:off x="3332" y="2002"/>
              <a:ext cx="5" cy="364"/>
            </a:xfrm>
            <a:prstGeom prst="rect">
              <a:avLst/>
            </a:prstGeom>
            <a:solidFill>
              <a:srgbClr val="EAD9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3" name="Rectangle 1517"/>
            <p:cNvSpPr>
              <a:spLocks noChangeArrowheads="1"/>
            </p:cNvSpPr>
            <p:nvPr/>
          </p:nvSpPr>
          <p:spPr bwMode="auto">
            <a:xfrm>
              <a:off x="3337" y="2002"/>
              <a:ext cx="5" cy="364"/>
            </a:xfrm>
            <a:prstGeom prst="rect">
              <a:avLst/>
            </a:prstGeom>
            <a:solidFill>
              <a:srgbClr val="EAD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4" name="Rectangle 1518"/>
            <p:cNvSpPr>
              <a:spLocks noChangeArrowheads="1"/>
            </p:cNvSpPr>
            <p:nvPr/>
          </p:nvSpPr>
          <p:spPr bwMode="auto">
            <a:xfrm>
              <a:off x="3342" y="2002"/>
              <a:ext cx="5" cy="364"/>
            </a:xfrm>
            <a:prstGeom prst="rect">
              <a:avLst/>
            </a:prstGeom>
            <a:solidFill>
              <a:srgbClr val="E9D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5" name="Rectangle 1519"/>
            <p:cNvSpPr>
              <a:spLocks noChangeArrowheads="1"/>
            </p:cNvSpPr>
            <p:nvPr/>
          </p:nvSpPr>
          <p:spPr bwMode="auto">
            <a:xfrm>
              <a:off x="3347" y="2002"/>
              <a:ext cx="6" cy="364"/>
            </a:xfrm>
            <a:prstGeom prst="rect">
              <a:avLst/>
            </a:prstGeom>
            <a:solidFill>
              <a:srgbClr val="E9D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6" name="Rectangle 1520"/>
            <p:cNvSpPr>
              <a:spLocks noChangeArrowheads="1"/>
            </p:cNvSpPr>
            <p:nvPr/>
          </p:nvSpPr>
          <p:spPr bwMode="auto">
            <a:xfrm>
              <a:off x="2882" y="2002"/>
              <a:ext cx="471" cy="36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7" name="Rectangle 1521"/>
            <p:cNvSpPr>
              <a:spLocks noChangeArrowheads="1"/>
            </p:cNvSpPr>
            <p:nvPr/>
          </p:nvSpPr>
          <p:spPr bwMode="auto">
            <a:xfrm>
              <a:off x="2955" y="2044"/>
              <a:ext cx="3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Component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48" name="Line 1522"/>
            <p:cNvSpPr>
              <a:spLocks noChangeShapeType="1"/>
            </p:cNvSpPr>
            <p:nvPr/>
          </p:nvSpPr>
          <p:spPr bwMode="auto">
            <a:xfrm>
              <a:off x="2882" y="2144"/>
              <a:ext cx="471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9" name="Rectangle 1523"/>
            <p:cNvSpPr>
              <a:spLocks noChangeArrowheads="1"/>
            </p:cNvSpPr>
            <p:nvPr/>
          </p:nvSpPr>
          <p:spPr bwMode="auto">
            <a:xfrm>
              <a:off x="2909" y="2165"/>
              <a:ext cx="5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8B0000"/>
                  </a:solidFill>
                  <a:effectLst/>
                  <a:latin typeface="Arial" panose="020B0604020202020204" pitchFamily="34" charset="0"/>
                </a:rPr>
                <a:t>- 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0" name="Rectangle 1524"/>
            <p:cNvSpPr>
              <a:spLocks noChangeArrowheads="1"/>
            </p:cNvSpPr>
            <p:nvPr/>
          </p:nvSpPr>
          <p:spPr bwMode="auto">
            <a:xfrm>
              <a:off x="2999" y="2165"/>
              <a:ext cx="170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8B0000"/>
                  </a:solidFill>
                  <a:effectLst/>
                  <a:latin typeface="Arial" panose="020B0604020202020204" pitchFamily="34" charset="0"/>
                </a:rPr>
                <a:t>ID  :int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14" name="Group 1589"/>
          <p:cNvGrpSpPr>
            <a:grpSpLocks noChangeAspect="1"/>
          </p:cNvGrpSpPr>
          <p:nvPr/>
        </p:nvGrpSpPr>
        <p:grpSpPr bwMode="auto">
          <a:xfrm>
            <a:off x="6112998" y="5524159"/>
            <a:ext cx="1133342" cy="631131"/>
            <a:chOff x="3184" y="3434"/>
            <a:chExt cx="593" cy="328"/>
          </a:xfrm>
        </p:grpSpPr>
        <p:sp>
          <p:nvSpPr>
            <p:cNvPr id="1721" name="Rectangle 1595"/>
            <p:cNvSpPr>
              <a:spLocks noChangeArrowheads="1"/>
            </p:cNvSpPr>
            <p:nvPr/>
          </p:nvSpPr>
          <p:spPr bwMode="auto">
            <a:xfrm>
              <a:off x="3200" y="3450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2" name="Rectangle 1596"/>
            <p:cNvSpPr>
              <a:spLocks noChangeArrowheads="1"/>
            </p:cNvSpPr>
            <p:nvPr/>
          </p:nvSpPr>
          <p:spPr bwMode="auto">
            <a:xfrm>
              <a:off x="3200" y="3450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3" name="Rectangle 1597"/>
            <p:cNvSpPr>
              <a:spLocks noChangeArrowheads="1"/>
            </p:cNvSpPr>
            <p:nvPr/>
          </p:nvSpPr>
          <p:spPr bwMode="auto">
            <a:xfrm>
              <a:off x="3184" y="3434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4" name="Rectangle 1598"/>
            <p:cNvSpPr>
              <a:spLocks noChangeArrowheads="1"/>
            </p:cNvSpPr>
            <p:nvPr/>
          </p:nvSpPr>
          <p:spPr bwMode="auto">
            <a:xfrm>
              <a:off x="3480" y="3434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5" name="Rectangle 1599"/>
            <p:cNvSpPr>
              <a:spLocks noChangeArrowheads="1"/>
            </p:cNvSpPr>
            <p:nvPr/>
          </p:nvSpPr>
          <p:spPr bwMode="auto">
            <a:xfrm>
              <a:off x="3486" y="3434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6" name="Rectangle 1600"/>
            <p:cNvSpPr>
              <a:spLocks noChangeArrowheads="1"/>
            </p:cNvSpPr>
            <p:nvPr/>
          </p:nvSpPr>
          <p:spPr bwMode="auto">
            <a:xfrm>
              <a:off x="3491" y="3434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7" name="Rectangle 1601"/>
            <p:cNvSpPr>
              <a:spLocks noChangeArrowheads="1"/>
            </p:cNvSpPr>
            <p:nvPr/>
          </p:nvSpPr>
          <p:spPr bwMode="auto">
            <a:xfrm>
              <a:off x="3502" y="3434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8" name="Rectangle 1602"/>
            <p:cNvSpPr>
              <a:spLocks noChangeArrowheads="1"/>
            </p:cNvSpPr>
            <p:nvPr/>
          </p:nvSpPr>
          <p:spPr bwMode="auto">
            <a:xfrm>
              <a:off x="3507" y="3434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29" name="Rectangle 1603"/>
            <p:cNvSpPr>
              <a:spLocks noChangeArrowheads="1"/>
            </p:cNvSpPr>
            <p:nvPr/>
          </p:nvSpPr>
          <p:spPr bwMode="auto">
            <a:xfrm>
              <a:off x="3517" y="3434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0" name="Rectangle 1604"/>
            <p:cNvSpPr>
              <a:spLocks noChangeArrowheads="1"/>
            </p:cNvSpPr>
            <p:nvPr/>
          </p:nvSpPr>
          <p:spPr bwMode="auto">
            <a:xfrm>
              <a:off x="3523" y="3434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1" name="Rectangle 1605"/>
            <p:cNvSpPr>
              <a:spLocks noChangeArrowheads="1"/>
            </p:cNvSpPr>
            <p:nvPr/>
          </p:nvSpPr>
          <p:spPr bwMode="auto">
            <a:xfrm>
              <a:off x="3528" y="3434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2" name="Rectangle 1606"/>
            <p:cNvSpPr>
              <a:spLocks noChangeArrowheads="1"/>
            </p:cNvSpPr>
            <p:nvPr/>
          </p:nvSpPr>
          <p:spPr bwMode="auto">
            <a:xfrm>
              <a:off x="3539" y="3434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3" name="Rectangle 1607"/>
            <p:cNvSpPr>
              <a:spLocks noChangeArrowheads="1"/>
            </p:cNvSpPr>
            <p:nvPr/>
          </p:nvSpPr>
          <p:spPr bwMode="auto">
            <a:xfrm>
              <a:off x="3544" y="3434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4" name="Rectangle 1608"/>
            <p:cNvSpPr>
              <a:spLocks noChangeArrowheads="1"/>
            </p:cNvSpPr>
            <p:nvPr/>
          </p:nvSpPr>
          <p:spPr bwMode="auto">
            <a:xfrm>
              <a:off x="3549" y="3434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5" name="Rectangle 1609"/>
            <p:cNvSpPr>
              <a:spLocks noChangeArrowheads="1"/>
            </p:cNvSpPr>
            <p:nvPr/>
          </p:nvSpPr>
          <p:spPr bwMode="auto">
            <a:xfrm>
              <a:off x="3554" y="3434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6" name="Rectangle 1610"/>
            <p:cNvSpPr>
              <a:spLocks noChangeArrowheads="1"/>
            </p:cNvSpPr>
            <p:nvPr/>
          </p:nvSpPr>
          <p:spPr bwMode="auto">
            <a:xfrm>
              <a:off x="3560" y="3434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7" name="Rectangle 1611"/>
            <p:cNvSpPr>
              <a:spLocks noChangeArrowheads="1"/>
            </p:cNvSpPr>
            <p:nvPr/>
          </p:nvSpPr>
          <p:spPr bwMode="auto">
            <a:xfrm>
              <a:off x="3565" y="3434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8" name="Rectangle 1612"/>
            <p:cNvSpPr>
              <a:spLocks noChangeArrowheads="1"/>
            </p:cNvSpPr>
            <p:nvPr/>
          </p:nvSpPr>
          <p:spPr bwMode="auto">
            <a:xfrm>
              <a:off x="3570" y="3434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39" name="Rectangle 1613"/>
            <p:cNvSpPr>
              <a:spLocks noChangeArrowheads="1"/>
            </p:cNvSpPr>
            <p:nvPr/>
          </p:nvSpPr>
          <p:spPr bwMode="auto">
            <a:xfrm>
              <a:off x="3576" y="3434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0" name="Rectangle 1614"/>
            <p:cNvSpPr>
              <a:spLocks noChangeArrowheads="1"/>
            </p:cNvSpPr>
            <p:nvPr/>
          </p:nvSpPr>
          <p:spPr bwMode="auto">
            <a:xfrm>
              <a:off x="3581" y="3434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1" name="Rectangle 1615"/>
            <p:cNvSpPr>
              <a:spLocks noChangeArrowheads="1"/>
            </p:cNvSpPr>
            <p:nvPr/>
          </p:nvSpPr>
          <p:spPr bwMode="auto">
            <a:xfrm>
              <a:off x="3586" y="3434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2" name="Rectangle 1616"/>
            <p:cNvSpPr>
              <a:spLocks noChangeArrowheads="1"/>
            </p:cNvSpPr>
            <p:nvPr/>
          </p:nvSpPr>
          <p:spPr bwMode="auto">
            <a:xfrm>
              <a:off x="3591" y="3434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3" name="Rectangle 1617"/>
            <p:cNvSpPr>
              <a:spLocks noChangeArrowheads="1"/>
            </p:cNvSpPr>
            <p:nvPr/>
          </p:nvSpPr>
          <p:spPr bwMode="auto">
            <a:xfrm>
              <a:off x="3597" y="3434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4" name="Rectangle 1618"/>
            <p:cNvSpPr>
              <a:spLocks noChangeArrowheads="1"/>
            </p:cNvSpPr>
            <p:nvPr/>
          </p:nvSpPr>
          <p:spPr bwMode="auto">
            <a:xfrm>
              <a:off x="3607" y="3434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5" name="Rectangle 1619"/>
            <p:cNvSpPr>
              <a:spLocks noChangeArrowheads="1"/>
            </p:cNvSpPr>
            <p:nvPr/>
          </p:nvSpPr>
          <p:spPr bwMode="auto">
            <a:xfrm>
              <a:off x="3613" y="3434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6" name="Rectangle 1620"/>
            <p:cNvSpPr>
              <a:spLocks noChangeArrowheads="1"/>
            </p:cNvSpPr>
            <p:nvPr/>
          </p:nvSpPr>
          <p:spPr bwMode="auto">
            <a:xfrm>
              <a:off x="3623" y="3434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7" name="Rectangle 1621"/>
            <p:cNvSpPr>
              <a:spLocks noChangeArrowheads="1"/>
            </p:cNvSpPr>
            <p:nvPr/>
          </p:nvSpPr>
          <p:spPr bwMode="auto">
            <a:xfrm>
              <a:off x="3629" y="3434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8" name="Rectangle 1622"/>
            <p:cNvSpPr>
              <a:spLocks noChangeArrowheads="1"/>
            </p:cNvSpPr>
            <p:nvPr/>
          </p:nvSpPr>
          <p:spPr bwMode="auto">
            <a:xfrm>
              <a:off x="3639" y="3434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49" name="Rectangle 1623"/>
            <p:cNvSpPr>
              <a:spLocks noChangeArrowheads="1"/>
            </p:cNvSpPr>
            <p:nvPr/>
          </p:nvSpPr>
          <p:spPr bwMode="auto">
            <a:xfrm>
              <a:off x="3644" y="3434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0" name="Rectangle 1624"/>
            <p:cNvSpPr>
              <a:spLocks noChangeArrowheads="1"/>
            </p:cNvSpPr>
            <p:nvPr/>
          </p:nvSpPr>
          <p:spPr bwMode="auto">
            <a:xfrm>
              <a:off x="3650" y="3434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1" name="Rectangle 1625"/>
            <p:cNvSpPr>
              <a:spLocks noChangeArrowheads="1"/>
            </p:cNvSpPr>
            <p:nvPr/>
          </p:nvSpPr>
          <p:spPr bwMode="auto">
            <a:xfrm>
              <a:off x="3660" y="3434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2" name="Rectangle 1626"/>
            <p:cNvSpPr>
              <a:spLocks noChangeArrowheads="1"/>
            </p:cNvSpPr>
            <p:nvPr/>
          </p:nvSpPr>
          <p:spPr bwMode="auto">
            <a:xfrm>
              <a:off x="3666" y="3434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3" name="Rectangle 1627"/>
            <p:cNvSpPr>
              <a:spLocks noChangeArrowheads="1"/>
            </p:cNvSpPr>
            <p:nvPr/>
          </p:nvSpPr>
          <p:spPr bwMode="auto">
            <a:xfrm>
              <a:off x="3671" y="3434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4" name="Rectangle 1628"/>
            <p:cNvSpPr>
              <a:spLocks noChangeArrowheads="1"/>
            </p:cNvSpPr>
            <p:nvPr/>
          </p:nvSpPr>
          <p:spPr bwMode="auto">
            <a:xfrm>
              <a:off x="3681" y="3434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5" name="Rectangle 1629"/>
            <p:cNvSpPr>
              <a:spLocks noChangeArrowheads="1"/>
            </p:cNvSpPr>
            <p:nvPr/>
          </p:nvSpPr>
          <p:spPr bwMode="auto">
            <a:xfrm>
              <a:off x="3687" y="3434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6" name="Rectangle 1630"/>
            <p:cNvSpPr>
              <a:spLocks noChangeArrowheads="1"/>
            </p:cNvSpPr>
            <p:nvPr/>
          </p:nvSpPr>
          <p:spPr bwMode="auto">
            <a:xfrm>
              <a:off x="3697" y="3434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7" name="Rectangle 1631"/>
            <p:cNvSpPr>
              <a:spLocks noChangeArrowheads="1"/>
            </p:cNvSpPr>
            <p:nvPr/>
          </p:nvSpPr>
          <p:spPr bwMode="auto">
            <a:xfrm>
              <a:off x="3703" y="3434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8" name="Rectangle 1632"/>
            <p:cNvSpPr>
              <a:spLocks noChangeArrowheads="1"/>
            </p:cNvSpPr>
            <p:nvPr/>
          </p:nvSpPr>
          <p:spPr bwMode="auto">
            <a:xfrm>
              <a:off x="3708" y="3434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59" name="Rectangle 1633"/>
            <p:cNvSpPr>
              <a:spLocks noChangeArrowheads="1"/>
            </p:cNvSpPr>
            <p:nvPr/>
          </p:nvSpPr>
          <p:spPr bwMode="auto">
            <a:xfrm>
              <a:off x="3718" y="3434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0" name="Rectangle 1634"/>
            <p:cNvSpPr>
              <a:spLocks noChangeArrowheads="1"/>
            </p:cNvSpPr>
            <p:nvPr/>
          </p:nvSpPr>
          <p:spPr bwMode="auto">
            <a:xfrm>
              <a:off x="3724" y="3434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1" name="Rectangle 1635"/>
            <p:cNvSpPr>
              <a:spLocks noChangeArrowheads="1"/>
            </p:cNvSpPr>
            <p:nvPr/>
          </p:nvSpPr>
          <p:spPr bwMode="auto">
            <a:xfrm>
              <a:off x="3729" y="3434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2" name="Rectangle 1636"/>
            <p:cNvSpPr>
              <a:spLocks noChangeArrowheads="1"/>
            </p:cNvSpPr>
            <p:nvPr/>
          </p:nvSpPr>
          <p:spPr bwMode="auto">
            <a:xfrm>
              <a:off x="3734" y="3434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3" name="Rectangle 1637"/>
            <p:cNvSpPr>
              <a:spLocks noChangeArrowheads="1"/>
            </p:cNvSpPr>
            <p:nvPr/>
          </p:nvSpPr>
          <p:spPr bwMode="auto">
            <a:xfrm>
              <a:off x="3740" y="3434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4" name="Rectangle 1638"/>
            <p:cNvSpPr>
              <a:spLocks noChangeArrowheads="1"/>
            </p:cNvSpPr>
            <p:nvPr/>
          </p:nvSpPr>
          <p:spPr bwMode="auto">
            <a:xfrm>
              <a:off x="3745" y="3434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5" name="Rectangle 1639"/>
            <p:cNvSpPr>
              <a:spLocks noChangeArrowheads="1"/>
            </p:cNvSpPr>
            <p:nvPr/>
          </p:nvSpPr>
          <p:spPr bwMode="auto">
            <a:xfrm>
              <a:off x="3750" y="3434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6" name="Rectangle 1640"/>
            <p:cNvSpPr>
              <a:spLocks noChangeArrowheads="1"/>
            </p:cNvSpPr>
            <p:nvPr/>
          </p:nvSpPr>
          <p:spPr bwMode="auto">
            <a:xfrm>
              <a:off x="3755" y="3434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7" name="Rectangle 1641"/>
            <p:cNvSpPr>
              <a:spLocks noChangeArrowheads="1"/>
            </p:cNvSpPr>
            <p:nvPr/>
          </p:nvSpPr>
          <p:spPr bwMode="auto">
            <a:xfrm>
              <a:off x="3184" y="3434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8" name="Rectangle 1642"/>
            <p:cNvSpPr>
              <a:spLocks noChangeArrowheads="1"/>
            </p:cNvSpPr>
            <p:nvPr/>
          </p:nvSpPr>
          <p:spPr bwMode="auto">
            <a:xfrm>
              <a:off x="3681" y="3460"/>
              <a:ext cx="53" cy="8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69" name="Rectangle 1643"/>
            <p:cNvSpPr>
              <a:spLocks noChangeArrowheads="1"/>
            </p:cNvSpPr>
            <p:nvPr/>
          </p:nvSpPr>
          <p:spPr bwMode="auto">
            <a:xfrm>
              <a:off x="3681" y="3460"/>
              <a:ext cx="53" cy="85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70" name="Rectangle 1644"/>
            <p:cNvSpPr>
              <a:spLocks noChangeArrowheads="1"/>
            </p:cNvSpPr>
            <p:nvPr/>
          </p:nvSpPr>
          <p:spPr bwMode="auto">
            <a:xfrm>
              <a:off x="3666" y="3471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71" name="Rectangle 1645"/>
            <p:cNvSpPr>
              <a:spLocks noChangeArrowheads="1"/>
            </p:cNvSpPr>
            <p:nvPr/>
          </p:nvSpPr>
          <p:spPr bwMode="auto">
            <a:xfrm>
              <a:off x="3666" y="3471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72" name="Rectangle 1646"/>
            <p:cNvSpPr>
              <a:spLocks noChangeArrowheads="1"/>
            </p:cNvSpPr>
            <p:nvPr/>
          </p:nvSpPr>
          <p:spPr bwMode="auto">
            <a:xfrm>
              <a:off x="3666" y="350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73" name="Rectangle 1647"/>
            <p:cNvSpPr>
              <a:spLocks noChangeArrowheads="1"/>
            </p:cNvSpPr>
            <p:nvPr/>
          </p:nvSpPr>
          <p:spPr bwMode="auto">
            <a:xfrm>
              <a:off x="3666" y="350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774" name="Rectangle 1648"/>
            <p:cNvSpPr>
              <a:spLocks noChangeArrowheads="1"/>
            </p:cNvSpPr>
            <p:nvPr/>
          </p:nvSpPr>
          <p:spPr bwMode="auto">
            <a:xfrm>
              <a:off x="3251" y="3532"/>
              <a:ext cx="41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900" b="1" dirty="0" err="1">
                  <a:solidFill>
                    <a:srgbClr val="000000"/>
                  </a:solidFill>
                </a:rPr>
                <a:t>VideoManager</a:t>
              </a:r>
              <a:endParaRPr lang="en-US" altLang="ko-KR" sz="900" b="1" dirty="0">
                <a:solidFill>
                  <a:srgbClr val="000000"/>
                </a:solidFill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WN5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53" name="Group 1527"/>
          <p:cNvGrpSpPr>
            <a:grpSpLocks noChangeAspect="1"/>
          </p:cNvGrpSpPr>
          <p:nvPr/>
        </p:nvGrpSpPr>
        <p:grpSpPr bwMode="auto">
          <a:xfrm>
            <a:off x="3891833" y="5261525"/>
            <a:ext cx="1039865" cy="285331"/>
            <a:chOff x="2375" y="3501"/>
            <a:chExt cx="593" cy="328"/>
          </a:xfrm>
        </p:grpSpPr>
        <p:sp>
          <p:nvSpPr>
            <p:cNvPr id="1660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1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2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3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4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5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6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7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8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9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0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1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2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3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4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5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6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7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8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79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0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1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2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3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4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5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6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7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8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89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0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1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2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3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4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5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6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7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8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99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0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1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2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3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4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5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6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7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8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09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0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1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2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13" name="Rectangle 1586"/>
            <p:cNvSpPr>
              <a:spLocks noChangeArrowheads="1"/>
            </p:cNvSpPr>
            <p:nvPr/>
          </p:nvSpPr>
          <p:spPr bwMode="auto">
            <a:xfrm>
              <a:off x="2400" y="3623"/>
              <a:ext cx="54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b="1" dirty="0" err="1">
                  <a:solidFill>
                    <a:srgbClr val="000000"/>
                  </a:solidFill>
                </a:rPr>
                <a:t>VideoManager</a:t>
              </a:r>
              <a:r>
                <a:rPr kumimoji="0" lang="ko-KR" altLang="ko-KR" sz="7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_Hi3519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75" name="Group 1589"/>
          <p:cNvGrpSpPr>
            <a:grpSpLocks noChangeAspect="1"/>
          </p:cNvGrpSpPr>
          <p:nvPr/>
        </p:nvGrpSpPr>
        <p:grpSpPr bwMode="auto">
          <a:xfrm>
            <a:off x="3891828" y="4967588"/>
            <a:ext cx="1039864" cy="285331"/>
            <a:chOff x="3184" y="3434"/>
            <a:chExt cx="593" cy="328"/>
          </a:xfrm>
        </p:grpSpPr>
        <p:sp>
          <p:nvSpPr>
            <p:cNvPr id="1776" name="Rectangle 1595"/>
            <p:cNvSpPr>
              <a:spLocks noChangeArrowheads="1"/>
            </p:cNvSpPr>
            <p:nvPr/>
          </p:nvSpPr>
          <p:spPr bwMode="auto">
            <a:xfrm>
              <a:off x="3200" y="3450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7" name="Rectangle 1596"/>
            <p:cNvSpPr>
              <a:spLocks noChangeArrowheads="1"/>
            </p:cNvSpPr>
            <p:nvPr/>
          </p:nvSpPr>
          <p:spPr bwMode="auto">
            <a:xfrm>
              <a:off x="3200" y="3450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8" name="Rectangle 1597"/>
            <p:cNvSpPr>
              <a:spLocks noChangeArrowheads="1"/>
            </p:cNvSpPr>
            <p:nvPr/>
          </p:nvSpPr>
          <p:spPr bwMode="auto">
            <a:xfrm>
              <a:off x="3184" y="3434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9" name="Rectangle 1598"/>
            <p:cNvSpPr>
              <a:spLocks noChangeArrowheads="1"/>
            </p:cNvSpPr>
            <p:nvPr/>
          </p:nvSpPr>
          <p:spPr bwMode="auto">
            <a:xfrm>
              <a:off x="3480" y="3434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0" name="Rectangle 1599"/>
            <p:cNvSpPr>
              <a:spLocks noChangeArrowheads="1"/>
            </p:cNvSpPr>
            <p:nvPr/>
          </p:nvSpPr>
          <p:spPr bwMode="auto">
            <a:xfrm>
              <a:off x="3486" y="3434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1" name="Rectangle 1600"/>
            <p:cNvSpPr>
              <a:spLocks noChangeArrowheads="1"/>
            </p:cNvSpPr>
            <p:nvPr/>
          </p:nvSpPr>
          <p:spPr bwMode="auto">
            <a:xfrm>
              <a:off x="3491" y="3434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2" name="Rectangle 1601"/>
            <p:cNvSpPr>
              <a:spLocks noChangeArrowheads="1"/>
            </p:cNvSpPr>
            <p:nvPr/>
          </p:nvSpPr>
          <p:spPr bwMode="auto">
            <a:xfrm>
              <a:off x="3502" y="3434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3" name="Rectangle 1602"/>
            <p:cNvSpPr>
              <a:spLocks noChangeArrowheads="1"/>
            </p:cNvSpPr>
            <p:nvPr/>
          </p:nvSpPr>
          <p:spPr bwMode="auto">
            <a:xfrm>
              <a:off x="3507" y="3434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4" name="Rectangle 1603"/>
            <p:cNvSpPr>
              <a:spLocks noChangeArrowheads="1"/>
            </p:cNvSpPr>
            <p:nvPr/>
          </p:nvSpPr>
          <p:spPr bwMode="auto">
            <a:xfrm>
              <a:off x="3517" y="3434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5" name="Rectangle 1604"/>
            <p:cNvSpPr>
              <a:spLocks noChangeArrowheads="1"/>
            </p:cNvSpPr>
            <p:nvPr/>
          </p:nvSpPr>
          <p:spPr bwMode="auto">
            <a:xfrm>
              <a:off x="3523" y="3434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6" name="Rectangle 1605"/>
            <p:cNvSpPr>
              <a:spLocks noChangeArrowheads="1"/>
            </p:cNvSpPr>
            <p:nvPr/>
          </p:nvSpPr>
          <p:spPr bwMode="auto">
            <a:xfrm>
              <a:off x="3528" y="3434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7" name="Rectangle 1606"/>
            <p:cNvSpPr>
              <a:spLocks noChangeArrowheads="1"/>
            </p:cNvSpPr>
            <p:nvPr/>
          </p:nvSpPr>
          <p:spPr bwMode="auto">
            <a:xfrm>
              <a:off x="3539" y="3434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8" name="Rectangle 1607"/>
            <p:cNvSpPr>
              <a:spLocks noChangeArrowheads="1"/>
            </p:cNvSpPr>
            <p:nvPr/>
          </p:nvSpPr>
          <p:spPr bwMode="auto">
            <a:xfrm>
              <a:off x="3544" y="3434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9" name="Rectangle 1608"/>
            <p:cNvSpPr>
              <a:spLocks noChangeArrowheads="1"/>
            </p:cNvSpPr>
            <p:nvPr/>
          </p:nvSpPr>
          <p:spPr bwMode="auto">
            <a:xfrm>
              <a:off x="3549" y="3434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0" name="Rectangle 1609"/>
            <p:cNvSpPr>
              <a:spLocks noChangeArrowheads="1"/>
            </p:cNvSpPr>
            <p:nvPr/>
          </p:nvSpPr>
          <p:spPr bwMode="auto">
            <a:xfrm>
              <a:off x="3554" y="3434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1" name="Rectangle 1610"/>
            <p:cNvSpPr>
              <a:spLocks noChangeArrowheads="1"/>
            </p:cNvSpPr>
            <p:nvPr/>
          </p:nvSpPr>
          <p:spPr bwMode="auto">
            <a:xfrm>
              <a:off x="3560" y="3434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2" name="Rectangle 1611"/>
            <p:cNvSpPr>
              <a:spLocks noChangeArrowheads="1"/>
            </p:cNvSpPr>
            <p:nvPr/>
          </p:nvSpPr>
          <p:spPr bwMode="auto">
            <a:xfrm>
              <a:off x="3565" y="3434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3" name="Rectangle 1612"/>
            <p:cNvSpPr>
              <a:spLocks noChangeArrowheads="1"/>
            </p:cNvSpPr>
            <p:nvPr/>
          </p:nvSpPr>
          <p:spPr bwMode="auto">
            <a:xfrm>
              <a:off x="3570" y="3434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4" name="Rectangle 1613"/>
            <p:cNvSpPr>
              <a:spLocks noChangeArrowheads="1"/>
            </p:cNvSpPr>
            <p:nvPr/>
          </p:nvSpPr>
          <p:spPr bwMode="auto">
            <a:xfrm>
              <a:off x="3576" y="3434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5" name="Rectangle 1614"/>
            <p:cNvSpPr>
              <a:spLocks noChangeArrowheads="1"/>
            </p:cNvSpPr>
            <p:nvPr/>
          </p:nvSpPr>
          <p:spPr bwMode="auto">
            <a:xfrm>
              <a:off x="3581" y="3434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6" name="Rectangle 1615"/>
            <p:cNvSpPr>
              <a:spLocks noChangeArrowheads="1"/>
            </p:cNvSpPr>
            <p:nvPr/>
          </p:nvSpPr>
          <p:spPr bwMode="auto">
            <a:xfrm>
              <a:off x="3586" y="3434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7" name="Rectangle 1616"/>
            <p:cNvSpPr>
              <a:spLocks noChangeArrowheads="1"/>
            </p:cNvSpPr>
            <p:nvPr/>
          </p:nvSpPr>
          <p:spPr bwMode="auto">
            <a:xfrm>
              <a:off x="3591" y="3434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8" name="Rectangle 1617"/>
            <p:cNvSpPr>
              <a:spLocks noChangeArrowheads="1"/>
            </p:cNvSpPr>
            <p:nvPr/>
          </p:nvSpPr>
          <p:spPr bwMode="auto">
            <a:xfrm>
              <a:off x="3597" y="3434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9" name="Rectangle 1618"/>
            <p:cNvSpPr>
              <a:spLocks noChangeArrowheads="1"/>
            </p:cNvSpPr>
            <p:nvPr/>
          </p:nvSpPr>
          <p:spPr bwMode="auto">
            <a:xfrm>
              <a:off x="3607" y="3434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0" name="Rectangle 1619"/>
            <p:cNvSpPr>
              <a:spLocks noChangeArrowheads="1"/>
            </p:cNvSpPr>
            <p:nvPr/>
          </p:nvSpPr>
          <p:spPr bwMode="auto">
            <a:xfrm>
              <a:off x="3613" y="3434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1" name="Rectangle 1620"/>
            <p:cNvSpPr>
              <a:spLocks noChangeArrowheads="1"/>
            </p:cNvSpPr>
            <p:nvPr/>
          </p:nvSpPr>
          <p:spPr bwMode="auto">
            <a:xfrm>
              <a:off x="3623" y="3434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2" name="Rectangle 1621"/>
            <p:cNvSpPr>
              <a:spLocks noChangeArrowheads="1"/>
            </p:cNvSpPr>
            <p:nvPr/>
          </p:nvSpPr>
          <p:spPr bwMode="auto">
            <a:xfrm>
              <a:off x="3629" y="3434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3" name="Rectangle 1622"/>
            <p:cNvSpPr>
              <a:spLocks noChangeArrowheads="1"/>
            </p:cNvSpPr>
            <p:nvPr/>
          </p:nvSpPr>
          <p:spPr bwMode="auto">
            <a:xfrm>
              <a:off x="3639" y="3434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4" name="Rectangle 1623"/>
            <p:cNvSpPr>
              <a:spLocks noChangeArrowheads="1"/>
            </p:cNvSpPr>
            <p:nvPr/>
          </p:nvSpPr>
          <p:spPr bwMode="auto">
            <a:xfrm>
              <a:off x="3644" y="3434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5" name="Rectangle 1624"/>
            <p:cNvSpPr>
              <a:spLocks noChangeArrowheads="1"/>
            </p:cNvSpPr>
            <p:nvPr/>
          </p:nvSpPr>
          <p:spPr bwMode="auto">
            <a:xfrm>
              <a:off x="3650" y="3434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6" name="Rectangle 1625"/>
            <p:cNvSpPr>
              <a:spLocks noChangeArrowheads="1"/>
            </p:cNvSpPr>
            <p:nvPr/>
          </p:nvSpPr>
          <p:spPr bwMode="auto">
            <a:xfrm>
              <a:off x="3660" y="3434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7" name="Rectangle 1626"/>
            <p:cNvSpPr>
              <a:spLocks noChangeArrowheads="1"/>
            </p:cNvSpPr>
            <p:nvPr/>
          </p:nvSpPr>
          <p:spPr bwMode="auto">
            <a:xfrm>
              <a:off x="3666" y="3434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8" name="Rectangle 1627"/>
            <p:cNvSpPr>
              <a:spLocks noChangeArrowheads="1"/>
            </p:cNvSpPr>
            <p:nvPr/>
          </p:nvSpPr>
          <p:spPr bwMode="auto">
            <a:xfrm>
              <a:off x="3671" y="3434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9" name="Rectangle 1628"/>
            <p:cNvSpPr>
              <a:spLocks noChangeArrowheads="1"/>
            </p:cNvSpPr>
            <p:nvPr/>
          </p:nvSpPr>
          <p:spPr bwMode="auto">
            <a:xfrm>
              <a:off x="3681" y="3434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0" name="Rectangle 1629"/>
            <p:cNvSpPr>
              <a:spLocks noChangeArrowheads="1"/>
            </p:cNvSpPr>
            <p:nvPr/>
          </p:nvSpPr>
          <p:spPr bwMode="auto">
            <a:xfrm>
              <a:off x="3687" y="3434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1" name="Rectangle 1630"/>
            <p:cNvSpPr>
              <a:spLocks noChangeArrowheads="1"/>
            </p:cNvSpPr>
            <p:nvPr/>
          </p:nvSpPr>
          <p:spPr bwMode="auto">
            <a:xfrm>
              <a:off x="3697" y="3434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2" name="Rectangle 1631"/>
            <p:cNvSpPr>
              <a:spLocks noChangeArrowheads="1"/>
            </p:cNvSpPr>
            <p:nvPr/>
          </p:nvSpPr>
          <p:spPr bwMode="auto">
            <a:xfrm>
              <a:off x="3703" y="3434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3" name="Rectangle 1632"/>
            <p:cNvSpPr>
              <a:spLocks noChangeArrowheads="1"/>
            </p:cNvSpPr>
            <p:nvPr/>
          </p:nvSpPr>
          <p:spPr bwMode="auto">
            <a:xfrm>
              <a:off x="3708" y="3434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4" name="Rectangle 1633"/>
            <p:cNvSpPr>
              <a:spLocks noChangeArrowheads="1"/>
            </p:cNvSpPr>
            <p:nvPr/>
          </p:nvSpPr>
          <p:spPr bwMode="auto">
            <a:xfrm>
              <a:off x="3718" y="3434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5" name="Rectangle 1634"/>
            <p:cNvSpPr>
              <a:spLocks noChangeArrowheads="1"/>
            </p:cNvSpPr>
            <p:nvPr/>
          </p:nvSpPr>
          <p:spPr bwMode="auto">
            <a:xfrm>
              <a:off x="3724" y="3434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6" name="Rectangle 1635"/>
            <p:cNvSpPr>
              <a:spLocks noChangeArrowheads="1"/>
            </p:cNvSpPr>
            <p:nvPr/>
          </p:nvSpPr>
          <p:spPr bwMode="auto">
            <a:xfrm>
              <a:off x="3729" y="3434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7" name="Rectangle 1636"/>
            <p:cNvSpPr>
              <a:spLocks noChangeArrowheads="1"/>
            </p:cNvSpPr>
            <p:nvPr/>
          </p:nvSpPr>
          <p:spPr bwMode="auto">
            <a:xfrm>
              <a:off x="3734" y="3434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8" name="Rectangle 1637"/>
            <p:cNvSpPr>
              <a:spLocks noChangeArrowheads="1"/>
            </p:cNvSpPr>
            <p:nvPr/>
          </p:nvSpPr>
          <p:spPr bwMode="auto">
            <a:xfrm>
              <a:off x="3740" y="3434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9" name="Rectangle 1638"/>
            <p:cNvSpPr>
              <a:spLocks noChangeArrowheads="1"/>
            </p:cNvSpPr>
            <p:nvPr/>
          </p:nvSpPr>
          <p:spPr bwMode="auto">
            <a:xfrm>
              <a:off x="3745" y="3434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0" name="Rectangle 1639"/>
            <p:cNvSpPr>
              <a:spLocks noChangeArrowheads="1"/>
            </p:cNvSpPr>
            <p:nvPr/>
          </p:nvSpPr>
          <p:spPr bwMode="auto">
            <a:xfrm>
              <a:off x="3750" y="3434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1" name="Rectangle 1640"/>
            <p:cNvSpPr>
              <a:spLocks noChangeArrowheads="1"/>
            </p:cNvSpPr>
            <p:nvPr/>
          </p:nvSpPr>
          <p:spPr bwMode="auto">
            <a:xfrm>
              <a:off x="3755" y="3434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2" name="Rectangle 1641"/>
            <p:cNvSpPr>
              <a:spLocks noChangeArrowheads="1"/>
            </p:cNvSpPr>
            <p:nvPr/>
          </p:nvSpPr>
          <p:spPr bwMode="auto">
            <a:xfrm>
              <a:off x="3184" y="3434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3" name="Rectangle 1642"/>
            <p:cNvSpPr>
              <a:spLocks noChangeArrowheads="1"/>
            </p:cNvSpPr>
            <p:nvPr/>
          </p:nvSpPr>
          <p:spPr bwMode="auto">
            <a:xfrm>
              <a:off x="3681" y="3460"/>
              <a:ext cx="53" cy="8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4" name="Rectangle 1643"/>
            <p:cNvSpPr>
              <a:spLocks noChangeArrowheads="1"/>
            </p:cNvSpPr>
            <p:nvPr/>
          </p:nvSpPr>
          <p:spPr bwMode="auto">
            <a:xfrm>
              <a:off x="3681" y="3460"/>
              <a:ext cx="53" cy="85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5" name="Rectangle 1644"/>
            <p:cNvSpPr>
              <a:spLocks noChangeArrowheads="1"/>
            </p:cNvSpPr>
            <p:nvPr/>
          </p:nvSpPr>
          <p:spPr bwMode="auto">
            <a:xfrm>
              <a:off x="3666" y="3471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6" name="Rectangle 1645"/>
            <p:cNvSpPr>
              <a:spLocks noChangeArrowheads="1"/>
            </p:cNvSpPr>
            <p:nvPr/>
          </p:nvSpPr>
          <p:spPr bwMode="auto">
            <a:xfrm>
              <a:off x="3666" y="3471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7" name="Rectangle 1646"/>
            <p:cNvSpPr>
              <a:spLocks noChangeArrowheads="1"/>
            </p:cNvSpPr>
            <p:nvPr/>
          </p:nvSpPr>
          <p:spPr bwMode="auto">
            <a:xfrm>
              <a:off x="3666" y="350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8" name="Rectangle 1647"/>
            <p:cNvSpPr>
              <a:spLocks noChangeArrowheads="1"/>
            </p:cNvSpPr>
            <p:nvPr/>
          </p:nvSpPr>
          <p:spPr bwMode="auto">
            <a:xfrm>
              <a:off x="3666" y="350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9" name="Rectangle 1648"/>
            <p:cNvSpPr>
              <a:spLocks noChangeArrowheads="1"/>
            </p:cNvSpPr>
            <p:nvPr/>
          </p:nvSpPr>
          <p:spPr bwMode="auto">
            <a:xfrm>
              <a:off x="3213" y="3579"/>
              <a:ext cx="49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b="1" dirty="0" err="1">
                  <a:solidFill>
                    <a:srgbClr val="000000"/>
                  </a:solidFill>
                </a:rPr>
                <a:t>VideoManager</a:t>
              </a:r>
              <a:r>
                <a:rPr kumimoji="0" lang="ko-KR" altLang="ko-KR" sz="7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_WN5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5276214" y="1311254"/>
            <a:ext cx="13218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ko-KR" sz="1400" b="1" i="1" dirty="0"/>
              <a:t>Technical Class</a:t>
            </a:r>
          </a:p>
        </p:txBody>
      </p:sp>
      <p:sp>
        <p:nvSpPr>
          <p:cNvPr id="795" name="직사각형 794"/>
          <p:cNvSpPr/>
          <p:nvPr/>
        </p:nvSpPr>
        <p:spPr>
          <a:xfrm>
            <a:off x="5286340" y="3617380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ko-KR" sz="1400" b="1" i="1" dirty="0"/>
              <a:t>Domain Class</a:t>
            </a:r>
          </a:p>
        </p:txBody>
      </p:sp>
      <p:sp>
        <p:nvSpPr>
          <p:cNvPr id="797" name="직사각형 796"/>
          <p:cNvSpPr/>
          <p:nvPr/>
        </p:nvSpPr>
        <p:spPr>
          <a:xfrm>
            <a:off x="4880433" y="5649911"/>
            <a:ext cx="1056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ko-KR" sz="1400" b="1" i="1" dirty="0"/>
              <a:t>Component</a:t>
            </a:r>
          </a:p>
        </p:txBody>
      </p:sp>
      <p:sp>
        <p:nvSpPr>
          <p:cNvPr id="10" name="자유형 9"/>
          <p:cNvSpPr/>
          <p:nvPr/>
        </p:nvSpPr>
        <p:spPr>
          <a:xfrm>
            <a:off x="5680364" y="3451582"/>
            <a:ext cx="3472872" cy="1757727"/>
          </a:xfrm>
          <a:custGeom>
            <a:avLst/>
            <a:gdLst>
              <a:gd name="connsiteX0" fmla="*/ 2697018 w 3472872"/>
              <a:gd name="connsiteY0" fmla="*/ 686309 h 1757727"/>
              <a:gd name="connsiteX1" fmla="*/ 2623127 w 3472872"/>
              <a:gd name="connsiteY1" fmla="*/ 695545 h 1757727"/>
              <a:gd name="connsiteX2" fmla="*/ 2189018 w 3472872"/>
              <a:gd name="connsiteY2" fmla="*/ 714018 h 1757727"/>
              <a:gd name="connsiteX3" fmla="*/ 2087418 w 3472872"/>
              <a:gd name="connsiteY3" fmla="*/ 769436 h 1757727"/>
              <a:gd name="connsiteX4" fmla="*/ 1976581 w 3472872"/>
              <a:gd name="connsiteY4" fmla="*/ 797145 h 1757727"/>
              <a:gd name="connsiteX5" fmla="*/ 1939636 w 3472872"/>
              <a:gd name="connsiteY5" fmla="*/ 815618 h 1757727"/>
              <a:gd name="connsiteX6" fmla="*/ 1533236 w 3472872"/>
              <a:gd name="connsiteY6" fmla="*/ 824854 h 1757727"/>
              <a:gd name="connsiteX7" fmla="*/ 1330036 w 3472872"/>
              <a:gd name="connsiteY7" fmla="*/ 797145 h 1757727"/>
              <a:gd name="connsiteX8" fmla="*/ 1302327 w 3472872"/>
              <a:gd name="connsiteY8" fmla="*/ 778673 h 1757727"/>
              <a:gd name="connsiteX9" fmla="*/ 1219200 w 3472872"/>
              <a:gd name="connsiteY9" fmla="*/ 741727 h 1757727"/>
              <a:gd name="connsiteX10" fmla="*/ 1182254 w 3472872"/>
              <a:gd name="connsiteY10" fmla="*/ 723254 h 1757727"/>
              <a:gd name="connsiteX11" fmla="*/ 1043709 w 3472872"/>
              <a:gd name="connsiteY11" fmla="*/ 695545 h 1757727"/>
              <a:gd name="connsiteX12" fmla="*/ 960581 w 3472872"/>
              <a:gd name="connsiteY12" fmla="*/ 658600 h 1757727"/>
              <a:gd name="connsiteX13" fmla="*/ 905163 w 3472872"/>
              <a:gd name="connsiteY13" fmla="*/ 649363 h 1757727"/>
              <a:gd name="connsiteX14" fmla="*/ 822036 w 3472872"/>
              <a:gd name="connsiteY14" fmla="*/ 621654 h 1757727"/>
              <a:gd name="connsiteX15" fmla="*/ 766618 w 3472872"/>
              <a:gd name="connsiteY15" fmla="*/ 603182 h 1757727"/>
              <a:gd name="connsiteX16" fmla="*/ 572654 w 3472872"/>
              <a:gd name="connsiteY16" fmla="*/ 557000 h 1757727"/>
              <a:gd name="connsiteX17" fmla="*/ 461818 w 3472872"/>
              <a:gd name="connsiteY17" fmla="*/ 520054 h 1757727"/>
              <a:gd name="connsiteX18" fmla="*/ 350981 w 3472872"/>
              <a:gd name="connsiteY18" fmla="*/ 483109 h 1757727"/>
              <a:gd name="connsiteX19" fmla="*/ 323272 w 3472872"/>
              <a:gd name="connsiteY19" fmla="*/ 464636 h 1757727"/>
              <a:gd name="connsiteX20" fmla="*/ 249381 w 3472872"/>
              <a:gd name="connsiteY20" fmla="*/ 390745 h 1757727"/>
              <a:gd name="connsiteX21" fmla="*/ 184727 w 3472872"/>
              <a:gd name="connsiteY21" fmla="*/ 344563 h 1757727"/>
              <a:gd name="connsiteX22" fmla="*/ 166254 w 3472872"/>
              <a:gd name="connsiteY22" fmla="*/ 307618 h 1757727"/>
              <a:gd name="connsiteX23" fmla="*/ 175491 w 3472872"/>
              <a:gd name="connsiteY23" fmla="*/ 242963 h 1757727"/>
              <a:gd name="connsiteX24" fmla="*/ 212436 w 3472872"/>
              <a:gd name="connsiteY24" fmla="*/ 224491 h 1757727"/>
              <a:gd name="connsiteX25" fmla="*/ 304800 w 3472872"/>
              <a:gd name="connsiteY25" fmla="*/ 196782 h 1757727"/>
              <a:gd name="connsiteX26" fmla="*/ 535709 w 3472872"/>
              <a:gd name="connsiteY26" fmla="*/ 159836 h 1757727"/>
              <a:gd name="connsiteX27" fmla="*/ 812800 w 3472872"/>
              <a:gd name="connsiteY27" fmla="*/ 132127 h 1757727"/>
              <a:gd name="connsiteX28" fmla="*/ 969818 w 3472872"/>
              <a:gd name="connsiteY28" fmla="*/ 113654 h 1757727"/>
              <a:gd name="connsiteX29" fmla="*/ 1265381 w 3472872"/>
              <a:gd name="connsiteY29" fmla="*/ 67473 h 1757727"/>
              <a:gd name="connsiteX30" fmla="*/ 1607127 w 3472872"/>
              <a:gd name="connsiteY30" fmla="*/ 49000 h 1757727"/>
              <a:gd name="connsiteX31" fmla="*/ 1644072 w 3472872"/>
              <a:gd name="connsiteY31" fmla="*/ 39763 h 1757727"/>
              <a:gd name="connsiteX32" fmla="*/ 1662545 w 3472872"/>
              <a:gd name="connsiteY32" fmla="*/ 2818 h 1757727"/>
              <a:gd name="connsiteX33" fmla="*/ 2382981 w 3472872"/>
              <a:gd name="connsiteY33" fmla="*/ 12054 h 1757727"/>
              <a:gd name="connsiteX34" fmla="*/ 2576945 w 3472872"/>
              <a:gd name="connsiteY34" fmla="*/ 30527 h 1757727"/>
              <a:gd name="connsiteX35" fmla="*/ 2632363 w 3472872"/>
              <a:gd name="connsiteY35" fmla="*/ 49000 h 1757727"/>
              <a:gd name="connsiteX36" fmla="*/ 2752436 w 3472872"/>
              <a:gd name="connsiteY36" fmla="*/ 104418 h 1757727"/>
              <a:gd name="connsiteX37" fmla="*/ 2826327 w 3472872"/>
              <a:gd name="connsiteY37" fmla="*/ 141363 h 1757727"/>
              <a:gd name="connsiteX38" fmla="*/ 2854036 w 3472872"/>
              <a:gd name="connsiteY38" fmla="*/ 150600 h 1757727"/>
              <a:gd name="connsiteX39" fmla="*/ 2909454 w 3472872"/>
              <a:gd name="connsiteY39" fmla="*/ 187545 h 1757727"/>
              <a:gd name="connsiteX40" fmla="*/ 2937163 w 3472872"/>
              <a:gd name="connsiteY40" fmla="*/ 206018 h 1757727"/>
              <a:gd name="connsiteX41" fmla="*/ 2974109 w 3472872"/>
              <a:gd name="connsiteY41" fmla="*/ 233727 h 1757727"/>
              <a:gd name="connsiteX42" fmla="*/ 3011054 w 3472872"/>
              <a:gd name="connsiteY42" fmla="*/ 252200 h 1757727"/>
              <a:gd name="connsiteX43" fmla="*/ 3038763 w 3472872"/>
              <a:gd name="connsiteY43" fmla="*/ 316854 h 1757727"/>
              <a:gd name="connsiteX44" fmla="*/ 3094181 w 3472872"/>
              <a:gd name="connsiteY44" fmla="*/ 381509 h 1757727"/>
              <a:gd name="connsiteX45" fmla="*/ 3131127 w 3472872"/>
              <a:gd name="connsiteY45" fmla="*/ 464636 h 1757727"/>
              <a:gd name="connsiteX46" fmla="*/ 3149600 w 3472872"/>
              <a:gd name="connsiteY46" fmla="*/ 501582 h 1757727"/>
              <a:gd name="connsiteX47" fmla="*/ 3186545 w 3472872"/>
              <a:gd name="connsiteY47" fmla="*/ 538527 h 1757727"/>
              <a:gd name="connsiteX48" fmla="*/ 3195781 w 3472872"/>
              <a:gd name="connsiteY48" fmla="*/ 566236 h 1757727"/>
              <a:gd name="connsiteX49" fmla="*/ 3223491 w 3472872"/>
              <a:gd name="connsiteY49" fmla="*/ 621654 h 1757727"/>
              <a:gd name="connsiteX50" fmla="*/ 3232727 w 3472872"/>
              <a:gd name="connsiteY50" fmla="*/ 667836 h 1757727"/>
              <a:gd name="connsiteX51" fmla="*/ 3251200 w 3472872"/>
              <a:gd name="connsiteY51" fmla="*/ 704782 h 1757727"/>
              <a:gd name="connsiteX52" fmla="*/ 3288145 w 3472872"/>
              <a:gd name="connsiteY52" fmla="*/ 815618 h 1757727"/>
              <a:gd name="connsiteX53" fmla="*/ 3306618 w 3472872"/>
              <a:gd name="connsiteY53" fmla="*/ 889509 h 1757727"/>
              <a:gd name="connsiteX54" fmla="*/ 3325091 w 3472872"/>
              <a:gd name="connsiteY54" fmla="*/ 926454 h 1757727"/>
              <a:gd name="connsiteX55" fmla="*/ 3334327 w 3472872"/>
              <a:gd name="connsiteY55" fmla="*/ 954163 h 1757727"/>
              <a:gd name="connsiteX56" fmla="*/ 3371272 w 3472872"/>
              <a:gd name="connsiteY56" fmla="*/ 1018818 h 1757727"/>
              <a:gd name="connsiteX57" fmla="*/ 3408218 w 3472872"/>
              <a:gd name="connsiteY57" fmla="*/ 1101945 h 1757727"/>
              <a:gd name="connsiteX58" fmla="*/ 3426691 w 3472872"/>
              <a:gd name="connsiteY58" fmla="*/ 1129654 h 1757727"/>
              <a:gd name="connsiteX59" fmla="*/ 3454400 w 3472872"/>
              <a:gd name="connsiteY59" fmla="*/ 1185073 h 1757727"/>
              <a:gd name="connsiteX60" fmla="*/ 3472872 w 3472872"/>
              <a:gd name="connsiteY60" fmla="*/ 1240491 h 1757727"/>
              <a:gd name="connsiteX61" fmla="*/ 3463636 w 3472872"/>
              <a:gd name="connsiteY61" fmla="*/ 1443691 h 1757727"/>
              <a:gd name="connsiteX62" fmla="*/ 3454400 w 3472872"/>
              <a:gd name="connsiteY62" fmla="*/ 1480636 h 1757727"/>
              <a:gd name="connsiteX63" fmla="*/ 3380509 w 3472872"/>
              <a:gd name="connsiteY63" fmla="*/ 1545291 h 1757727"/>
              <a:gd name="connsiteX64" fmla="*/ 3334327 w 3472872"/>
              <a:gd name="connsiteY64" fmla="*/ 1563763 h 1757727"/>
              <a:gd name="connsiteX65" fmla="*/ 3278909 w 3472872"/>
              <a:gd name="connsiteY65" fmla="*/ 1600709 h 1757727"/>
              <a:gd name="connsiteX66" fmla="*/ 3020291 w 3472872"/>
              <a:gd name="connsiteY66" fmla="*/ 1646891 h 1757727"/>
              <a:gd name="connsiteX67" fmla="*/ 2863272 w 3472872"/>
              <a:gd name="connsiteY67" fmla="*/ 1702309 h 1757727"/>
              <a:gd name="connsiteX68" fmla="*/ 2807854 w 3472872"/>
              <a:gd name="connsiteY68" fmla="*/ 1720782 h 1757727"/>
              <a:gd name="connsiteX69" fmla="*/ 2697018 w 3472872"/>
              <a:gd name="connsiteY69" fmla="*/ 1730018 h 1757727"/>
              <a:gd name="connsiteX70" fmla="*/ 2373745 w 3472872"/>
              <a:gd name="connsiteY70" fmla="*/ 1757727 h 1757727"/>
              <a:gd name="connsiteX71" fmla="*/ 1773381 w 3472872"/>
              <a:gd name="connsiteY71" fmla="*/ 1748491 h 1757727"/>
              <a:gd name="connsiteX72" fmla="*/ 1597891 w 3472872"/>
              <a:gd name="connsiteY72" fmla="*/ 1711545 h 1757727"/>
              <a:gd name="connsiteX73" fmla="*/ 1533236 w 3472872"/>
              <a:gd name="connsiteY73" fmla="*/ 1683836 h 1757727"/>
              <a:gd name="connsiteX74" fmla="*/ 1440872 w 3472872"/>
              <a:gd name="connsiteY74" fmla="*/ 1665363 h 1757727"/>
              <a:gd name="connsiteX75" fmla="*/ 1394691 w 3472872"/>
              <a:gd name="connsiteY75" fmla="*/ 1646891 h 1757727"/>
              <a:gd name="connsiteX76" fmla="*/ 1246909 w 3472872"/>
              <a:gd name="connsiteY76" fmla="*/ 1619182 h 1757727"/>
              <a:gd name="connsiteX77" fmla="*/ 1191491 w 3472872"/>
              <a:gd name="connsiteY77" fmla="*/ 1591473 h 1757727"/>
              <a:gd name="connsiteX78" fmla="*/ 1080654 w 3472872"/>
              <a:gd name="connsiteY78" fmla="*/ 1554527 h 1757727"/>
              <a:gd name="connsiteX79" fmla="*/ 932872 w 3472872"/>
              <a:gd name="connsiteY79" fmla="*/ 1517582 h 1757727"/>
              <a:gd name="connsiteX80" fmla="*/ 803563 w 3472872"/>
              <a:gd name="connsiteY80" fmla="*/ 1471400 h 1757727"/>
              <a:gd name="connsiteX81" fmla="*/ 729672 w 3472872"/>
              <a:gd name="connsiteY81" fmla="*/ 1452927 h 1757727"/>
              <a:gd name="connsiteX82" fmla="*/ 692727 w 3472872"/>
              <a:gd name="connsiteY82" fmla="*/ 1434454 h 1757727"/>
              <a:gd name="connsiteX83" fmla="*/ 535709 w 3472872"/>
              <a:gd name="connsiteY83" fmla="*/ 1406745 h 1757727"/>
              <a:gd name="connsiteX84" fmla="*/ 406400 w 3472872"/>
              <a:gd name="connsiteY84" fmla="*/ 1369800 h 1757727"/>
              <a:gd name="connsiteX85" fmla="*/ 369454 w 3472872"/>
              <a:gd name="connsiteY85" fmla="*/ 1351327 h 1757727"/>
              <a:gd name="connsiteX86" fmla="*/ 277091 w 3472872"/>
              <a:gd name="connsiteY86" fmla="*/ 1332854 h 1757727"/>
              <a:gd name="connsiteX87" fmla="*/ 212436 w 3472872"/>
              <a:gd name="connsiteY87" fmla="*/ 1295909 h 1757727"/>
              <a:gd name="connsiteX88" fmla="*/ 120072 w 3472872"/>
              <a:gd name="connsiteY88" fmla="*/ 1240491 h 1757727"/>
              <a:gd name="connsiteX89" fmla="*/ 92363 w 3472872"/>
              <a:gd name="connsiteY89" fmla="*/ 1175836 h 1757727"/>
              <a:gd name="connsiteX90" fmla="*/ 83127 w 3472872"/>
              <a:gd name="connsiteY90" fmla="*/ 1148127 h 1757727"/>
              <a:gd name="connsiteX91" fmla="*/ 55418 w 3472872"/>
              <a:gd name="connsiteY91" fmla="*/ 1111182 h 1757727"/>
              <a:gd name="connsiteX92" fmla="*/ 18472 w 3472872"/>
              <a:gd name="connsiteY92" fmla="*/ 981873 h 1757727"/>
              <a:gd name="connsiteX93" fmla="*/ 0 w 3472872"/>
              <a:gd name="connsiteY93" fmla="*/ 944927 h 1757727"/>
              <a:gd name="connsiteX94" fmla="*/ 9236 w 3472872"/>
              <a:gd name="connsiteY94" fmla="*/ 649363 h 1757727"/>
              <a:gd name="connsiteX95" fmla="*/ 46181 w 3472872"/>
              <a:gd name="connsiteY95" fmla="*/ 483109 h 1757727"/>
              <a:gd name="connsiteX96" fmla="*/ 64654 w 3472872"/>
              <a:gd name="connsiteY96" fmla="*/ 399982 h 1757727"/>
              <a:gd name="connsiteX97" fmla="*/ 120072 w 3472872"/>
              <a:gd name="connsiteY97" fmla="*/ 270673 h 1757727"/>
              <a:gd name="connsiteX98" fmla="*/ 193963 w 3472872"/>
              <a:gd name="connsiteY98" fmla="*/ 215254 h 1757727"/>
              <a:gd name="connsiteX99" fmla="*/ 147781 w 3472872"/>
              <a:gd name="connsiteY99" fmla="*/ 279909 h 1757727"/>
              <a:gd name="connsiteX100" fmla="*/ 129309 w 3472872"/>
              <a:gd name="connsiteY100" fmla="*/ 316854 h 1757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472872" h="1757727">
                <a:moveTo>
                  <a:pt x="2697018" y="686309"/>
                </a:moveTo>
                <a:cubicBezTo>
                  <a:pt x="2672388" y="689388"/>
                  <a:pt x="2647912" y="694193"/>
                  <a:pt x="2623127" y="695545"/>
                </a:cubicBezTo>
                <a:cubicBezTo>
                  <a:pt x="2478508" y="703433"/>
                  <a:pt x="2332998" y="698311"/>
                  <a:pt x="2189018" y="714018"/>
                </a:cubicBezTo>
                <a:cubicBezTo>
                  <a:pt x="2064641" y="727586"/>
                  <a:pt x="2154389" y="747112"/>
                  <a:pt x="2087418" y="769436"/>
                </a:cubicBezTo>
                <a:cubicBezTo>
                  <a:pt x="2051290" y="781479"/>
                  <a:pt x="1976581" y="797145"/>
                  <a:pt x="1976581" y="797145"/>
                </a:cubicBezTo>
                <a:cubicBezTo>
                  <a:pt x="1964266" y="803303"/>
                  <a:pt x="1952218" y="810026"/>
                  <a:pt x="1939636" y="815618"/>
                </a:cubicBezTo>
                <a:cubicBezTo>
                  <a:pt x="1796844" y="879082"/>
                  <a:pt x="1802006" y="831746"/>
                  <a:pt x="1533236" y="824854"/>
                </a:cubicBezTo>
                <a:cubicBezTo>
                  <a:pt x="1459814" y="819206"/>
                  <a:pt x="1399350" y="820250"/>
                  <a:pt x="1330036" y="797145"/>
                </a:cubicBezTo>
                <a:cubicBezTo>
                  <a:pt x="1319505" y="793635"/>
                  <a:pt x="1311965" y="784180"/>
                  <a:pt x="1302327" y="778673"/>
                </a:cubicBezTo>
                <a:cubicBezTo>
                  <a:pt x="1262535" y="755935"/>
                  <a:pt x="1263735" y="761521"/>
                  <a:pt x="1219200" y="741727"/>
                </a:cubicBezTo>
                <a:cubicBezTo>
                  <a:pt x="1206618" y="736135"/>
                  <a:pt x="1195570" y="726758"/>
                  <a:pt x="1182254" y="723254"/>
                </a:cubicBezTo>
                <a:cubicBezTo>
                  <a:pt x="1136708" y="711268"/>
                  <a:pt x="1043709" y="695545"/>
                  <a:pt x="1043709" y="695545"/>
                </a:cubicBezTo>
                <a:cubicBezTo>
                  <a:pt x="1007317" y="671285"/>
                  <a:pt x="1013341" y="671790"/>
                  <a:pt x="960581" y="658600"/>
                </a:cubicBezTo>
                <a:cubicBezTo>
                  <a:pt x="942413" y="654058"/>
                  <a:pt x="923258" y="654188"/>
                  <a:pt x="905163" y="649363"/>
                </a:cubicBezTo>
                <a:cubicBezTo>
                  <a:pt x="876941" y="641837"/>
                  <a:pt x="849745" y="630890"/>
                  <a:pt x="822036" y="621654"/>
                </a:cubicBezTo>
                <a:cubicBezTo>
                  <a:pt x="803563" y="615497"/>
                  <a:pt x="785712" y="607001"/>
                  <a:pt x="766618" y="603182"/>
                </a:cubicBezTo>
                <a:cubicBezTo>
                  <a:pt x="710023" y="591862"/>
                  <a:pt x="608303" y="572278"/>
                  <a:pt x="572654" y="557000"/>
                </a:cubicBezTo>
                <a:cubicBezTo>
                  <a:pt x="421262" y="492117"/>
                  <a:pt x="579406" y="554639"/>
                  <a:pt x="461818" y="520054"/>
                </a:cubicBezTo>
                <a:cubicBezTo>
                  <a:pt x="424456" y="509065"/>
                  <a:pt x="350981" y="483109"/>
                  <a:pt x="350981" y="483109"/>
                </a:cubicBezTo>
                <a:cubicBezTo>
                  <a:pt x="341745" y="476951"/>
                  <a:pt x="331486" y="472103"/>
                  <a:pt x="323272" y="464636"/>
                </a:cubicBezTo>
                <a:cubicBezTo>
                  <a:pt x="297498" y="441205"/>
                  <a:pt x="278364" y="410066"/>
                  <a:pt x="249381" y="390745"/>
                </a:cubicBezTo>
                <a:cubicBezTo>
                  <a:pt x="208863" y="363734"/>
                  <a:pt x="230552" y="378934"/>
                  <a:pt x="184727" y="344563"/>
                </a:cubicBezTo>
                <a:cubicBezTo>
                  <a:pt x="178569" y="332248"/>
                  <a:pt x="167501" y="321330"/>
                  <a:pt x="166254" y="307618"/>
                </a:cubicBezTo>
                <a:cubicBezTo>
                  <a:pt x="164283" y="285937"/>
                  <a:pt x="164918" y="261994"/>
                  <a:pt x="175491" y="242963"/>
                </a:cubicBezTo>
                <a:cubicBezTo>
                  <a:pt x="182178" y="230927"/>
                  <a:pt x="200482" y="231322"/>
                  <a:pt x="212436" y="224491"/>
                </a:cubicBezTo>
                <a:cubicBezTo>
                  <a:pt x="268443" y="192487"/>
                  <a:pt x="209183" y="210441"/>
                  <a:pt x="304800" y="196782"/>
                </a:cubicBezTo>
                <a:cubicBezTo>
                  <a:pt x="422131" y="157671"/>
                  <a:pt x="322393" y="186501"/>
                  <a:pt x="535709" y="159836"/>
                </a:cubicBezTo>
                <a:cubicBezTo>
                  <a:pt x="782526" y="128983"/>
                  <a:pt x="518348" y="149447"/>
                  <a:pt x="812800" y="132127"/>
                </a:cubicBezTo>
                <a:cubicBezTo>
                  <a:pt x="865139" y="125969"/>
                  <a:pt x="917647" y="121107"/>
                  <a:pt x="969818" y="113654"/>
                </a:cubicBezTo>
                <a:cubicBezTo>
                  <a:pt x="1068532" y="99552"/>
                  <a:pt x="1165810" y="72855"/>
                  <a:pt x="1265381" y="67473"/>
                </a:cubicBezTo>
                <a:lnTo>
                  <a:pt x="1607127" y="49000"/>
                </a:lnTo>
                <a:cubicBezTo>
                  <a:pt x="1619442" y="45921"/>
                  <a:pt x="1634320" y="47890"/>
                  <a:pt x="1644072" y="39763"/>
                </a:cubicBezTo>
                <a:cubicBezTo>
                  <a:pt x="1654649" y="30948"/>
                  <a:pt x="1648786" y="3334"/>
                  <a:pt x="1662545" y="2818"/>
                </a:cubicBezTo>
                <a:cubicBezTo>
                  <a:pt x="1902541" y="-6182"/>
                  <a:pt x="2142836" y="8975"/>
                  <a:pt x="2382981" y="12054"/>
                </a:cubicBezTo>
                <a:cubicBezTo>
                  <a:pt x="2447636" y="18212"/>
                  <a:pt x="2512699" y="21009"/>
                  <a:pt x="2576945" y="30527"/>
                </a:cubicBezTo>
                <a:cubicBezTo>
                  <a:pt x="2596207" y="33381"/>
                  <a:pt x="2614063" y="42346"/>
                  <a:pt x="2632363" y="49000"/>
                </a:cubicBezTo>
                <a:cubicBezTo>
                  <a:pt x="2684977" y="68133"/>
                  <a:pt x="2695499" y="75949"/>
                  <a:pt x="2752436" y="104418"/>
                </a:cubicBezTo>
                <a:cubicBezTo>
                  <a:pt x="2752447" y="104424"/>
                  <a:pt x="2826315" y="141359"/>
                  <a:pt x="2826327" y="141363"/>
                </a:cubicBezTo>
                <a:cubicBezTo>
                  <a:pt x="2835563" y="144442"/>
                  <a:pt x="2845525" y="145872"/>
                  <a:pt x="2854036" y="150600"/>
                </a:cubicBezTo>
                <a:cubicBezTo>
                  <a:pt x="2873443" y="161382"/>
                  <a:pt x="2890981" y="175230"/>
                  <a:pt x="2909454" y="187545"/>
                </a:cubicBezTo>
                <a:cubicBezTo>
                  <a:pt x="2918690" y="193703"/>
                  <a:pt x="2928282" y="199358"/>
                  <a:pt x="2937163" y="206018"/>
                </a:cubicBezTo>
                <a:cubicBezTo>
                  <a:pt x="2949478" y="215254"/>
                  <a:pt x="2961055" y="225568"/>
                  <a:pt x="2974109" y="233727"/>
                </a:cubicBezTo>
                <a:cubicBezTo>
                  <a:pt x="2985785" y="241024"/>
                  <a:pt x="2998739" y="246042"/>
                  <a:pt x="3011054" y="252200"/>
                </a:cubicBezTo>
                <a:cubicBezTo>
                  <a:pt x="3057432" y="321765"/>
                  <a:pt x="3002977" y="233354"/>
                  <a:pt x="3038763" y="316854"/>
                </a:cubicBezTo>
                <a:cubicBezTo>
                  <a:pt x="3049312" y="341469"/>
                  <a:pt x="3076976" y="364303"/>
                  <a:pt x="3094181" y="381509"/>
                </a:cubicBezTo>
                <a:cubicBezTo>
                  <a:pt x="3126435" y="478270"/>
                  <a:pt x="3095997" y="403160"/>
                  <a:pt x="3131127" y="464636"/>
                </a:cubicBezTo>
                <a:cubicBezTo>
                  <a:pt x="3137958" y="476591"/>
                  <a:pt x="3141339" y="490567"/>
                  <a:pt x="3149600" y="501582"/>
                </a:cubicBezTo>
                <a:cubicBezTo>
                  <a:pt x="3160050" y="515515"/>
                  <a:pt x="3174230" y="526212"/>
                  <a:pt x="3186545" y="538527"/>
                </a:cubicBezTo>
                <a:cubicBezTo>
                  <a:pt x="3189624" y="547763"/>
                  <a:pt x="3191827" y="557339"/>
                  <a:pt x="3195781" y="566236"/>
                </a:cubicBezTo>
                <a:cubicBezTo>
                  <a:pt x="3204169" y="585109"/>
                  <a:pt x="3216433" y="602244"/>
                  <a:pt x="3223491" y="621654"/>
                </a:cubicBezTo>
                <a:cubicBezTo>
                  <a:pt x="3228856" y="636408"/>
                  <a:pt x="3227763" y="652943"/>
                  <a:pt x="3232727" y="667836"/>
                </a:cubicBezTo>
                <a:cubicBezTo>
                  <a:pt x="3237081" y="680898"/>
                  <a:pt x="3246365" y="691890"/>
                  <a:pt x="3251200" y="704782"/>
                </a:cubicBezTo>
                <a:cubicBezTo>
                  <a:pt x="3264874" y="741246"/>
                  <a:pt x="3278700" y="777837"/>
                  <a:pt x="3288145" y="815618"/>
                </a:cubicBezTo>
                <a:cubicBezTo>
                  <a:pt x="3294303" y="840248"/>
                  <a:pt x="3298589" y="865424"/>
                  <a:pt x="3306618" y="889509"/>
                </a:cubicBezTo>
                <a:cubicBezTo>
                  <a:pt x="3310972" y="902571"/>
                  <a:pt x="3319667" y="913799"/>
                  <a:pt x="3325091" y="926454"/>
                </a:cubicBezTo>
                <a:cubicBezTo>
                  <a:pt x="3328926" y="935403"/>
                  <a:pt x="3330492" y="945214"/>
                  <a:pt x="3334327" y="954163"/>
                </a:cubicBezTo>
                <a:cubicBezTo>
                  <a:pt x="3358248" y="1009978"/>
                  <a:pt x="3344773" y="972445"/>
                  <a:pt x="3371272" y="1018818"/>
                </a:cubicBezTo>
                <a:cubicBezTo>
                  <a:pt x="3410455" y="1087388"/>
                  <a:pt x="3368622" y="1022754"/>
                  <a:pt x="3408218" y="1101945"/>
                </a:cubicBezTo>
                <a:cubicBezTo>
                  <a:pt x="3413182" y="1111874"/>
                  <a:pt x="3420533" y="1120418"/>
                  <a:pt x="3426691" y="1129654"/>
                </a:cubicBezTo>
                <a:cubicBezTo>
                  <a:pt x="3460374" y="1230706"/>
                  <a:pt x="3406654" y="1077643"/>
                  <a:pt x="3454400" y="1185073"/>
                </a:cubicBezTo>
                <a:cubicBezTo>
                  <a:pt x="3462308" y="1202867"/>
                  <a:pt x="3466715" y="1222018"/>
                  <a:pt x="3472872" y="1240491"/>
                </a:cubicBezTo>
                <a:cubicBezTo>
                  <a:pt x="3469793" y="1308224"/>
                  <a:pt x="3468836" y="1376087"/>
                  <a:pt x="3463636" y="1443691"/>
                </a:cubicBezTo>
                <a:cubicBezTo>
                  <a:pt x="3462662" y="1456348"/>
                  <a:pt x="3461128" y="1469872"/>
                  <a:pt x="3454400" y="1480636"/>
                </a:cubicBezTo>
                <a:cubicBezTo>
                  <a:pt x="3444763" y="1496054"/>
                  <a:pt x="3397628" y="1535780"/>
                  <a:pt x="3380509" y="1545291"/>
                </a:cubicBezTo>
                <a:cubicBezTo>
                  <a:pt x="3366016" y="1553343"/>
                  <a:pt x="3348882" y="1555824"/>
                  <a:pt x="3334327" y="1563763"/>
                </a:cubicBezTo>
                <a:cubicBezTo>
                  <a:pt x="3314836" y="1574394"/>
                  <a:pt x="3299971" y="1593688"/>
                  <a:pt x="3278909" y="1600709"/>
                </a:cubicBezTo>
                <a:cubicBezTo>
                  <a:pt x="3121248" y="1653262"/>
                  <a:pt x="3206940" y="1635225"/>
                  <a:pt x="3020291" y="1646891"/>
                </a:cubicBezTo>
                <a:cubicBezTo>
                  <a:pt x="2900681" y="1706695"/>
                  <a:pt x="2994238" y="1667384"/>
                  <a:pt x="2863272" y="1702309"/>
                </a:cubicBezTo>
                <a:cubicBezTo>
                  <a:pt x="2844458" y="1707326"/>
                  <a:pt x="2827061" y="1717581"/>
                  <a:pt x="2807854" y="1720782"/>
                </a:cubicBezTo>
                <a:cubicBezTo>
                  <a:pt x="2771285" y="1726877"/>
                  <a:pt x="2733963" y="1726939"/>
                  <a:pt x="2697018" y="1730018"/>
                </a:cubicBezTo>
                <a:cubicBezTo>
                  <a:pt x="2574776" y="1754465"/>
                  <a:pt x="2579753" y="1755558"/>
                  <a:pt x="2373745" y="1757727"/>
                </a:cubicBezTo>
                <a:lnTo>
                  <a:pt x="1773381" y="1748491"/>
                </a:lnTo>
                <a:cubicBezTo>
                  <a:pt x="1726801" y="1740022"/>
                  <a:pt x="1646172" y="1727639"/>
                  <a:pt x="1597891" y="1711545"/>
                </a:cubicBezTo>
                <a:cubicBezTo>
                  <a:pt x="1575647" y="1704130"/>
                  <a:pt x="1555731" y="1690452"/>
                  <a:pt x="1533236" y="1683836"/>
                </a:cubicBezTo>
                <a:cubicBezTo>
                  <a:pt x="1503114" y="1674977"/>
                  <a:pt x="1471210" y="1673453"/>
                  <a:pt x="1440872" y="1665363"/>
                </a:cubicBezTo>
                <a:cubicBezTo>
                  <a:pt x="1424852" y="1661091"/>
                  <a:pt x="1410820" y="1650731"/>
                  <a:pt x="1394691" y="1646891"/>
                </a:cubicBezTo>
                <a:cubicBezTo>
                  <a:pt x="1345935" y="1635283"/>
                  <a:pt x="1246909" y="1619182"/>
                  <a:pt x="1246909" y="1619182"/>
                </a:cubicBezTo>
                <a:cubicBezTo>
                  <a:pt x="1228436" y="1609946"/>
                  <a:pt x="1210740" y="1598959"/>
                  <a:pt x="1191491" y="1591473"/>
                </a:cubicBezTo>
                <a:cubicBezTo>
                  <a:pt x="1155195" y="1577358"/>
                  <a:pt x="1118671" y="1562975"/>
                  <a:pt x="1080654" y="1554527"/>
                </a:cubicBezTo>
                <a:cubicBezTo>
                  <a:pt x="975647" y="1531192"/>
                  <a:pt x="1024820" y="1543852"/>
                  <a:pt x="932872" y="1517582"/>
                </a:cubicBezTo>
                <a:cubicBezTo>
                  <a:pt x="860069" y="1473900"/>
                  <a:pt x="907823" y="1495932"/>
                  <a:pt x="803563" y="1471400"/>
                </a:cubicBezTo>
                <a:cubicBezTo>
                  <a:pt x="778850" y="1465585"/>
                  <a:pt x="729672" y="1452927"/>
                  <a:pt x="729672" y="1452927"/>
                </a:cubicBezTo>
                <a:cubicBezTo>
                  <a:pt x="717357" y="1446769"/>
                  <a:pt x="705966" y="1438237"/>
                  <a:pt x="692727" y="1434454"/>
                </a:cubicBezTo>
                <a:cubicBezTo>
                  <a:pt x="647254" y="1421462"/>
                  <a:pt x="584131" y="1413663"/>
                  <a:pt x="535709" y="1406745"/>
                </a:cubicBezTo>
                <a:cubicBezTo>
                  <a:pt x="452107" y="1364946"/>
                  <a:pt x="554616" y="1412148"/>
                  <a:pt x="406400" y="1369800"/>
                </a:cubicBezTo>
                <a:cubicBezTo>
                  <a:pt x="393161" y="1366017"/>
                  <a:pt x="382693" y="1355110"/>
                  <a:pt x="369454" y="1351327"/>
                </a:cubicBezTo>
                <a:cubicBezTo>
                  <a:pt x="339265" y="1342701"/>
                  <a:pt x="307879" y="1339012"/>
                  <a:pt x="277091" y="1332854"/>
                </a:cubicBezTo>
                <a:cubicBezTo>
                  <a:pt x="181185" y="1268922"/>
                  <a:pt x="329685" y="1366260"/>
                  <a:pt x="212436" y="1295909"/>
                </a:cubicBezTo>
                <a:cubicBezTo>
                  <a:pt x="100997" y="1229044"/>
                  <a:pt x="204514" y="1282709"/>
                  <a:pt x="120072" y="1240491"/>
                </a:cubicBezTo>
                <a:cubicBezTo>
                  <a:pt x="98412" y="1175509"/>
                  <a:pt x="126603" y="1255730"/>
                  <a:pt x="92363" y="1175836"/>
                </a:cubicBezTo>
                <a:cubicBezTo>
                  <a:pt x="88528" y="1166887"/>
                  <a:pt x="87957" y="1156580"/>
                  <a:pt x="83127" y="1148127"/>
                </a:cubicBezTo>
                <a:cubicBezTo>
                  <a:pt x="75490" y="1134761"/>
                  <a:pt x="62894" y="1124639"/>
                  <a:pt x="55418" y="1111182"/>
                </a:cubicBezTo>
                <a:cubicBezTo>
                  <a:pt x="29298" y="1064166"/>
                  <a:pt x="35586" y="1037493"/>
                  <a:pt x="18472" y="981873"/>
                </a:cubicBezTo>
                <a:cubicBezTo>
                  <a:pt x="14423" y="968713"/>
                  <a:pt x="6157" y="957242"/>
                  <a:pt x="0" y="944927"/>
                </a:cubicBezTo>
                <a:cubicBezTo>
                  <a:pt x="3079" y="846406"/>
                  <a:pt x="2679" y="747714"/>
                  <a:pt x="9236" y="649363"/>
                </a:cubicBezTo>
                <a:cubicBezTo>
                  <a:pt x="21829" y="460465"/>
                  <a:pt x="16110" y="588360"/>
                  <a:pt x="46181" y="483109"/>
                </a:cubicBezTo>
                <a:cubicBezTo>
                  <a:pt x="53979" y="455816"/>
                  <a:pt x="57340" y="427409"/>
                  <a:pt x="64654" y="399982"/>
                </a:cubicBezTo>
                <a:cubicBezTo>
                  <a:pt x="71589" y="373977"/>
                  <a:pt x="103050" y="283439"/>
                  <a:pt x="120072" y="270673"/>
                </a:cubicBezTo>
                <a:lnTo>
                  <a:pt x="193963" y="215254"/>
                </a:lnTo>
                <a:cubicBezTo>
                  <a:pt x="150431" y="280555"/>
                  <a:pt x="205063" y="199713"/>
                  <a:pt x="147781" y="279909"/>
                </a:cubicBezTo>
                <a:cubicBezTo>
                  <a:pt x="127601" y="308161"/>
                  <a:pt x="129309" y="297077"/>
                  <a:pt x="129309" y="316854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83" name="그룹 682"/>
          <p:cNvGrpSpPr/>
          <p:nvPr/>
        </p:nvGrpSpPr>
        <p:grpSpPr>
          <a:xfrm>
            <a:off x="7103052" y="3588900"/>
            <a:ext cx="779174" cy="601663"/>
            <a:chOff x="6995103" y="4183555"/>
            <a:chExt cx="779174" cy="601663"/>
          </a:xfrm>
        </p:grpSpPr>
        <p:sp>
          <p:nvSpPr>
            <p:cNvPr id="684" name="Rectangle 1123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85" name="Rectangle 1124"/>
            <p:cNvSpPr>
              <a:spLocks noChangeArrowheads="1"/>
            </p:cNvSpPr>
            <p:nvPr/>
          </p:nvSpPr>
          <p:spPr bwMode="auto">
            <a:xfrm>
              <a:off x="7029739" y="42089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86" name="Rectangle 1125"/>
            <p:cNvSpPr>
              <a:spLocks noChangeArrowheads="1"/>
            </p:cNvSpPr>
            <p:nvPr/>
          </p:nvSpPr>
          <p:spPr bwMode="auto">
            <a:xfrm>
              <a:off x="7004339" y="4183555"/>
              <a:ext cx="384175" cy="5762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87" name="Rectangle 1126"/>
            <p:cNvSpPr>
              <a:spLocks noChangeArrowheads="1"/>
            </p:cNvSpPr>
            <p:nvPr/>
          </p:nvSpPr>
          <p:spPr bwMode="auto">
            <a:xfrm>
              <a:off x="7388514" y="4183555"/>
              <a:ext cx="9525" cy="576263"/>
            </a:xfrm>
            <a:prstGeom prst="rect">
              <a:avLst/>
            </a:prstGeom>
            <a:solidFill>
              <a:srgbClr val="CBF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88" name="Rectangle 1127"/>
            <p:cNvSpPr>
              <a:spLocks noChangeArrowheads="1"/>
            </p:cNvSpPr>
            <p:nvPr/>
          </p:nvSpPr>
          <p:spPr bwMode="auto">
            <a:xfrm>
              <a:off x="7398039" y="4183555"/>
              <a:ext cx="7938" cy="576263"/>
            </a:xfrm>
            <a:prstGeom prst="rect">
              <a:avLst/>
            </a:prstGeom>
            <a:solidFill>
              <a:srgbClr val="CAF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89" name="Rectangle 1128"/>
            <p:cNvSpPr>
              <a:spLocks noChangeArrowheads="1"/>
            </p:cNvSpPr>
            <p:nvPr/>
          </p:nvSpPr>
          <p:spPr bwMode="auto">
            <a:xfrm>
              <a:off x="7405976" y="4183555"/>
              <a:ext cx="7938" cy="576263"/>
            </a:xfrm>
            <a:prstGeom prst="rect">
              <a:avLst/>
            </a:prstGeom>
            <a:solidFill>
              <a:srgbClr val="C9FE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0" name="Rectangle 1129"/>
            <p:cNvSpPr>
              <a:spLocks noChangeArrowheads="1"/>
            </p:cNvSpPr>
            <p:nvPr/>
          </p:nvSpPr>
          <p:spPr bwMode="auto">
            <a:xfrm>
              <a:off x="7413914" y="4183555"/>
              <a:ext cx="7938" cy="576263"/>
            </a:xfrm>
            <a:prstGeom prst="rect">
              <a:avLst/>
            </a:prstGeom>
            <a:solidFill>
              <a:srgbClr val="C8F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1" name="Rectangle 1130"/>
            <p:cNvSpPr>
              <a:spLocks noChangeArrowheads="1"/>
            </p:cNvSpPr>
            <p:nvPr/>
          </p:nvSpPr>
          <p:spPr bwMode="auto">
            <a:xfrm>
              <a:off x="7421851" y="4183555"/>
              <a:ext cx="9525" cy="576263"/>
            </a:xfrm>
            <a:prstGeom prst="rect">
              <a:avLst/>
            </a:prstGeom>
            <a:solidFill>
              <a:srgbClr val="C7F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2" name="Rectangle 1132"/>
            <p:cNvSpPr>
              <a:spLocks noChangeArrowheads="1"/>
            </p:cNvSpPr>
            <p:nvPr/>
          </p:nvSpPr>
          <p:spPr bwMode="auto">
            <a:xfrm>
              <a:off x="7422140" y="4183555"/>
              <a:ext cx="7938" cy="576263"/>
            </a:xfrm>
            <a:prstGeom prst="rect">
              <a:avLst/>
            </a:prstGeom>
            <a:solidFill>
              <a:srgbClr val="C6FD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3" name="Rectangle 1133"/>
            <p:cNvSpPr>
              <a:spLocks noChangeArrowheads="1"/>
            </p:cNvSpPr>
            <p:nvPr/>
          </p:nvSpPr>
          <p:spPr bwMode="auto">
            <a:xfrm>
              <a:off x="7430078" y="4183555"/>
              <a:ext cx="7938" cy="576263"/>
            </a:xfrm>
            <a:prstGeom prst="rect">
              <a:avLst/>
            </a:prstGeom>
            <a:solidFill>
              <a:srgbClr val="C5F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4" name="Rectangle 1134"/>
            <p:cNvSpPr>
              <a:spLocks noChangeArrowheads="1"/>
            </p:cNvSpPr>
            <p:nvPr/>
          </p:nvSpPr>
          <p:spPr bwMode="auto">
            <a:xfrm>
              <a:off x="7438015" y="4183555"/>
              <a:ext cx="9525" cy="576263"/>
            </a:xfrm>
            <a:prstGeom prst="rect">
              <a:avLst/>
            </a:prstGeom>
            <a:solidFill>
              <a:srgbClr val="C4FC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5" name="Rectangle 1135"/>
            <p:cNvSpPr>
              <a:spLocks noChangeArrowheads="1"/>
            </p:cNvSpPr>
            <p:nvPr/>
          </p:nvSpPr>
          <p:spPr bwMode="auto">
            <a:xfrm>
              <a:off x="7447540" y="4183555"/>
              <a:ext cx="7938" cy="576263"/>
            </a:xfrm>
            <a:prstGeom prst="rect">
              <a:avLst/>
            </a:prstGeom>
            <a:solidFill>
              <a:srgbClr val="C3F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6" name="Rectangle 1136"/>
            <p:cNvSpPr>
              <a:spLocks noChangeArrowheads="1"/>
            </p:cNvSpPr>
            <p:nvPr/>
          </p:nvSpPr>
          <p:spPr bwMode="auto">
            <a:xfrm>
              <a:off x="7455478" y="4183555"/>
              <a:ext cx="7938" cy="576263"/>
            </a:xfrm>
            <a:prstGeom prst="rect">
              <a:avLst/>
            </a:prstGeom>
            <a:solidFill>
              <a:srgbClr val="C3F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7" name="Rectangle 1137"/>
            <p:cNvSpPr>
              <a:spLocks noChangeArrowheads="1"/>
            </p:cNvSpPr>
            <p:nvPr/>
          </p:nvSpPr>
          <p:spPr bwMode="auto">
            <a:xfrm>
              <a:off x="7463415" y="4183555"/>
              <a:ext cx="7938" cy="576263"/>
            </a:xfrm>
            <a:prstGeom prst="rect">
              <a:avLst/>
            </a:prstGeom>
            <a:solidFill>
              <a:srgbClr val="C2FB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8" name="Rectangle 1138"/>
            <p:cNvSpPr>
              <a:spLocks noChangeArrowheads="1"/>
            </p:cNvSpPr>
            <p:nvPr/>
          </p:nvSpPr>
          <p:spPr bwMode="auto">
            <a:xfrm>
              <a:off x="7471353" y="4183555"/>
              <a:ext cx="9525" cy="576263"/>
            </a:xfrm>
            <a:prstGeom prst="rect">
              <a:avLst/>
            </a:prstGeom>
            <a:solidFill>
              <a:srgbClr val="C1FA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699" name="Rectangle 1139"/>
            <p:cNvSpPr>
              <a:spLocks noChangeArrowheads="1"/>
            </p:cNvSpPr>
            <p:nvPr/>
          </p:nvSpPr>
          <p:spPr bwMode="auto">
            <a:xfrm>
              <a:off x="7480878" y="4183555"/>
              <a:ext cx="7938" cy="576263"/>
            </a:xfrm>
            <a:prstGeom prst="rect">
              <a:avLst/>
            </a:prstGeom>
            <a:solidFill>
              <a:srgbClr val="C0F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0" name="Rectangle 1140"/>
            <p:cNvSpPr>
              <a:spLocks noChangeArrowheads="1"/>
            </p:cNvSpPr>
            <p:nvPr/>
          </p:nvSpPr>
          <p:spPr bwMode="auto">
            <a:xfrm>
              <a:off x="7488815" y="4183555"/>
              <a:ext cx="7938" cy="576263"/>
            </a:xfrm>
            <a:prstGeom prst="rect">
              <a:avLst/>
            </a:prstGeom>
            <a:solidFill>
              <a:srgbClr val="BFF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1" name="Rectangle 1141"/>
            <p:cNvSpPr>
              <a:spLocks noChangeArrowheads="1"/>
            </p:cNvSpPr>
            <p:nvPr/>
          </p:nvSpPr>
          <p:spPr bwMode="auto">
            <a:xfrm>
              <a:off x="7496753" y="4183555"/>
              <a:ext cx="7938" cy="576263"/>
            </a:xfrm>
            <a:prstGeom prst="rect">
              <a:avLst/>
            </a:prstGeom>
            <a:solidFill>
              <a:srgbClr val="BEF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2" name="Rectangle 1142"/>
            <p:cNvSpPr>
              <a:spLocks noChangeArrowheads="1"/>
            </p:cNvSpPr>
            <p:nvPr/>
          </p:nvSpPr>
          <p:spPr bwMode="auto">
            <a:xfrm>
              <a:off x="7504690" y="4183555"/>
              <a:ext cx="9525" cy="576263"/>
            </a:xfrm>
            <a:prstGeom prst="rect">
              <a:avLst/>
            </a:prstGeom>
            <a:solidFill>
              <a:srgbClr val="BDF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3" name="Rectangle 1143"/>
            <p:cNvSpPr>
              <a:spLocks noChangeArrowheads="1"/>
            </p:cNvSpPr>
            <p:nvPr/>
          </p:nvSpPr>
          <p:spPr bwMode="auto">
            <a:xfrm>
              <a:off x="7514215" y="4183555"/>
              <a:ext cx="7938" cy="576263"/>
            </a:xfrm>
            <a:prstGeom prst="rect">
              <a:avLst/>
            </a:prstGeom>
            <a:solidFill>
              <a:srgbClr val="BCF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4" name="Rectangle 1144"/>
            <p:cNvSpPr>
              <a:spLocks noChangeArrowheads="1"/>
            </p:cNvSpPr>
            <p:nvPr/>
          </p:nvSpPr>
          <p:spPr bwMode="auto">
            <a:xfrm>
              <a:off x="7522153" y="4183555"/>
              <a:ext cx="7938" cy="576263"/>
            </a:xfrm>
            <a:prstGeom prst="rect">
              <a:avLst/>
            </a:prstGeom>
            <a:solidFill>
              <a:srgbClr val="BC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5" name="Rectangle 1145"/>
            <p:cNvSpPr>
              <a:spLocks noChangeArrowheads="1"/>
            </p:cNvSpPr>
            <p:nvPr/>
          </p:nvSpPr>
          <p:spPr bwMode="auto">
            <a:xfrm>
              <a:off x="7530090" y="4183555"/>
              <a:ext cx="7938" cy="576263"/>
            </a:xfrm>
            <a:prstGeom prst="rect">
              <a:avLst/>
            </a:prstGeom>
            <a:solidFill>
              <a:srgbClr val="BBF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6" name="Rectangle 1146"/>
            <p:cNvSpPr>
              <a:spLocks noChangeArrowheads="1"/>
            </p:cNvSpPr>
            <p:nvPr/>
          </p:nvSpPr>
          <p:spPr bwMode="auto">
            <a:xfrm>
              <a:off x="7538028" y="4183555"/>
              <a:ext cx="9525" cy="576263"/>
            </a:xfrm>
            <a:prstGeom prst="rect">
              <a:avLst/>
            </a:prstGeom>
            <a:solidFill>
              <a:srgbClr val="B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7" name="Rectangle 1147"/>
            <p:cNvSpPr>
              <a:spLocks noChangeArrowheads="1"/>
            </p:cNvSpPr>
            <p:nvPr/>
          </p:nvSpPr>
          <p:spPr bwMode="auto">
            <a:xfrm>
              <a:off x="7547553" y="4183555"/>
              <a:ext cx="7938" cy="576263"/>
            </a:xfrm>
            <a:prstGeom prst="rect">
              <a:avLst/>
            </a:prstGeom>
            <a:solidFill>
              <a:srgbClr val="BAF6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8" name="Rectangle 1148"/>
            <p:cNvSpPr>
              <a:spLocks noChangeArrowheads="1"/>
            </p:cNvSpPr>
            <p:nvPr/>
          </p:nvSpPr>
          <p:spPr bwMode="auto">
            <a:xfrm>
              <a:off x="7555490" y="4183555"/>
              <a:ext cx="7938" cy="576263"/>
            </a:xfrm>
            <a:prstGeom prst="rect">
              <a:avLst/>
            </a:prstGeom>
            <a:solidFill>
              <a:srgbClr val="B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9" name="Rectangle 1149"/>
            <p:cNvSpPr>
              <a:spLocks noChangeArrowheads="1"/>
            </p:cNvSpPr>
            <p:nvPr/>
          </p:nvSpPr>
          <p:spPr bwMode="auto">
            <a:xfrm>
              <a:off x="7563428" y="4183555"/>
              <a:ext cx="7938" cy="576263"/>
            </a:xfrm>
            <a:prstGeom prst="rect">
              <a:avLst/>
            </a:prstGeom>
            <a:solidFill>
              <a:srgbClr val="B8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0" name="Rectangle 1150"/>
            <p:cNvSpPr>
              <a:spLocks noChangeArrowheads="1"/>
            </p:cNvSpPr>
            <p:nvPr/>
          </p:nvSpPr>
          <p:spPr bwMode="auto">
            <a:xfrm>
              <a:off x="7571365" y="4183555"/>
              <a:ext cx="9525" cy="576263"/>
            </a:xfrm>
            <a:prstGeom prst="rect">
              <a:avLst/>
            </a:prstGeom>
            <a:solidFill>
              <a:srgbClr val="B7F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1" name="Rectangle 1151"/>
            <p:cNvSpPr>
              <a:spLocks noChangeArrowheads="1"/>
            </p:cNvSpPr>
            <p:nvPr/>
          </p:nvSpPr>
          <p:spPr bwMode="auto">
            <a:xfrm>
              <a:off x="7580890" y="4183555"/>
              <a:ext cx="7938" cy="576263"/>
            </a:xfrm>
            <a:prstGeom prst="rect">
              <a:avLst/>
            </a:prstGeom>
            <a:solidFill>
              <a:srgbClr val="B6F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2" name="Rectangle 1152"/>
            <p:cNvSpPr>
              <a:spLocks noChangeArrowheads="1"/>
            </p:cNvSpPr>
            <p:nvPr/>
          </p:nvSpPr>
          <p:spPr bwMode="auto">
            <a:xfrm>
              <a:off x="7588828" y="4183555"/>
              <a:ext cx="7938" cy="576263"/>
            </a:xfrm>
            <a:prstGeom prst="rect">
              <a:avLst/>
            </a:prstGeom>
            <a:solidFill>
              <a:srgbClr val="B5F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3" name="Rectangle 1153"/>
            <p:cNvSpPr>
              <a:spLocks noChangeArrowheads="1"/>
            </p:cNvSpPr>
            <p:nvPr/>
          </p:nvSpPr>
          <p:spPr bwMode="auto">
            <a:xfrm>
              <a:off x="7596765" y="4183555"/>
              <a:ext cx="9525" cy="576263"/>
            </a:xfrm>
            <a:prstGeom prst="rect">
              <a:avLst/>
            </a:prstGeom>
            <a:solidFill>
              <a:srgbClr val="B4F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4" name="Rectangle 1154"/>
            <p:cNvSpPr>
              <a:spLocks noChangeArrowheads="1"/>
            </p:cNvSpPr>
            <p:nvPr/>
          </p:nvSpPr>
          <p:spPr bwMode="auto">
            <a:xfrm>
              <a:off x="7606290" y="4183555"/>
              <a:ext cx="7938" cy="576263"/>
            </a:xfrm>
            <a:prstGeom prst="rect">
              <a:avLst/>
            </a:prstGeom>
            <a:solidFill>
              <a:srgbClr val="B3F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5" name="Rectangle 1155"/>
            <p:cNvSpPr>
              <a:spLocks noChangeArrowheads="1"/>
            </p:cNvSpPr>
            <p:nvPr/>
          </p:nvSpPr>
          <p:spPr bwMode="auto">
            <a:xfrm>
              <a:off x="7614228" y="4183555"/>
              <a:ext cx="15875" cy="576263"/>
            </a:xfrm>
            <a:prstGeom prst="rect">
              <a:avLst/>
            </a:prstGeom>
            <a:solidFill>
              <a:srgbClr val="B2F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6" name="Rectangle 1156"/>
            <p:cNvSpPr>
              <a:spLocks noChangeArrowheads="1"/>
            </p:cNvSpPr>
            <p:nvPr/>
          </p:nvSpPr>
          <p:spPr bwMode="auto">
            <a:xfrm>
              <a:off x="7630103" y="4183555"/>
              <a:ext cx="9525" cy="576263"/>
            </a:xfrm>
            <a:prstGeom prst="rect">
              <a:avLst/>
            </a:prstGeom>
            <a:solidFill>
              <a:srgbClr val="B1F3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7" name="Rectangle 1157"/>
            <p:cNvSpPr>
              <a:spLocks noChangeArrowheads="1"/>
            </p:cNvSpPr>
            <p:nvPr/>
          </p:nvSpPr>
          <p:spPr bwMode="auto">
            <a:xfrm>
              <a:off x="7639628" y="4183555"/>
              <a:ext cx="7938" cy="576263"/>
            </a:xfrm>
            <a:prstGeom prst="rect">
              <a:avLst/>
            </a:prstGeom>
            <a:solidFill>
              <a:srgbClr val="B0F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8" name="Rectangle 1158"/>
            <p:cNvSpPr>
              <a:spLocks noChangeArrowheads="1"/>
            </p:cNvSpPr>
            <p:nvPr/>
          </p:nvSpPr>
          <p:spPr bwMode="auto">
            <a:xfrm>
              <a:off x="7647565" y="4183555"/>
              <a:ext cx="7938" cy="576263"/>
            </a:xfrm>
            <a:prstGeom prst="rect">
              <a:avLst/>
            </a:prstGeom>
            <a:solidFill>
              <a:srgbClr val="AFF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19" name="Rectangle 1159"/>
            <p:cNvSpPr>
              <a:spLocks noChangeArrowheads="1"/>
            </p:cNvSpPr>
            <p:nvPr/>
          </p:nvSpPr>
          <p:spPr bwMode="auto">
            <a:xfrm>
              <a:off x="7655503" y="4183555"/>
              <a:ext cx="7938" cy="576263"/>
            </a:xfrm>
            <a:prstGeom prst="rect">
              <a:avLst/>
            </a:prstGeom>
            <a:solidFill>
              <a:srgbClr val="AEF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0" name="Rectangle 1160"/>
            <p:cNvSpPr>
              <a:spLocks noChangeArrowheads="1"/>
            </p:cNvSpPr>
            <p:nvPr/>
          </p:nvSpPr>
          <p:spPr bwMode="auto">
            <a:xfrm>
              <a:off x="7663440" y="4183555"/>
              <a:ext cx="9525" cy="576263"/>
            </a:xfrm>
            <a:prstGeom prst="rect">
              <a:avLst/>
            </a:prstGeom>
            <a:solidFill>
              <a:srgbClr val="ADF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1" name="Rectangle 1161"/>
            <p:cNvSpPr>
              <a:spLocks noChangeArrowheads="1"/>
            </p:cNvSpPr>
            <p:nvPr/>
          </p:nvSpPr>
          <p:spPr bwMode="auto">
            <a:xfrm>
              <a:off x="7672965" y="4183555"/>
              <a:ext cx="7938" cy="576263"/>
            </a:xfrm>
            <a:prstGeom prst="rect">
              <a:avLst/>
            </a:prstGeom>
            <a:solidFill>
              <a:srgbClr val="ACF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2" name="Rectangle 1162"/>
            <p:cNvSpPr>
              <a:spLocks noChangeArrowheads="1"/>
            </p:cNvSpPr>
            <p:nvPr/>
          </p:nvSpPr>
          <p:spPr bwMode="auto">
            <a:xfrm>
              <a:off x="7680903" y="4183555"/>
              <a:ext cx="7938" cy="576263"/>
            </a:xfrm>
            <a:prstGeom prst="rect">
              <a:avLst/>
            </a:prstGeom>
            <a:solidFill>
              <a:srgbClr val="ABF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3" name="Rectangle 1163"/>
            <p:cNvSpPr>
              <a:spLocks noChangeArrowheads="1"/>
            </p:cNvSpPr>
            <p:nvPr/>
          </p:nvSpPr>
          <p:spPr bwMode="auto">
            <a:xfrm>
              <a:off x="7688840" y="4183555"/>
              <a:ext cx="17463" cy="576263"/>
            </a:xfrm>
            <a:prstGeom prst="rect">
              <a:avLst/>
            </a:prstGeom>
            <a:solidFill>
              <a:srgbClr val="AAE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4" name="Rectangle 1164"/>
            <p:cNvSpPr>
              <a:spLocks noChangeArrowheads="1"/>
            </p:cNvSpPr>
            <p:nvPr/>
          </p:nvSpPr>
          <p:spPr bwMode="auto">
            <a:xfrm>
              <a:off x="7706303" y="4183555"/>
              <a:ext cx="7938" cy="576263"/>
            </a:xfrm>
            <a:prstGeom prst="rect">
              <a:avLst/>
            </a:prstGeom>
            <a:solidFill>
              <a:srgbClr val="A9E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5" name="Rectangle 1165"/>
            <p:cNvSpPr>
              <a:spLocks noChangeArrowheads="1"/>
            </p:cNvSpPr>
            <p:nvPr/>
          </p:nvSpPr>
          <p:spPr bwMode="auto">
            <a:xfrm>
              <a:off x="7714240" y="4183555"/>
              <a:ext cx="7938" cy="576263"/>
            </a:xfrm>
            <a:prstGeom prst="rect">
              <a:avLst/>
            </a:prstGeom>
            <a:solidFill>
              <a:srgbClr val="A8E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6" name="Rectangle 1166"/>
            <p:cNvSpPr>
              <a:spLocks noChangeArrowheads="1"/>
            </p:cNvSpPr>
            <p:nvPr/>
          </p:nvSpPr>
          <p:spPr bwMode="auto">
            <a:xfrm>
              <a:off x="7722178" y="4183555"/>
              <a:ext cx="7938" cy="576263"/>
            </a:xfrm>
            <a:prstGeom prst="rect">
              <a:avLst/>
            </a:prstGeom>
            <a:solidFill>
              <a:srgbClr val="A7E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7" name="Rectangle 1167"/>
            <p:cNvSpPr>
              <a:spLocks noChangeArrowheads="1"/>
            </p:cNvSpPr>
            <p:nvPr/>
          </p:nvSpPr>
          <p:spPr bwMode="auto">
            <a:xfrm>
              <a:off x="7730115" y="4183555"/>
              <a:ext cx="9525" cy="576263"/>
            </a:xfrm>
            <a:prstGeom prst="rect">
              <a:avLst/>
            </a:prstGeom>
            <a:solidFill>
              <a:srgbClr val="A6E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8" name="Rectangle 1168"/>
            <p:cNvSpPr>
              <a:spLocks noChangeArrowheads="1"/>
            </p:cNvSpPr>
            <p:nvPr/>
          </p:nvSpPr>
          <p:spPr bwMode="auto">
            <a:xfrm>
              <a:off x="6995103" y="4183555"/>
              <a:ext cx="744538" cy="576263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29" name="Rectangle 1169"/>
            <p:cNvSpPr>
              <a:spLocks noChangeArrowheads="1"/>
            </p:cNvSpPr>
            <p:nvPr/>
          </p:nvSpPr>
          <p:spPr bwMode="auto">
            <a:xfrm>
              <a:off x="7127634" y="4223788"/>
              <a:ext cx="47448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900" b="1" dirty="0">
                  <a:solidFill>
                    <a:srgbClr val="000000"/>
                  </a:solidFill>
                </a:rPr>
                <a:t>Video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Manager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0" name="Line 1170"/>
            <p:cNvSpPr>
              <a:spLocks noChangeShapeType="1"/>
            </p:cNvSpPr>
            <p:nvPr/>
          </p:nvSpPr>
          <p:spPr bwMode="auto">
            <a:xfrm>
              <a:off x="6995103" y="4519812"/>
              <a:ext cx="744538" cy="0"/>
            </a:xfrm>
            <a:prstGeom prst="line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</p:grpSp>
      <p:sp>
        <p:nvSpPr>
          <p:cNvPr id="731" name="자유형 730"/>
          <p:cNvSpPr/>
          <p:nvPr/>
        </p:nvSpPr>
        <p:spPr>
          <a:xfrm>
            <a:off x="5263466" y="967894"/>
            <a:ext cx="4203900" cy="2458037"/>
          </a:xfrm>
          <a:custGeom>
            <a:avLst/>
            <a:gdLst>
              <a:gd name="connsiteX0" fmla="*/ 2318327 w 4203900"/>
              <a:gd name="connsiteY0" fmla="*/ 3438964 h 3443701"/>
              <a:gd name="connsiteX1" fmla="*/ 1976582 w 4203900"/>
              <a:gd name="connsiteY1" fmla="*/ 3420491 h 3443701"/>
              <a:gd name="connsiteX2" fmla="*/ 1838037 w 4203900"/>
              <a:gd name="connsiteY2" fmla="*/ 3402019 h 3443701"/>
              <a:gd name="connsiteX3" fmla="*/ 1810327 w 4203900"/>
              <a:gd name="connsiteY3" fmla="*/ 3392782 h 3443701"/>
              <a:gd name="connsiteX4" fmla="*/ 1459346 w 4203900"/>
              <a:gd name="connsiteY4" fmla="*/ 3355837 h 3443701"/>
              <a:gd name="connsiteX5" fmla="*/ 1403927 w 4203900"/>
              <a:gd name="connsiteY5" fmla="*/ 3337364 h 3443701"/>
              <a:gd name="connsiteX6" fmla="*/ 1394691 w 4203900"/>
              <a:gd name="connsiteY6" fmla="*/ 3309655 h 3443701"/>
              <a:gd name="connsiteX7" fmla="*/ 1376218 w 4203900"/>
              <a:gd name="connsiteY7" fmla="*/ 3272710 h 3443701"/>
              <a:gd name="connsiteX8" fmla="*/ 1385455 w 4203900"/>
              <a:gd name="connsiteY8" fmla="*/ 3152637 h 3443701"/>
              <a:gd name="connsiteX9" fmla="*/ 1403927 w 4203900"/>
              <a:gd name="connsiteY9" fmla="*/ 3097219 h 3443701"/>
              <a:gd name="connsiteX10" fmla="*/ 1394691 w 4203900"/>
              <a:gd name="connsiteY10" fmla="*/ 2644637 h 3443701"/>
              <a:gd name="connsiteX11" fmla="*/ 1376218 w 4203900"/>
              <a:gd name="connsiteY11" fmla="*/ 2506091 h 3443701"/>
              <a:gd name="connsiteX12" fmla="*/ 1357746 w 4203900"/>
              <a:gd name="connsiteY12" fmla="*/ 2450673 h 3443701"/>
              <a:gd name="connsiteX13" fmla="*/ 1320800 w 4203900"/>
              <a:gd name="connsiteY13" fmla="*/ 2293655 h 3443701"/>
              <a:gd name="connsiteX14" fmla="*/ 1302327 w 4203900"/>
              <a:gd name="connsiteY14" fmla="*/ 2256710 h 3443701"/>
              <a:gd name="connsiteX15" fmla="*/ 1274618 w 4203900"/>
              <a:gd name="connsiteY15" fmla="*/ 2192055 h 3443701"/>
              <a:gd name="connsiteX16" fmla="*/ 1237673 w 4203900"/>
              <a:gd name="connsiteY16" fmla="*/ 2155110 h 3443701"/>
              <a:gd name="connsiteX17" fmla="*/ 1209964 w 4203900"/>
              <a:gd name="connsiteY17" fmla="*/ 2118164 h 3443701"/>
              <a:gd name="connsiteX18" fmla="*/ 1191491 w 4203900"/>
              <a:gd name="connsiteY18" fmla="*/ 2090455 h 3443701"/>
              <a:gd name="connsiteX19" fmla="*/ 1163782 w 4203900"/>
              <a:gd name="connsiteY19" fmla="*/ 2071982 h 3443701"/>
              <a:gd name="connsiteX20" fmla="*/ 1145309 w 4203900"/>
              <a:gd name="connsiteY20" fmla="*/ 2035037 h 3443701"/>
              <a:gd name="connsiteX21" fmla="*/ 1080655 w 4203900"/>
              <a:gd name="connsiteY21" fmla="*/ 1998091 h 3443701"/>
              <a:gd name="connsiteX22" fmla="*/ 1043709 w 4203900"/>
              <a:gd name="connsiteY22" fmla="*/ 1970382 h 3443701"/>
              <a:gd name="connsiteX23" fmla="*/ 1034473 w 4203900"/>
              <a:gd name="connsiteY23" fmla="*/ 1942673 h 3443701"/>
              <a:gd name="connsiteX24" fmla="*/ 960582 w 4203900"/>
              <a:gd name="connsiteY24" fmla="*/ 1896491 h 3443701"/>
              <a:gd name="connsiteX25" fmla="*/ 923637 w 4203900"/>
              <a:gd name="connsiteY25" fmla="*/ 1859546 h 3443701"/>
              <a:gd name="connsiteX26" fmla="*/ 868218 w 4203900"/>
              <a:gd name="connsiteY26" fmla="*/ 1841073 h 3443701"/>
              <a:gd name="connsiteX27" fmla="*/ 831273 w 4203900"/>
              <a:gd name="connsiteY27" fmla="*/ 1822601 h 3443701"/>
              <a:gd name="connsiteX28" fmla="*/ 775855 w 4203900"/>
              <a:gd name="connsiteY28" fmla="*/ 1785655 h 3443701"/>
              <a:gd name="connsiteX29" fmla="*/ 738909 w 4203900"/>
              <a:gd name="connsiteY29" fmla="*/ 1776419 h 3443701"/>
              <a:gd name="connsiteX30" fmla="*/ 637309 w 4203900"/>
              <a:gd name="connsiteY30" fmla="*/ 1711764 h 3443701"/>
              <a:gd name="connsiteX31" fmla="*/ 508000 w 4203900"/>
              <a:gd name="connsiteY31" fmla="*/ 1637873 h 3443701"/>
              <a:gd name="connsiteX32" fmla="*/ 471055 w 4203900"/>
              <a:gd name="connsiteY32" fmla="*/ 1619401 h 3443701"/>
              <a:gd name="connsiteX33" fmla="*/ 387927 w 4203900"/>
              <a:gd name="connsiteY33" fmla="*/ 1600928 h 3443701"/>
              <a:gd name="connsiteX34" fmla="*/ 360218 w 4203900"/>
              <a:gd name="connsiteY34" fmla="*/ 1573219 h 3443701"/>
              <a:gd name="connsiteX35" fmla="*/ 258618 w 4203900"/>
              <a:gd name="connsiteY35" fmla="*/ 1536273 h 3443701"/>
              <a:gd name="connsiteX36" fmla="*/ 221673 w 4203900"/>
              <a:gd name="connsiteY36" fmla="*/ 1508564 h 3443701"/>
              <a:gd name="connsiteX37" fmla="*/ 138546 w 4203900"/>
              <a:gd name="connsiteY37" fmla="*/ 1416201 h 3443701"/>
              <a:gd name="connsiteX38" fmla="*/ 110837 w 4203900"/>
              <a:gd name="connsiteY38" fmla="*/ 1397728 h 3443701"/>
              <a:gd name="connsiteX39" fmla="*/ 18473 w 4203900"/>
              <a:gd name="connsiteY39" fmla="*/ 1286891 h 3443701"/>
              <a:gd name="connsiteX40" fmla="*/ 0 w 4203900"/>
              <a:gd name="connsiteY40" fmla="*/ 1240710 h 3443701"/>
              <a:gd name="connsiteX41" fmla="*/ 9237 w 4203900"/>
              <a:gd name="connsiteY41" fmla="*/ 1065219 h 3443701"/>
              <a:gd name="connsiteX42" fmla="*/ 46182 w 4203900"/>
              <a:gd name="connsiteY42" fmla="*/ 945146 h 3443701"/>
              <a:gd name="connsiteX43" fmla="*/ 83127 w 4203900"/>
              <a:gd name="connsiteY43" fmla="*/ 862019 h 3443701"/>
              <a:gd name="connsiteX44" fmla="*/ 129309 w 4203900"/>
              <a:gd name="connsiteY44" fmla="*/ 797364 h 3443701"/>
              <a:gd name="connsiteX45" fmla="*/ 157018 w 4203900"/>
              <a:gd name="connsiteY45" fmla="*/ 778891 h 3443701"/>
              <a:gd name="connsiteX46" fmla="*/ 397164 w 4203900"/>
              <a:gd name="connsiteY46" fmla="*/ 751182 h 3443701"/>
              <a:gd name="connsiteX47" fmla="*/ 572655 w 4203900"/>
              <a:gd name="connsiteY47" fmla="*/ 723473 h 3443701"/>
              <a:gd name="connsiteX48" fmla="*/ 683491 w 4203900"/>
              <a:gd name="connsiteY48" fmla="*/ 686528 h 3443701"/>
              <a:gd name="connsiteX49" fmla="*/ 785091 w 4203900"/>
              <a:gd name="connsiteY49" fmla="*/ 631110 h 3443701"/>
              <a:gd name="connsiteX50" fmla="*/ 840509 w 4203900"/>
              <a:gd name="connsiteY50" fmla="*/ 612637 h 3443701"/>
              <a:gd name="connsiteX51" fmla="*/ 877455 w 4203900"/>
              <a:gd name="connsiteY51" fmla="*/ 584928 h 3443701"/>
              <a:gd name="connsiteX52" fmla="*/ 905164 w 4203900"/>
              <a:gd name="connsiteY52" fmla="*/ 566455 h 3443701"/>
              <a:gd name="connsiteX53" fmla="*/ 923637 w 4203900"/>
              <a:gd name="connsiteY53" fmla="*/ 529510 h 3443701"/>
              <a:gd name="connsiteX54" fmla="*/ 979055 w 4203900"/>
              <a:gd name="connsiteY54" fmla="*/ 464855 h 3443701"/>
              <a:gd name="connsiteX55" fmla="*/ 1016000 w 4203900"/>
              <a:gd name="connsiteY55" fmla="*/ 390964 h 3443701"/>
              <a:gd name="connsiteX56" fmla="*/ 1025237 w 4203900"/>
              <a:gd name="connsiteY56" fmla="*/ 363255 h 3443701"/>
              <a:gd name="connsiteX57" fmla="*/ 1052946 w 4203900"/>
              <a:gd name="connsiteY57" fmla="*/ 344782 h 3443701"/>
              <a:gd name="connsiteX58" fmla="*/ 1071418 w 4203900"/>
              <a:gd name="connsiteY58" fmla="*/ 298601 h 3443701"/>
              <a:gd name="connsiteX59" fmla="*/ 1117600 w 4203900"/>
              <a:gd name="connsiteY59" fmla="*/ 197001 h 3443701"/>
              <a:gd name="connsiteX60" fmla="*/ 1191491 w 4203900"/>
              <a:gd name="connsiteY60" fmla="*/ 141582 h 3443701"/>
              <a:gd name="connsiteX61" fmla="*/ 1246909 w 4203900"/>
              <a:gd name="connsiteY61" fmla="*/ 104637 h 3443701"/>
              <a:gd name="connsiteX62" fmla="*/ 1376218 w 4203900"/>
              <a:gd name="connsiteY62" fmla="*/ 67691 h 3443701"/>
              <a:gd name="connsiteX63" fmla="*/ 1588655 w 4203900"/>
              <a:gd name="connsiteY63" fmla="*/ 49219 h 3443701"/>
              <a:gd name="connsiteX64" fmla="*/ 1717964 w 4203900"/>
              <a:gd name="connsiteY64" fmla="*/ 21510 h 3443701"/>
              <a:gd name="connsiteX65" fmla="*/ 2576946 w 4203900"/>
              <a:gd name="connsiteY65" fmla="*/ 49219 h 3443701"/>
              <a:gd name="connsiteX66" fmla="*/ 2613891 w 4203900"/>
              <a:gd name="connsiteY66" fmla="*/ 76928 h 3443701"/>
              <a:gd name="connsiteX67" fmla="*/ 2678546 w 4203900"/>
              <a:gd name="connsiteY67" fmla="*/ 95401 h 3443701"/>
              <a:gd name="connsiteX68" fmla="*/ 2733964 w 4203900"/>
              <a:gd name="connsiteY68" fmla="*/ 123110 h 3443701"/>
              <a:gd name="connsiteX69" fmla="*/ 2798618 w 4203900"/>
              <a:gd name="connsiteY69" fmla="*/ 197001 h 3443701"/>
              <a:gd name="connsiteX70" fmla="*/ 2835564 w 4203900"/>
              <a:gd name="connsiteY70" fmla="*/ 215473 h 3443701"/>
              <a:gd name="connsiteX71" fmla="*/ 2909455 w 4203900"/>
              <a:gd name="connsiteY71" fmla="*/ 289364 h 3443701"/>
              <a:gd name="connsiteX72" fmla="*/ 2983346 w 4203900"/>
              <a:gd name="connsiteY72" fmla="*/ 344782 h 3443701"/>
              <a:gd name="connsiteX73" fmla="*/ 3020291 w 4203900"/>
              <a:gd name="connsiteY73" fmla="*/ 381728 h 3443701"/>
              <a:gd name="connsiteX74" fmla="*/ 3084946 w 4203900"/>
              <a:gd name="connsiteY74" fmla="*/ 483328 h 3443701"/>
              <a:gd name="connsiteX75" fmla="*/ 3084946 w 4203900"/>
              <a:gd name="connsiteY75" fmla="*/ 483328 h 3443701"/>
              <a:gd name="connsiteX76" fmla="*/ 3177309 w 4203900"/>
              <a:gd name="connsiteY76" fmla="*/ 631110 h 3443701"/>
              <a:gd name="connsiteX77" fmla="*/ 3195782 w 4203900"/>
              <a:gd name="connsiteY77" fmla="*/ 677291 h 3443701"/>
              <a:gd name="connsiteX78" fmla="*/ 3260437 w 4203900"/>
              <a:gd name="connsiteY78" fmla="*/ 741946 h 3443701"/>
              <a:gd name="connsiteX79" fmla="*/ 3343564 w 4203900"/>
              <a:gd name="connsiteY79" fmla="*/ 843546 h 3443701"/>
              <a:gd name="connsiteX80" fmla="*/ 3417455 w 4203900"/>
              <a:gd name="connsiteY80" fmla="*/ 935910 h 3443701"/>
              <a:gd name="connsiteX81" fmla="*/ 3491346 w 4203900"/>
              <a:gd name="connsiteY81" fmla="*/ 1000564 h 3443701"/>
              <a:gd name="connsiteX82" fmla="*/ 3556000 w 4203900"/>
              <a:gd name="connsiteY82" fmla="*/ 1092928 h 3443701"/>
              <a:gd name="connsiteX83" fmla="*/ 3629891 w 4203900"/>
              <a:gd name="connsiteY83" fmla="*/ 1166819 h 3443701"/>
              <a:gd name="connsiteX84" fmla="*/ 3666837 w 4203900"/>
              <a:gd name="connsiteY84" fmla="*/ 1203764 h 3443701"/>
              <a:gd name="connsiteX85" fmla="*/ 3731491 w 4203900"/>
              <a:gd name="connsiteY85" fmla="*/ 1286891 h 3443701"/>
              <a:gd name="connsiteX86" fmla="*/ 3805382 w 4203900"/>
              <a:gd name="connsiteY86" fmla="*/ 1370019 h 3443701"/>
              <a:gd name="connsiteX87" fmla="*/ 3860800 w 4203900"/>
              <a:gd name="connsiteY87" fmla="*/ 1388491 h 3443701"/>
              <a:gd name="connsiteX88" fmla="*/ 3879273 w 4203900"/>
              <a:gd name="connsiteY88" fmla="*/ 1425437 h 3443701"/>
              <a:gd name="connsiteX89" fmla="*/ 3943927 w 4203900"/>
              <a:gd name="connsiteY89" fmla="*/ 1480855 h 3443701"/>
              <a:gd name="connsiteX90" fmla="*/ 3980873 w 4203900"/>
              <a:gd name="connsiteY90" fmla="*/ 1554746 h 3443701"/>
              <a:gd name="connsiteX91" fmla="*/ 4036291 w 4203900"/>
              <a:gd name="connsiteY91" fmla="*/ 1619401 h 3443701"/>
              <a:gd name="connsiteX92" fmla="*/ 4073237 w 4203900"/>
              <a:gd name="connsiteY92" fmla="*/ 1693291 h 3443701"/>
              <a:gd name="connsiteX93" fmla="*/ 4091709 w 4203900"/>
              <a:gd name="connsiteY93" fmla="*/ 1757946 h 3443701"/>
              <a:gd name="connsiteX94" fmla="*/ 4110182 w 4203900"/>
              <a:gd name="connsiteY94" fmla="*/ 1813364 h 3443701"/>
              <a:gd name="connsiteX95" fmla="*/ 4147127 w 4203900"/>
              <a:gd name="connsiteY95" fmla="*/ 2108928 h 3443701"/>
              <a:gd name="connsiteX96" fmla="*/ 4165600 w 4203900"/>
              <a:gd name="connsiteY96" fmla="*/ 2136637 h 3443701"/>
              <a:gd name="connsiteX97" fmla="*/ 4174837 w 4203900"/>
              <a:gd name="connsiteY97" fmla="*/ 2182819 h 3443701"/>
              <a:gd name="connsiteX98" fmla="*/ 4184073 w 4203900"/>
              <a:gd name="connsiteY98" fmla="*/ 2321364 h 3443701"/>
              <a:gd name="connsiteX99" fmla="*/ 4147127 w 4203900"/>
              <a:gd name="connsiteY99" fmla="*/ 2358310 h 3443701"/>
              <a:gd name="connsiteX100" fmla="*/ 4110182 w 4203900"/>
              <a:gd name="connsiteY100" fmla="*/ 2413728 h 3443701"/>
              <a:gd name="connsiteX101" fmla="*/ 4054764 w 4203900"/>
              <a:gd name="connsiteY101" fmla="*/ 2450673 h 3443701"/>
              <a:gd name="connsiteX102" fmla="*/ 3962400 w 4203900"/>
              <a:gd name="connsiteY102" fmla="*/ 2533801 h 3443701"/>
              <a:gd name="connsiteX103" fmla="*/ 3916218 w 4203900"/>
              <a:gd name="connsiteY103" fmla="*/ 2561510 h 3443701"/>
              <a:gd name="connsiteX104" fmla="*/ 3833091 w 4203900"/>
              <a:gd name="connsiteY104" fmla="*/ 2635401 h 3443701"/>
              <a:gd name="connsiteX105" fmla="*/ 3768437 w 4203900"/>
              <a:gd name="connsiteY105" fmla="*/ 2681582 h 3443701"/>
              <a:gd name="connsiteX106" fmla="*/ 3676073 w 4203900"/>
              <a:gd name="connsiteY106" fmla="*/ 2773946 h 3443701"/>
              <a:gd name="connsiteX107" fmla="*/ 3639127 w 4203900"/>
              <a:gd name="connsiteY107" fmla="*/ 2820128 h 3443701"/>
              <a:gd name="connsiteX108" fmla="*/ 3620655 w 4203900"/>
              <a:gd name="connsiteY108" fmla="*/ 2847837 h 3443701"/>
              <a:gd name="connsiteX109" fmla="*/ 3546764 w 4203900"/>
              <a:gd name="connsiteY109" fmla="*/ 2921728 h 3443701"/>
              <a:gd name="connsiteX110" fmla="*/ 3509818 w 4203900"/>
              <a:gd name="connsiteY110" fmla="*/ 2958673 h 3443701"/>
              <a:gd name="connsiteX111" fmla="*/ 3435927 w 4203900"/>
              <a:gd name="connsiteY111" fmla="*/ 2995619 h 3443701"/>
              <a:gd name="connsiteX112" fmla="*/ 3398982 w 4203900"/>
              <a:gd name="connsiteY112" fmla="*/ 3014091 h 3443701"/>
              <a:gd name="connsiteX113" fmla="*/ 3362037 w 4203900"/>
              <a:gd name="connsiteY113" fmla="*/ 3023328 h 3443701"/>
              <a:gd name="connsiteX114" fmla="*/ 3288146 w 4203900"/>
              <a:gd name="connsiteY114" fmla="*/ 3060273 h 3443701"/>
              <a:gd name="connsiteX115" fmla="*/ 3223491 w 4203900"/>
              <a:gd name="connsiteY115" fmla="*/ 3134164 h 3443701"/>
              <a:gd name="connsiteX116" fmla="*/ 3140364 w 4203900"/>
              <a:gd name="connsiteY116" fmla="*/ 3152637 h 3443701"/>
              <a:gd name="connsiteX117" fmla="*/ 2900218 w 4203900"/>
              <a:gd name="connsiteY117" fmla="*/ 3189582 h 3443701"/>
              <a:gd name="connsiteX118" fmla="*/ 2789382 w 4203900"/>
              <a:gd name="connsiteY118" fmla="*/ 3208055 h 3443701"/>
              <a:gd name="connsiteX119" fmla="*/ 2715491 w 4203900"/>
              <a:gd name="connsiteY119" fmla="*/ 3245001 h 3443701"/>
              <a:gd name="connsiteX120" fmla="*/ 2678546 w 4203900"/>
              <a:gd name="connsiteY120" fmla="*/ 3263473 h 3443701"/>
              <a:gd name="connsiteX121" fmla="*/ 2650837 w 4203900"/>
              <a:gd name="connsiteY121" fmla="*/ 3272710 h 3443701"/>
              <a:gd name="connsiteX122" fmla="*/ 2595418 w 4203900"/>
              <a:gd name="connsiteY122" fmla="*/ 3309655 h 3443701"/>
              <a:gd name="connsiteX123" fmla="*/ 2567709 w 4203900"/>
              <a:gd name="connsiteY123" fmla="*/ 3328128 h 3443701"/>
              <a:gd name="connsiteX124" fmla="*/ 2503055 w 4203900"/>
              <a:gd name="connsiteY124" fmla="*/ 3374310 h 3443701"/>
              <a:gd name="connsiteX125" fmla="*/ 2346037 w 4203900"/>
              <a:gd name="connsiteY125" fmla="*/ 3429728 h 3443701"/>
              <a:gd name="connsiteX126" fmla="*/ 2318327 w 4203900"/>
              <a:gd name="connsiteY126" fmla="*/ 3438964 h 34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203900" h="3443701">
                <a:moveTo>
                  <a:pt x="2318327" y="3438964"/>
                </a:moveTo>
                <a:cubicBezTo>
                  <a:pt x="2256751" y="3437425"/>
                  <a:pt x="2090327" y="3429241"/>
                  <a:pt x="1976582" y="3420491"/>
                </a:cubicBezTo>
                <a:cubicBezTo>
                  <a:pt x="1930129" y="3416918"/>
                  <a:pt x="1883993" y="3409678"/>
                  <a:pt x="1838037" y="3402019"/>
                </a:cubicBezTo>
                <a:cubicBezTo>
                  <a:pt x="1828433" y="3400418"/>
                  <a:pt x="1820004" y="3393857"/>
                  <a:pt x="1810327" y="3392782"/>
                </a:cubicBezTo>
                <a:cubicBezTo>
                  <a:pt x="1313333" y="3337561"/>
                  <a:pt x="1798252" y="3404253"/>
                  <a:pt x="1459346" y="3355837"/>
                </a:cubicBezTo>
                <a:cubicBezTo>
                  <a:pt x="1440873" y="3349679"/>
                  <a:pt x="1419772" y="3348682"/>
                  <a:pt x="1403927" y="3337364"/>
                </a:cubicBezTo>
                <a:cubicBezTo>
                  <a:pt x="1396005" y="3331705"/>
                  <a:pt x="1398526" y="3318604"/>
                  <a:pt x="1394691" y="3309655"/>
                </a:cubicBezTo>
                <a:cubicBezTo>
                  <a:pt x="1389267" y="3297000"/>
                  <a:pt x="1382376" y="3285025"/>
                  <a:pt x="1376218" y="3272710"/>
                </a:cubicBezTo>
                <a:cubicBezTo>
                  <a:pt x="1379297" y="3232686"/>
                  <a:pt x="1379194" y="3192288"/>
                  <a:pt x="1385455" y="3152637"/>
                </a:cubicBezTo>
                <a:cubicBezTo>
                  <a:pt x="1388492" y="3133403"/>
                  <a:pt x="1403573" y="3116688"/>
                  <a:pt x="1403927" y="3097219"/>
                </a:cubicBezTo>
                <a:cubicBezTo>
                  <a:pt x="1406670" y="2946352"/>
                  <a:pt x="1399891" y="2795439"/>
                  <a:pt x="1394691" y="2644637"/>
                </a:cubicBezTo>
                <a:cubicBezTo>
                  <a:pt x="1394076" y="2626793"/>
                  <a:pt x="1382858" y="2532653"/>
                  <a:pt x="1376218" y="2506091"/>
                </a:cubicBezTo>
                <a:cubicBezTo>
                  <a:pt x="1371495" y="2487201"/>
                  <a:pt x="1362763" y="2469487"/>
                  <a:pt x="1357746" y="2450673"/>
                </a:cubicBezTo>
                <a:cubicBezTo>
                  <a:pt x="1347587" y="2412578"/>
                  <a:pt x="1333795" y="2332638"/>
                  <a:pt x="1320800" y="2293655"/>
                </a:cubicBezTo>
                <a:cubicBezTo>
                  <a:pt x="1316446" y="2280593"/>
                  <a:pt x="1307751" y="2269365"/>
                  <a:pt x="1302327" y="2256710"/>
                </a:cubicBezTo>
                <a:cubicBezTo>
                  <a:pt x="1290436" y="2228964"/>
                  <a:pt x="1295042" y="2219288"/>
                  <a:pt x="1274618" y="2192055"/>
                </a:cubicBezTo>
                <a:cubicBezTo>
                  <a:pt x="1264168" y="2178122"/>
                  <a:pt x="1249141" y="2168217"/>
                  <a:pt x="1237673" y="2155110"/>
                </a:cubicBezTo>
                <a:cubicBezTo>
                  <a:pt x="1227536" y="2143525"/>
                  <a:pt x="1218912" y="2130691"/>
                  <a:pt x="1209964" y="2118164"/>
                </a:cubicBezTo>
                <a:cubicBezTo>
                  <a:pt x="1203512" y="2109131"/>
                  <a:pt x="1199340" y="2098304"/>
                  <a:pt x="1191491" y="2090455"/>
                </a:cubicBezTo>
                <a:cubicBezTo>
                  <a:pt x="1183642" y="2082606"/>
                  <a:pt x="1173018" y="2078140"/>
                  <a:pt x="1163782" y="2071982"/>
                </a:cubicBezTo>
                <a:cubicBezTo>
                  <a:pt x="1157624" y="2059667"/>
                  <a:pt x="1154124" y="2045614"/>
                  <a:pt x="1145309" y="2035037"/>
                </a:cubicBezTo>
                <a:cubicBezTo>
                  <a:pt x="1134255" y="2021773"/>
                  <a:pt x="1092661" y="2005595"/>
                  <a:pt x="1080655" y="1998091"/>
                </a:cubicBezTo>
                <a:cubicBezTo>
                  <a:pt x="1067601" y="1989932"/>
                  <a:pt x="1056024" y="1979618"/>
                  <a:pt x="1043709" y="1970382"/>
                </a:cubicBezTo>
                <a:cubicBezTo>
                  <a:pt x="1040630" y="1961146"/>
                  <a:pt x="1040706" y="1950152"/>
                  <a:pt x="1034473" y="1942673"/>
                </a:cubicBezTo>
                <a:cubicBezTo>
                  <a:pt x="1002975" y="1904875"/>
                  <a:pt x="996571" y="1923483"/>
                  <a:pt x="960582" y="1896491"/>
                </a:cubicBezTo>
                <a:cubicBezTo>
                  <a:pt x="946649" y="1886041"/>
                  <a:pt x="938571" y="1868506"/>
                  <a:pt x="923637" y="1859546"/>
                </a:cubicBezTo>
                <a:cubicBezTo>
                  <a:pt x="906940" y="1849528"/>
                  <a:pt x="886298" y="1848305"/>
                  <a:pt x="868218" y="1841073"/>
                </a:cubicBezTo>
                <a:cubicBezTo>
                  <a:pt x="855434" y="1835960"/>
                  <a:pt x="843079" y="1829685"/>
                  <a:pt x="831273" y="1822601"/>
                </a:cubicBezTo>
                <a:cubicBezTo>
                  <a:pt x="812235" y="1811178"/>
                  <a:pt x="797394" y="1791039"/>
                  <a:pt x="775855" y="1785655"/>
                </a:cubicBezTo>
                <a:lnTo>
                  <a:pt x="738909" y="1776419"/>
                </a:lnTo>
                <a:cubicBezTo>
                  <a:pt x="671433" y="1708943"/>
                  <a:pt x="765668" y="1797337"/>
                  <a:pt x="637309" y="1711764"/>
                </a:cubicBezTo>
                <a:cubicBezTo>
                  <a:pt x="509420" y="1626505"/>
                  <a:pt x="600519" y="1678992"/>
                  <a:pt x="508000" y="1637873"/>
                </a:cubicBezTo>
                <a:cubicBezTo>
                  <a:pt x="495418" y="1632281"/>
                  <a:pt x="483947" y="1624235"/>
                  <a:pt x="471055" y="1619401"/>
                </a:cubicBezTo>
                <a:cubicBezTo>
                  <a:pt x="456142" y="1613808"/>
                  <a:pt x="400475" y="1603438"/>
                  <a:pt x="387927" y="1600928"/>
                </a:cubicBezTo>
                <a:cubicBezTo>
                  <a:pt x="378691" y="1591692"/>
                  <a:pt x="371295" y="1580142"/>
                  <a:pt x="360218" y="1573219"/>
                </a:cubicBezTo>
                <a:cubicBezTo>
                  <a:pt x="345528" y="1564037"/>
                  <a:pt x="271547" y="1540583"/>
                  <a:pt x="258618" y="1536273"/>
                </a:cubicBezTo>
                <a:cubicBezTo>
                  <a:pt x="246303" y="1527037"/>
                  <a:pt x="232558" y="1519449"/>
                  <a:pt x="221673" y="1508564"/>
                </a:cubicBezTo>
                <a:cubicBezTo>
                  <a:pt x="158564" y="1445455"/>
                  <a:pt x="196679" y="1466029"/>
                  <a:pt x="138546" y="1416201"/>
                </a:cubicBezTo>
                <a:cubicBezTo>
                  <a:pt x="130118" y="1408977"/>
                  <a:pt x="119134" y="1405103"/>
                  <a:pt x="110837" y="1397728"/>
                </a:cubicBezTo>
                <a:cubicBezTo>
                  <a:pt x="82187" y="1372262"/>
                  <a:pt x="33818" y="1325251"/>
                  <a:pt x="18473" y="1286891"/>
                </a:cubicBezTo>
                <a:lnTo>
                  <a:pt x="0" y="1240710"/>
                </a:lnTo>
                <a:cubicBezTo>
                  <a:pt x="3079" y="1182213"/>
                  <a:pt x="2523" y="1123411"/>
                  <a:pt x="9237" y="1065219"/>
                </a:cubicBezTo>
                <a:cubicBezTo>
                  <a:pt x="12367" y="1038091"/>
                  <a:pt x="38596" y="972961"/>
                  <a:pt x="46182" y="945146"/>
                </a:cubicBezTo>
                <a:cubicBezTo>
                  <a:pt x="66760" y="869693"/>
                  <a:pt x="37837" y="925424"/>
                  <a:pt x="83127" y="862019"/>
                </a:cubicBezTo>
                <a:cubicBezTo>
                  <a:pt x="96237" y="843666"/>
                  <a:pt x="114219" y="812454"/>
                  <a:pt x="129309" y="797364"/>
                </a:cubicBezTo>
                <a:cubicBezTo>
                  <a:pt x="137158" y="789515"/>
                  <a:pt x="146292" y="781751"/>
                  <a:pt x="157018" y="778891"/>
                </a:cubicBezTo>
                <a:cubicBezTo>
                  <a:pt x="231871" y="758930"/>
                  <a:pt x="321187" y="756609"/>
                  <a:pt x="397164" y="751182"/>
                </a:cubicBezTo>
                <a:cubicBezTo>
                  <a:pt x="495129" y="718528"/>
                  <a:pt x="297122" y="782516"/>
                  <a:pt x="572655" y="723473"/>
                </a:cubicBezTo>
                <a:cubicBezTo>
                  <a:pt x="610734" y="715313"/>
                  <a:pt x="651088" y="708130"/>
                  <a:pt x="683491" y="686528"/>
                </a:cubicBezTo>
                <a:cubicBezTo>
                  <a:pt x="717220" y="664042"/>
                  <a:pt x="743177" y="645082"/>
                  <a:pt x="785091" y="631110"/>
                </a:cubicBezTo>
                <a:lnTo>
                  <a:pt x="840509" y="612637"/>
                </a:lnTo>
                <a:cubicBezTo>
                  <a:pt x="852824" y="603401"/>
                  <a:pt x="864928" y="593876"/>
                  <a:pt x="877455" y="584928"/>
                </a:cubicBezTo>
                <a:cubicBezTo>
                  <a:pt x="886488" y="578476"/>
                  <a:pt x="898057" y="574983"/>
                  <a:pt x="905164" y="566455"/>
                </a:cubicBezTo>
                <a:cubicBezTo>
                  <a:pt x="913979" y="555878"/>
                  <a:pt x="916806" y="541465"/>
                  <a:pt x="923637" y="529510"/>
                </a:cubicBezTo>
                <a:cubicBezTo>
                  <a:pt x="942394" y="496685"/>
                  <a:pt x="948970" y="494940"/>
                  <a:pt x="979055" y="464855"/>
                </a:cubicBezTo>
                <a:cubicBezTo>
                  <a:pt x="991370" y="440225"/>
                  <a:pt x="1007291" y="417088"/>
                  <a:pt x="1016000" y="390964"/>
                </a:cubicBezTo>
                <a:cubicBezTo>
                  <a:pt x="1019079" y="381728"/>
                  <a:pt x="1019155" y="370858"/>
                  <a:pt x="1025237" y="363255"/>
                </a:cubicBezTo>
                <a:cubicBezTo>
                  <a:pt x="1032172" y="354587"/>
                  <a:pt x="1043710" y="350940"/>
                  <a:pt x="1052946" y="344782"/>
                </a:cubicBezTo>
                <a:cubicBezTo>
                  <a:pt x="1059103" y="329388"/>
                  <a:pt x="1065597" y="314125"/>
                  <a:pt x="1071418" y="298601"/>
                </a:cubicBezTo>
                <a:cubicBezTo>
                  <a:pt x="1084190" y="264543"/>
                  <a:pt x="1090933" y="223668"/>
                  <a:pt x="1117600" y="197001"/>
                </a:cubicBezTo>
                <a:cubicBezTo>
                  <a:pt x="1180890" y="133711"/>
                  <a:pt x="1125839" y="180973"/>
                  <a:pt x="1191491" y="141582"/>
                </a:cubicBezTo>
                <a:cubicBezTo>
                  <a:pt x="1210528" y="130159"/>
                  <a:pt x="1227052" y="114566"/>
                  <a:pt x="1246909" y="104637"/>
                </a:cubicBezTo>
                <a:cubicBezTo>
                  <a:pt x="1267490" y="94347"/>
                  <a:pt x="1360263" y="69750"/>
                  <a:pt x="1376218" y="67691"/>
                </a:cubicBezTo>
                <a:cubicBezTo>
                  <a:pt x="1446713" y="58595"/>
                  <a:pt x="1517843" y="55376"/>
                  <a:pt x="1588655" y="49219"/>
                </a:cubicBezTo>
                <a:cubicBezTo>
                  <a:pt x="1631758" y="39983"/>
                  <a:pt x="1673891" y="22400"/>
                  <a:pt x="1717964" y="21510"/>
                </a:cubicBezTo>
                <a:cubicBezTo>
                  <a:pt x="2432558" y="7074"/>
                  <a:pt x="2258456" y="-30405"/>
                  <a:pt x="2576946" y="49219"/>
                </a:cubicBezTo>
                <a:cubicBezTo>
                  <a:pt x="2589261" y="58455"/>
                  <a:pt x="2599877" y="70558"/>
                  <a:pt x="2613891" y="76928"/>
                </a:cubicBezTo>
                <a:cubicBezTo>
                  <a:pt x="2634296" y="86203"/>
                  <a:pt x="2657626" y="87355"/>
                  <a:pt x="2678546" y="95401"/>
                </a:cubicBezTo>
                <a:cubicBezTo>
                  <a:pt x="2697822" y="102815"/>
                  <a:pt x="2715491" y="113874"/>
                  <a:pt x="2733964" y="123110"/>
                </a:cubicBezTo>
                <a:cubicBezTo>
                  <a:pt x="2754002" y="149827"/>
                  <a:pt x="2771289" y="176505"/>
                  <a:pt x="2798618" y="197001"/>
                </a:cubicBezTo>
                <a:cubicBezTo>
                  <a:pt x="2809633" y="205262"/>
                  <a:pt x="2823249" y="209316"/>
                  <a:pt x="2835564" y="215473"/>
                </a:cubicBezTo>
                <a:cubicBezTo>
                  <a:pt x="2860194" y="240103"/>
                  <a:pt x="2880473" y="270042"/>
                  <a:pt x="2909455" y="289364"/>
                </a:cubicBezTo>
                <a:cubicBezTo>
                  <a:pt x="2941210" y="310534"/>
                  <a:pt x="2950441" y="315533"/>
                  <a:pt x="2983346" y="344782"/>
                </a:cubicBezTo>
                <a:cubicBezTo>
                  <a:pt x="2996363" y="356353"/>
                  <a:pt x="3007976" y="369413"/>
                  <a:pt x="3020291" y="381728"/>
                </a:cubicBezTo>
                <a:cubicBezTo>
                  <a:pt x="3039263" y="438645"/>
                  <a:pt x="3023685" y="401648"/>
                  <a:pt x="3084946" y="483328"/>
                </a:cubicBezTo>
                <a:lnTo>
                  <a:pt x="3084946" y="483328"/>
                </a:lnTo>
                <a:cubicBezTo>
                  <a:pt x="3141881" y="597199"/>
                  <a:pt x="3109091" y="549247"/>
                  <a:pt x="3177309" y="631110"/>
                </a:cubicBezTo>
                <a:cubicBezTo>
                  <a:pt x="3183467" y="646504"/>
                  <a:pt x="3187252" y="663074"/>
                  <a:pt x="3195782" y="677291"/>
                </a:cubicBezTo>
                <a:cubicBezTo>
                  <a:pt x="3221380" y="719954"/>
                  <a:pt x="3226619" y="719401"/>
                  <a:pt x="3260437" y="741946"/>
                </a:cubicBezTo>
                <a:cubicBezTo>
                  <a:pt x="3300007" y="821088"/>
                  <a:pt x="3252643" y="736093"/>
                  <a:pt x="3343564" y="843546"/>
                </a:cubicBezTo>
                <a:cubicBezTo>
                  <a:pt x="3411165" y="923438"/>
                  <a:pt x="3348340" y="875434"/>
                  <a:pt x="3417455" y="935910"/>
                </a:cubicBezTo>
                <a:cubicBezTo>
                  <a:pt x="3455330" y="969051"/>
                  <a:pt x="3458226" y="958411"/>
                  <a:pt x="3491346" y="1000564"/>
                </a:cubicBezTo>
                <a:cubicBezTo>
                  <a:pt x="3514565" y="1030115"/>
                  <a:pt x="3531941" y="1064057"/>
                  <a:pt x="3556000" y="1092928"/>
                </a:cubicBezTo>
                <a:cubicBezTo>
                  <a:pt x="3578299" y="1119687"/>
                  <a:pt x="3605261" y="1142189"/>
                  <a:pt x="3629891" y="1166819"/>
                </a:cubicBezTo>
                <a:cubicBezTo>
                  <a:pt x="3642206" y="1179134"/>
                  <a:pt x="3657876" y="1188830"/>
                  <a:pt x="3666837" y="1203764"/>
                </a:cubicBezTo>
                <a:cubicBezTo>
                  <a:pt x="3715313" y="1284559"/>
                  <a:pt x="3670397" y="1218161"/>
                  <a:pt x="3731491" y="1286891"/>
                </a:cubicBezTo>
                <a:cubicBezTo>
                  <a:pt x="3746816" y="1304131"/>
                  <a:pt x="3783210" y="1356716"/>
                  <a:pt x="3805382" y="1370019"/>
                </a:cubicBezTo>
                <a:cubicBezTo>
                  <a:pt x="3822079" y="1380037"/>
                  <a:pt x="3842327" y="1382334"/>
                  <a:pt x="3860800" y="1388491"/>
                </a:cubicBezTo>
                <a:cubicBezTo>
                  <a:pt x="3866958" y="1400806"/>
                  <a:pt x="3871012" y="1414422"/>
                  <a:pt x="3879273" y="1425437"/>
                </a:cubicBezTo>
                <a:cubicBezTo>
                  <a:pt x="3901670" y="1455299"/>
                  <a:pt x="3916003" y="1462239"/>
                  <a:pt x="3943927" y="1480855"/>
                </a:cubicBezTo>
                <a:cubicBezTo>
                  <a:pt x="3956191" y="1511516"/>
                  <a:pt x="3960120" y="1530535"/>
                  <a:pt x="3980873" y="1554746"/>
                </a:cubicBezTo>
                <a:cubicBezTo>
                  <a:pt x="4014800" y="1594328"/>
                  <a:pt x="4015084" y="1580523"/>
                  <a:pt x="4036291" y="1619401"/>
                </a:cubicBezTo>
                <a:cubicBezTo>
                  <a:pt x="4049477" y="1643576"/>
                  <a:pt x="4064529" y="1667167"/>
                  <a:pt x="4073237" y="1693291"/>
                </a:cubicBezTo>
                <a:cubicBezTo>
                  <a:pt x="4104293" y="1786464"/>
                  <a:pt x="4056897" y="1641906"/>
                  <a:pt x="4091709" y="1757946"/>
                </a:cubicBezTo>
                <a:cubicBezTo>
                  <a:pt x="4097304" y="1776597"/>
                  <a:pt x="4104024" y="1794891"/>
                  <a:pt x="4110182" y="1813364"/>
                </a:cubicBezTo>
                <a:cubicBezTo>
                  <a:pt x="4122316" y="1983244"/>
                  <a:pt x="4091172" y="2011005"/>
                  <a:pt x="4147127" y="2108928"/>
                </a:cubicBezTo>
                <a:cubicBezTo>
                  <a:pt x="4152634" y="2118566"/>
                  <a:pt x="4159442" y="2127401"/>
                  <a:pt x="4165600" y="2136637"/>
                </a:cubicBezTo>
                <a:cubicBezTo>
                  <a:pt x="4168679" y="2152031"/>
                  <a:pt x="4169873" y="2167926"/>
                  <a:pt x="4174837" y="2182819"/>
                </a:cubicBezTo>
                <a:cubicBezTo>
                  <a:pt x="4197245" y="2250042"/>
                  <a:pt x="4222396" y="2206394"/>
                  <a:pt x="4184073" y="2321364"/>
                </a:cubicBezTo>
                <a:cubicBezTo>
                  <a:pt x="4178565" y="2337887"/>
                  <a:pt x="4158007" y="2344710"/>
                  <a:pt x="4147127" y="2358310"/>
                </a:cubicBezTo>
                <a:cubicBezTo>
                  <a:pt x="4133258" y="2375646"/>
                  <a:pt x="4125881" y="2398029"/>
                  <a:pt x="4110182" y="2413728"/>
                </a:cubicBezTo>
                <a:cubicBezTo>
                  <a:pt x="4094483" y="2429427"/>
                  <a:pt x="4070463" y="2434974"/>
                  <a:pt x="4054764" y="2450673"/>
                </a:cubicBezTo>
                <a:cubicBezTo>
                  <a:pt x="4017901" y="2487536"/>
                  <a:pt x="4004520" y="2504317"/>
                  <a:pt x="3962400" y="2533801"/>
                </a:cubicBezTo>
                <a:cubicBezTo>
                  <a:pt x="3947693" y="2544096"/>
                  <a:pt x="3930925" y="2551215"/>
                  <a:pt x="3916218" y="2561510"/>
                </a:cubicBezTo>
                <a:cubicBezTo>
                  <a:pt x="3818411" y="2629975"/>
                  <a:pt x="3917571" y="2566281"/>
                  <a:pt x="3833091" y="2635401"/>
                </a:cubicBezTo>
                <a:cubicBezTo>
                  <a:pt x="3812593" y="2652172"/>
                  <a:pt x="3788296" y="2664059"/>
                  <a:pt x="3768437" y="2681582"/>
                </a:cubicBezTo>
                <a:cubicBezTo>
                  <a:pt x="3735788" y="2710390"/>
                  <a:pt x="3703273" y="2739946"/>
                  <a:pt x="3676073" y="2773946"/>
                </a:cubicBezTo>
                <a:cubicBezTo>
                  <a:pt x="3663758" y="2789340"/>
                  <a:pt x="3650955" y="2804357"/>
                  <a:pt x="3639127" y="2820128"/>
                </a:cubicBezTo>
                <a:cubicBezTo>
                  <a:pt x="3632467" y="2829008"/>
                  <a:pt x="3628122" y="2839623"/>
                  <a:pt x="3620655" y="2847837"/>
                </a:cubicBezTo>
                <a:cubicBezTo>
                  <a:pt x="3597224" y="2873611"/>
                  <a:pt x="3571394" y="2897098"/>
                  <a:pt x="3546764" y="2921728"/>
                </a:cubicBezTo>
                <a:cubicBezTo>
                  <a:pt x="3534449" y="2934043"/>
                  <a:pt x="3525396" y="2950884"/>
                  <a:pt x="3509818" y="2958673"/>
                </a:cubicBezTo>
                <a:lnTo>
                  <a:pt x="3435927" y="2995619"/>
                </a:lnTo>
                <a:cubicBezTo>
                  <a:pt x="3423612" y="3001776"/>
                  <a:pt x="3412339" y="3010751"/>
                  <a:pt x="3398982" y="3014091"/>
                </a:cubicBezTo>
                <a:cubicBezTo>
                  <a:pt x="3386667" y="3017170"/>
                  <a:pt x="3373755" y="3018446"/>
                  <a:pt x="3362037" y="3023328"/>
                </a:cubicBezTo>
                <a:cubicBezTo>
                  <a:pt x="3336618" y="3033919"/>
                  <a:pt x="3288146" y="3060273"/>
                  <a:pt x="3288146" y="3060273"/>
                </a:cubicBezTo>
                <a:cubicBezTo>
                  <a:pt x="3287042" y="3061653"/>
                  <a:pt x="3235985" y="3128958"/>
                  <a:pt x="3223491" y="3134164"/>
                </a:cubicBezTo>
                <a:cubicBezTo>
                  <a:pt x="3197290" y="3145081"/>
                  <a:pt x="3168073" y="3146479"/>
                  <a:pt x="3140364" y="3152637"/>
                </a:cubicBezTo>
                <a:cubicBezTo>
                  <a:pt x="3041587" y="3202025"/>
                  <a:pt x="3122062" y="3167398"/>
                  <a:pt x="2900218" y="3189582"/>
                </a:cubicBezTo>
                <a:cubicBezTo>
                  <a:pt x="2828151" y="3196789"/>
                  <a:pt x="2843033" y="3194642"/>
                  <a:pt x="2789382" y="3208055"/>
                </a:cubicBezTo>
                <a:lnTo>
                  <a:pt x="2715491" y="3245001"/>
                </a:lnTo>
                <a:cubicBezTo>
                  <a:pt x="2703176" y="3251158"/>
                  <a:pt x="2691608" y="3259119"/>
                  <a:pt x="2678546" y="3263473"/>
                </a:cubicBezTo>
                <a:cubicBezTo>
                  <a:pt x="2669310" y="3266552"/>
                  <a:pt x="2659348" y="3267982"/>
                  <a:pt x="2650837" y="3272710"/>
                </a:cubicBezTo>
                <a:cubicBezTo>
                  <a:pt x="2631429" y="3283492"/>
                  <a:pt x="2613891" y="3297340"/>
                  <a:pt x="2595418" y="3309655"/>
                </a:cubicBezTo>
                <a:lnTo>
                  <a:pt x="2567709" y="3328128"/>
                </a:lnTo>
                <a:cubicBezTo>
                  <a:pt x="2537800" y="3372994"/>
                  <a:pt x="2562891" y="3346694"/>
                  <a:pt x="2503055" y="3374310"/>
                </a:cubicBezTo>
                <a:cubicBezTo>
                  <a:pt x="2387821" y="3427494"/>
                  <a:pt x="2472491" y="3401627"/>
                  <a:pt x="2346037" y="3429728"/>
                </a:cubicBezTo>
                <a:cubicBezTo>
                  <a:pt x="2311082" y="3453031"/>
                  <a:pt x="2379903" y="3440503"/>
                  <a:pt x="2318327" y="3438964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2" name="직사각형 731"/>
          <p:cNvSpPr/>
          <p:nvPr/>
        </p:nvSpPr>
        <p:spPr>
          <a:xfrm>
            <a:off x="7867953" y="3757568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ko-KR" altLang="en-US" sz="1400" b="1" i="1" dirty="0">
                <a:solidFill>
                  <a:srgbClr val="C00000"/>
                </a:solidFill>
              </a:rPr>
              <a:t>공통성</a:t>
            </a:r>
            <a:endParaRPr lang="en-US" altLang="ko-KR" sz="1400" b="1" i="1" dirty="0">
              <a:solidFill>
                <a:srgbClr val="C00000"/>
              </a:solidFill>
            </a:endParaRPr>
          </a:p>
        </p:txBody>
      </p:sp>
      <p:sp>
        <p:nvSpPr>
          <p:cNvPr id="733" name="직사각형 732"/>
          <p:cNvSpPr/>
          <p:nvPr/>
        </p:nvSpPr>
        <p:spPr>
          <a:xfrm>
            <a:off x="7097842" y="451249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ko-KR" altLang="en-US" sz="1400" b="1" i="1" dirty="0">
                <a:solidFill>
                  <a:srgbClr val="C00000"/>
                </a:solidFill>
              </a:rPr>
              <a:t>가변성</a:t>
            </a:r>
            <a:endParaRPr lang="en-US" altLang="ko-KR" sz="1400" b="1" i="1" dirty="0">
              <a:solidFill>
                <a:srgbClr val="C00000"/>
              </a:solidFill>
            </a:endParaRPr>
          </a:p>
        </p:txBody>
      </p:sp>
      <p:cxnSp>
        <p:nvCxnSpPr>
          <p:cNvPr id="734" name="직선 연결선 733"/>
          <p:cNvCxnSpPr/>
          <p:nvPr/>
        </p:nvCxnSpPr>
        <p:spPr>
          <a:xfrm>
            <a:off x="5248274" y="5252919"/>
            <a:ext cx="41926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5" name="Rectangle 1222"/>
          <p:cNvSpPr>
            <a:spLocks noChangeArrowheads="1"/>
          </p:cNvSpPr>
          <p:nvPr/>
        </p:nvSpPr>
        <p:spPr bwMode="auto">
          <a:xfrm>
            <a:off x="7864763" y="4382901"/>
            <a:ext cx="903288" cy="574675"/>
          </a:xfrm>
          <a:prstGeom prst="rect">
            <a:avLst/>
          </a:prstGeom>
          <a:solidFill>
            <a:srgbClr val="C0B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6" name="Rectangle 1223"/>
          <p:cNvSpPr>
            <a:spLocks noChangeArrowheads="1"/>
          </p:cNvSpPr>
          <p:nvPr/>
        </p:nvSpPr>
        <p:spPr bwMode="auto">
          <a:xfrm>
            <a:off x="7864763" y="4382901"/>
            <a:ext cx="903288" cy="574675"/>
          </a:xfrm>
          <a:prstGeom prst="rect">
            <a:avLst/>
          </a:prstGeom>
          <a:noFill/>
          <a:ln w="7938" cap="sq">
            <a:solidFill>
              <a:srgbClr val="C0BFC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7" name="Rectangle 1224"/>
          <p:cNvSpPr>
            <a:spLocks noChangeArrowheads="1"/>
          </p:cNvSpPr>
          <p:nvPr/>
        </p:nvSpPr>
        <p:spPr bwMode="auto">
          <a:xfrm>
            <a:off x="7839363" y="4357501"/>
            <a:ext cx="460375" cy="574675"/>
          </a:xfrm>
          <a:prstGeom prst="rect">
            <a:avLst/>
          </a:prstGeom>
          <a:solidFill>
            <a:srgbClr val="FFE4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8" name="Rectangle 1225"/>
          <p:cNvSpPr>
            <a:spLocks noChangeArrowheads="1"/>
          </p:cNvSpPr>
          <p:nvPr/>
        </p:nvSpPr>
        <p:spPr bwMode="auto">
          <a:xfrm>
            <a:off x="8299738" y="4357501"/>
            <a:ext cx="7938" cy="574675"/>
          </a:xfrm>
          <a:prstGeom prst="rect">
            <a:avLst/>
          </a:prstGeom>
          <a:solidFill>
            <a:srgbClr val="FFE3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39" name="Rectangle 1226"/>
          <p:cNvSpPr>
            <a:spLocks noChangeArrowheads="1"/>
          </p:cNvSpPr>
          <p:nvPr/>
        </p:nvSpPr>
        <p:spPr bwMode="auto">
          <a:xfrm>
            <a:off x="8307676" y="4357501"/>
            <a:ext cx="7938" cy="574675"/>
          </a:xfrm>
          <a:prstGeom prst="rect">
            <a:avLst/>
          </a:prstGeom>
          <a:solidFill>
            <a:srgbClr val="FEE3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0" name="Rectangle 1227"/>
          <p:cNvSpPr>
            <a:spLocks noChangeArrowheads="1"/>
          </p:cNvSpPr>
          <p:nvPr/>
        </p:nvSpPr>
        <p:spPr bwMode="auto">
          <a:xfrm>
            <a:off x="8315613" y="4357501"/>
            <a:ext cx="9525" cy="574675"/>
          </a:xfrm>
          <a:prstGeom prst="rect">
            <a:avLst/>
          </a:prstGeom>
          <a:solidFill>
            <a:srgbClr val="FEE2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1" name="Rectangle 1228"/>
          <p:cNvSpPr>
            <a:spLocks noChangeArrowheads="1"/>
          </p:cNvSpPr>
          <p:nvPr/>
        </p:nvSpPr>
        <p:spPr bwMode="auto">
          <a:xfrm>
            <a:off x="8325138" y="4357501"/>
            <a:ext cx="7938" cy="574675"/>
          </a:xfrm>
          <a:prstGeom prst="rect">
            <a:avLst/>
          </a:prstGeom>
          <a:solidFill>
            <a:srgbClr val="FEE1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2" name="Rectangle 1229"/>
          <p:cNvSpPr>
            <a:spLocks noChangeArrowheads="1"/>
          </p:cNvSpPr>
          <p:nvPr/>
        </p:nvSpPr>
        <p:spPr bwMode="auto">
          <a:xfrm>
            <a:off x="8333076" y="4357501"/>
            <a:ext cx="7938" cy="574675"/>
          </a:xfrm>
          <a:prstGeom prst="rect">
            <a:avLst/>
          </a:prstGeom>
          <a:solidFill>
            <a:srgbClr val="FEE0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3" name="Rectangle 1230"/>
          <p:cNvSpPr>
            <a:spLocks noChangeArrowheads="1"/>
          </p:cNvSpPr>
          <p:nvPr/>
        </p:nvSpPr>
        <p:spPr bwMode="auto">
          <a:xfrm>
            <a:off x="8341013" y="4357501"/>
            <a:ext cx="7938" cy="574675"/>
          </a:xfrm>
          <a:prstGeom prst="rect">
            <a:avLst/>
          </a:prstGeom>
          <a:solidFill>
            <a:srgbClr val="FDE0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4" name="Rectangle 1231"/>
          <p:cNvSpPr>
            <a:spLocks noChangeArrowheads="1"/>
          </p:cNvSpPr>
          <p:nvPr/>
        </p:nvSpPr>
        <p:spPr bwMode="auto">
          <a:xfrm>
            <a:off x="8348951" y="4357501"/>
            <a:ext cx="9525" cy="574675"/>
          </a:xfrm>
          <a:prstGeom prst="rect">
            <a:avLst/>
          </a:prstGeom>
          <a:solidFill>
            <a:srgbClr val="FDDF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5" name="Rectangle 1232"/>
          <p:cNvSpPr>
            <a:spLocks noChangeArrowheads="1"/>
          </p:cNvSpPr>
          <p:nvPr/>
        </p:nvSpPr>
        <p:spPr bwMode="auto">
          <a:xfrm>
            <a:off x="8358476" y="4357501"/>
            <a:ext cx="7938" cy="574675"/>
          </a:xfrm>
          <a:prstGeom prst="rect">
            <a:avLst/>
          </a:prstGeom>
          <a:solidFill>
            <a:srgbClr val="FDDE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6" name="Rectangle 1233"/>
          <p:cNvSpPr>
            <a:spLocks noChangeArrowheads="1"/>
          </p:cNvSpPr>
          <p:nvPr/>
        </p:nvSpPr>
        <p:spPr bwMode="auto">
          <a:xfrm>
            <a:off x="8366413" y="4357501"/>
            <a:ext cx="15875" cy="574675"/>
          </a:xfrm>
          <a:prstGeom prst="rect">
            <a:avLst/>
          </a:prstGeom>
          <a:solidFill>
            <a:srgbClr val="FCDD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7" name="Rectangle 1234"/>
          <p:cNvSpPr>
            <a:spLocks noChangeArrowheads="1"/>
          </p:cNvSpPr>
          <p:nvPr/>
        </p:nvSpPr>
        <p:spPr bwMode="auto">
          <a:xfrm>
            <a:off x="8382288" y="4357501"/>
            <a:ext cx="9525" cy="574675"/>
          </a:xfrm>
          <a:prstGeom prst="rect">
            <a:avLst/>
          </a:prstGeom>
          <a:solidFill>
            <a:srgbClr val="FCDC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8" name="Rectangle 1235"/>
          <p:cNvSpPr>
            <a:spLocks noChangeArrowheads="1"/>
          </p:cNvSpPr>
          <p:nvPr/>
        </p:nvSpPr>
        <p:spPr bwMode="auto">
          <a:xfrm>
            <a:off x="8391813" y="4357501"/>
            <a:ext cx="7938" cy="574675"/>
          </a:xfrm>
          <a:prstGeom prst="rect">
            <a:avLst/>
          </a:prstGeom>
          <a:solidFill>
            <a:srgbClr val="FBDB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49" name="Rectangle 1236"/>
          <p:cNvSpPr>
            <a:spLocks noChangeArrowheads="1"/>
          </p:cNvSpPr>
          <p:nvPr/>
        </p:nvSpPr>
        <p:spPr bwMode="auto">
          <a:xfrm>
            <a:off x="8399751" y="4357501"/>
            <a:ext cx="15875" cy="574675"/>
          </a:xfrm>
          <a:prstGeom prst="rect">
            <a:avLst/>
          </a:prstGeom>
          <a:solidFill>
            <a:srgbClr val="FBDA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0" name="Rectangle 1237"/>
          <p:cNvSpPr>
            <a:spLocks noChangeArrowheads="1"/>
          </p:cNvSpPr>
          <p:nvPr/>
        </p:nvSpPr>
        <p:spPr bwMode="auto">
          <a:xfrm>
            <a:off x="8415626" y="4357501"/>
            <a:ext cx="9525" cy="574675"/>
          </a:xfrm>
          <a:prstGeom prst="rect">
            <a:avLst/>
          </a:prstGeom>
          <a:solidFill>
            <a:srgbClr val="FBD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1" name="Rectangle 1238"/>
          <p:cNvSpPr>
            <a:spLocks noChangeArrowheads="1"/>
          </p:cNvSpPr>
          <p:nvPr/>
        </p:nvSpPr>
        <p:spPr bwMode="auto">
          <a:xfrm>
            <a:off x="8425151" y="4357501"/>
            <a:ext cx="7938" cy="574675"/>
          </a:xfrm>
          <a:prstGeom prst="rect">
            <a:avLst/>
          </a:prstGeom>
          <a:solidFill>
            <a:srgbClr val="FAD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2" name="Rectangle 1239"/>
          <p:cNvSpPr>
            <a:spLocks noChangeArrowheads="1"/>
          </p:cNvSpPr>
          <p:nvPr/>
        </p:nvSpPr>
        <p:spPr bwMode="auto">
          <a:xfrm>
            <a:off x="8433088" y="4357501"/>
            <a:ext cx="7938" cy="574675"/>
          </a:xfrm>
          <a:prstGeom prst="rect">
            <a:avLst/>
          </a:prstGeom>
          <a:solidFill>
            <a:srgbClr val="FAD7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3" name="Rectangle 1240"/>
          <p:cNvSpPr>
            <a:spLocks noChangeArrowheads="1"/>
          </p:cNvSpPr>
          <p:nvPr/>
        </p:nvSpPr>
        <p:spPr bwMode="auto">
          <a:xfrm>
            <a:off x="8441026" y="4357501"/>
            <a:ext cx="7938" cy="574675"/>
          </a:xfrm>
          <a:prstGeom prst="rect">
            <a:avLst/>
          </a:prstGeom>
          <a:solidFill>
            <a:srgbClr val="FAD7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4" name="Rectangle 1241"/>
          <p:cNvSpPr>
            <a:spLocks noChangeArrowheads="1"/>
          </p:cNvSpPr>
          <p:nvPr/>
        </p:nvSpPr>
        <p:spPr bwMode="auto">
          <a:xfrm>
            <a:off x="8448963" y="4357501"/>
            <a:ext cx="9525" cy="574675"/>
          </a:xfrm>
          <a:prstGeom prst="rect">
            <a:avLst/>
          </a:prstGeom>
          <a:solidFill>
            <a:srgbClr val="F9D6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5" name="Rectangle 1242"/>
          <p:cNvSpPr>
            <a:spLocks noChangeArrowheads="1"/>
          </p:cNvSpPr>
          <p:nvPr/>
        </p:nvSpPr>
        <p:spPr bwMode="auto">
          <a:xfrm>
            <a:off x="8458488" y="4357501"/>
            <a:ext cx="7938" cy="574675"/>
          </a:xfrm>
          <a:prstGeom prst="rect">
            <a:avLst/>
          </a:prstGeom>
          <a:solidFill>
            <a:srgbClr val="F9D5D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6" name="Rectangle 1243"/>
          <p:cNvSpPr>
            <a:spLocks noChangeArrowheads="1"/>
          </p:cNvSpPr>
          <p:nvPr/>
        </p:nvSpPr>
        <p:spPr bwMode="auto">
          <a:xfrm>
            <a:off x="8466426" y="4357501"/>
            <a:ext cx="17463" cy="574675"/>
          </a:xfrm>
          <a:prstGeom prst="rect">
            <a:avLst/>
          </a:prstGeom>
          <a:solidFill>
            <a:srgbClr val="F9D4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7" name="Rectangle 1244"/>
          <p:cNvSpPr>
            <a:spLocks noChangeArrowheads="1"/>
          </p:cNvSpPr>
          <p:nvPr/>
        </p:nvSpPr>
        <p:spPr bwMode="auto">
          <a:xfrm>
            <a:off x="8483888" y="4357501"/>
            <a:ext cx="7938" cy="574675"/>
          </a:xfrm>
          <a:prstGeom prst="rect">
            <a:avLst/>
          </a:prstGeom>
          <a:solidFill>
            <a:srgbClr val="F9D3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8" name="Rectangle 1245"/>
          <p:cNvSpPr>
            <a:spLocks noChangeArrowheads="1"/>
          </p:cNvSpPr>
          <p:nvPr/>
        </p:nvSpPr>
        <p:spPr bwMode="auto">
          <a:xfrm>
            <a:off x="8491826" y="4357501"/>
            <a:ext cx="7938" cy="574675"/>
          </a:xfrm>
          <a:prstGeom prst="rect">
            <a:avLst/>
          </a:prstGeom>
          <a:solidFill>
            <a:srgbClr val="F8D2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59" name="Rectangle 1246"/>
          <p:cNvSpPr>
            <a:spLocks noChangeArrowheads="1"/>
          </p:cNvSpPr>
          <p:nvPr/>
        </p:nvSpPr>
        <p:spPr bwMode="auto">
          <a:xfrm>
            <a:off x="8499763" y="4357501"/>
            <a:ext cx="17463" cy="574675"/>
          </a:xfrm>
          <a:prstGeom prst="rect">
            <a:avLst/>
          </a:prstGeom>
          <a:solidFill>
            <a:srgbClr val="F8D1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0" name="Rectangle 1247"/>
          <p:cNvSpPr>
            <a:spLocks noChangeArrowheads="1"/>
          </p:cNvSpPr>
          <p:nvPr/>
        </p:nvSpPr>
        <p:spPr bwMode="auto">
          <a:xfrm>
            <a:off x="8517226" y="4357501"/>
            <a:ext cx="7938" cy="574675"/>
          </a:xfrm>
          <a:prstGeom prst="rect">
            <a:avLst/>
          </a:prstGeom>
          <a:solidFill>
            <a:srgbClr val="F8D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1" name="Rectangle 1248"/>
          <p:cNvSpPr>
            <a:spLocks noChangeArrowheads="1"/>
          </p:cNvSpPr>
          <p:nvPr/>
        </p:nvSpPr>
        <p:spPr bwMode="auto">
          <a:xfrm>
            <a:off x="8525163" y="4357501"/>
            <a:ext cx="7938" cy="574675"/>
          </a:xfrm>
          <a:prstGeom prst="rect">
            <a:avLst/>
          </a:prstGeom>
          <a:solidFill>
            <a:srgbClr val="F8CF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2" name="Rectangle 1249"/>
          <p:cNvSpPr>
            <a:spLocks noChangeArrowheads="1"/>
          </p:cNvSpPr>
          <p:nvPr/>
        </p:nvSpPr>
        <p:spPr bwMode="auto">
          <a:xfrm>
            <a:off x="8533101" y="4357501"/>
            <a:ext cx="7938" cy="574675"/>
          </a:xfrm>
          <a:prstGeom prst="rect">
            <a:avLst/>
          </a:prstGeom>
          <a:solidFill>
            <a:srgbClr val="F7CF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3" name="Rectangle 1250"/>
          <p:cNvSpPr>
            <a:spLocks noChangeArrowheads="1"/>
          </p:cNvSpPr>
          <p:nvPr/>
        </p:nvSpPr>
        <p:spPr bwMode="auto">
          <a:xfrm>
            <a:off x="8541038" y="4357501"/>
            <a:ext cx="9525" cy="574675"/>
          </a:xfrm>
          <a:prstGeom prst="rect">
            <a:avLst/>
          </a:prstGeom>
          <a:solidFill>
            <a:srgbClr val="F7CE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4" name="Rectangle 1251"/>
          <p:cNvSpPr>
            <a:spLocks noChangeArrowheads="1"/>
          </p:cNvSpPr>
          <p:nvPr/>
        </p:nvSpPr>
        <p:spPr bwMode="auto">
          <a:xfrm>
            <a:off x="8550563" y="4357501"/>
            <a:ext cx="7938" cy="574675"/>
          </a:xfrm>
          <a:prstGeom prst="rect">
            <a:avLst/>
          </a:prstGeom>
          <a:solidFill>
            <a:srgbClr val="F7CD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5" name="Rectangle 1252"/>
          <p:cNvSpPr>
            <a:spLocks noChangeArrowheads="1"/>
          </p:cNvSpPr>
          <p:nvPr/>
        </p:nvSpPr>
        <p:spPr bwMode="auto">
          <a:xfrm>
            <a:off x="8558501" y="4357501"/>
            <a:ext cx="7938" cy="574675"/>
          </a:xfrm>
          <a:prstGeom prst="rect">
            <a:avLst/>
          </a:prstGeom>
          <a:solidFill>
            <a:srgbClr val="F7CC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6" name="Rectangle 1253"/>
          <p:cNvSpPr>
            <a:spLocks noChangeArrowheads="1"/>
          </p:cNvSpPr>
          <p:nvPr/>
        </p:nvSpPr>
        <p:spPr bwMode="auto">
          <a:xfrm>
            <a:off x="8566438" y="4357501"/>
            <a:ext cx="7938" cy="574675"/>
          </a:xfrm>
          <a:prstGeom prst="rect">
            <a:avLst/>
          </a:prstGeom>
          <a:solidFill>
            <a:srgbClr val="F6CC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7" name="Rectangle 1254"/>
          <p:cNvSpPr>
            <a:spLocks noChangeArrowheads="1"/>
          </p:cNvSpPr>
          <p:nvPr/>
        </p:nvSpPr>
        <p:spPr bwMode="auto">
          <a:xfrm>
            <a:off x="8574376" y="4357501"/>
            <a:ext cx="9525" cy="574675"/>
          </a:xfrm>
          <a:prstGeom prst="rect">
            <a:avLst/>
          </a:prstGeom>
          <a:solidFill>
            <a:srgbClr val="F6CBC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8" name="Rectangle 1255"/>
          <p:cNvSpPr>
            <a:spLocks noChangeArrowheads="1"/>
          </p:cNvSpPr>
          <p:nvPr/>
        </p:nvSpPr>
        <p:spPr bwMode="auto">
          <a:xfrm>
            <a:off x="8583901" y="4357501"/>
            <a:ext cx="7938" cy="574675"/>
          </a:xfrm>
          <a:prstGeom prst="rect">
            <a:avLst/>
          </a:prstGeom>
          <a:solidFill>
            <a:srgbClr val="F6CA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69" name="Rectangle 1256"/>
          <p:cNvSpPr>
            <a:spLocks noChangeArrowheads="1"/>
          </p:cNvSpPr>
          <p:nvPr/>
        </p:nvSpPr>
        <p:spPr bwMode="auto">
          <a:xfrm>
            <a:off x="8591838" y="4357501"/>
            <a:ext cx="15875" cy="574675"/>
          </a:xfrm>
          <a:prstGeom prst="rect">
            <a:avLst/>
          </a:prstGeom>
          <a:solidFill>
            <a:srgbClr val="F5C9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0" name="Rectangle 1257"/>
          <p:cNvSpPr>
            <a:spLocks noChangeArrowheads="1"/>
          </p:cNvSpPr>
          <p:nvPr/>
        </p:nvSpPr>
        <p:spPr bwMode="auto">
          <a:xfrm>
            <a:off x="8607713" y="4357501"/>
            <a:ext cx="9525" cy="574675"/>
          </a:xfrm>
          <a:prstGeom prst="rect">
            <a:avLst/>
          </a:prstGeom>
          <a:solidFill>
            <a:srgbClr val="F5C8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1" name="Rectangle 1258"/>
          <p:cNvSpPr>
            <a:spLocks noChangeArrowheads="1"/>
          </p:cNvSpPr>
          <p:nvPr/>
        </p:nvSpPr>
        <p:spPr bwMode="auto">
          <a:xfrm>
            <a:off x="8617238" y="4357501"/>
            <a:ext cx="7938" cy="574675"/>
          </a:xfrm>
          <a:prstGeom prst="rect">
            <a:avLst/>
          </a:prstGeom>
          <a:solidFill>
            <a:srgbClr val="F4C7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2" name="Rectangle 1259"/>
          <p:cNvSpPr>
            <a:spLocks noChangeArrowheads="1"/>
          </p:cNvSpPr>
          <p:nvPr/>
        </p:nvSpPr>
        <p:spPr bwMode="auto">
          <a:xfrm>
            <a:off x="8625176" y="4357501"/>
            <a:ext cx="17463" cy="574675"/>
          </a:xfrm>
          <a:prstGeom prst="rect">
            <a:avLst/>
          </a:prstGeom>
          <a:solidFill>
            <a:srgbClr val="F4C6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3" name="Rectangle 1260"/>
          <p:cNvSpPr>
            <a:spLocks noChangeArrowheads="1"/>
          </p:cNvSpPr>
          <p:nvPr/>
        </p:nvSpPr>
        <p:spPr bwMode="auto">
          <a:xfrm>
            <a:off x="8642638" y="4357501"/>
            <a:ext cx="7938" cy="574675"/>
          </a:xfrm>
          <a:prstGeom prst="rect">
            <a:avLst/>
          </a:prstGeom>
          <a:solidFill>
            <a:srgbClr val="F4C5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4" name="Rectangle 1261"/>
          <p:cNvSpPr>
            <a:spLocks noChangeArrowheads="1"/>
          </p:cNvSpPr>
          <p:nvPr/>
        </p:nvSpPr>
        <p:spPr bwMode="auto">
          <a:xfrm>
            <a:off x="8650576" y="4357501"/>
            <a:ext cx="7938" cy="574675"/>
          </a:xfrm>
          <a:prstGeom prst="rect">
            <a:avLst/>
          </a:prstGeom>
          <a:solidFill>
            <a:srgbClr val="F3C4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5" name="Rectangle 1262"/>
          <p:cNvSpPr>
            <a:spLocks noChangeArrowheads="1"/>
          </p:cNvSpPr>
          <p:nvPr/>
        </p:nvSpPr>
        <p:spPr bwMode="auto">
          <a:xfrm>
            <a:off x="8658513" y="4357501"/>
            <a:ext cx="7938" cy="574675"/>
          </a:xfrm>
          <a:prstGeom prst="rect">
            <a:avLst/>
          </a:prstGeom>
          <a:solidFill>
            <a:srgbClr val="F3C3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6" name="Rectangle 1263"/>
          <p:cNvSpPr>
            <a:spLocks noChangeArrowheads="1"/>
          </p:cNvSpPr>
          <p:nvPr/>
        </p:nvSpPr>
        <p:spPr bwMode="auto">
          <a:xfrm>
            <a:off x="8666451" y="4357501"/>
            <a:ext cx="9525" cy="574675"/>
          </a:xfrm>
          <a:prstGeom prst="rect">
            <a:avLst/>
          </a:prstGeom>
          <a:solidFill>
            <a:srgbClr val="F3C3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7" name="Rectangle 1264"/>
          <p:cNvSpPr>
            <a:spLocks noChangeArrowheads="1"/>
          </p:cNvSpPr>
          <p:nvPr/>
        </p:nvSpPr>
        <p:spPr bwMode="auto">
          <a:xfrm>
            <a:off x="8675976" y="4357501"/>
            <a:ext cx="7938" cy="574675"/>
          </a:xfrm>
          <a:prstGeom prst="rect">
            <a:avLst/>
          </a:prstGeom>
          <a:solidFill>
            <a:srgbClr val="F2C2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8" name="Rectangle 1265"/>
          <p:cNvSpPr>
            <a:spLocks noChangeArrowheads="1"/>
          </p:cNvSpPr>
          <p:nvPr/>
        </p:nvSpPr>
        <p:spPr bwMode="auto">
          <a:xfrm>
            <a:off x="8683913" y="4357501"/>
            <a:ext cx="7938" cy="574675"/>
          </a:xfrm>
          <a:prstGeom prst="rect">
            <a:avLst/>
          </a:prstGeom>
          <a:solidFill>
            <a:srgbClr val="F2C1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79" name="Rectangle 1266"/>
          <p:cNvSpPr>
            <a:spLocks noChangeArrowheads="1"/>
          </p:cNvSpPr>
          <p:nvPr/>
        </p:nvSpPr>
        <p:spPr bwMode="auto">
          <a:xfrm>
            <a:off x="8691851" y="4357501"/>
            <a:ext cx="7938" cy="574675"/>
          </a:xfrm>
          <a:prstGeom prst="rect">
            <a:avLst/>
          </a:prstGeom>
          <a:solidFill>
            <a:srgbClr val="F2C0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0" name="Rectangle 1267"/>
          <p:cNvSpPr>
            <a:spLocks noChangeArrowheads="1"/>
          </p:cNvSpPr>
          <p:nvPr/>
        </p:nvSpPr>
        <p:spPr bwMode="auto">
          <a:xfrm>
            <a:off x="8699788" y="4357501"/>
            <a:ext cx="9525" cy="574675"/>
          </a:xfrm>
          <a:prstGeom prst="rect">
            <a:avLst/>
          </a:prstGeom>
          <a:solidFill>
            <a:srgbClr val="F1C0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1" name="Rectangle 1268"/>
          <p:cNvSpPr>
            <a:spLocks noChangeArrowheads="1"/>
          </p:cNvSpPr>
          <p:nvPr/>
        </p:nvSpPr>
        <p:spPr bwMode="auto">
          <a:xfrm>
            <a:off x="8709313" y="4357501"/>
            <a:ext cx="7938" cy="574675"/>
          </a:xfrm>
          <a:prstGeom prst="rect">
            <a:avLst/>
          </a:prstGeom>
          <a:solidFill>
            <a:srgbClr val="F1BF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2" name="Rectangle 1269"/>
          <p:cNvSpPr>
            <a:spLocks noChangeArrowheads="1"/>
          </p:cNvSpPr>
          <p:nvPr/>
        </p:nvSpPr>
        <p:spPr bwMode="auto">
          <a:xfrm>
            <a:off x="8717251" y="4357501"/>
            <a:ext cx="7938" cy="574675"/>
          </a:xfrm>
          <a:prstGeom prst="rect">
            <a:avLst/>
          </a:prstGeom>
          <a:solidFill>
            <a:srgbClr val="F1BE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3" name="Rectangle 1270"/>
          <p:cNvSpPr>
            <a:spLocks noChangeArrowheads="1"/>
          </p:cNvSpPr>
          <p:nvPr/>
        </p:nvSpPr>
        <p:spPr bwMode="auto">
          <a:xfrm>
            <a:off x="8725188" y="4357501"/>
            <a:ext cx="7938" cy="574675"/>
          </a:xfrm>
          <a:prstGeom prst="rect">
            <a:avLst/>
          </a:prstGeom>
          <a:solidFill>
            <a:srgbClr val="F1BD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4" name="Rectangle 1271"/>
          <p:cNvSpPr>
            <a:spLocks noChangeArrowheads="1"/>
          </p:cNvSpPr>
          <p:nvPr/>
        </p:nvSpPr>
        <p:spPr bwMode="auto">
          <a:xfrm>
            <a:off x="8733126" y="4357501"/>
            <a:ext cx="9525" cy="574675"/>
          </a:xfrm>
          <a:prstGeom prst="rect">
            <a:avLst/>
          </a:prstGeom>
          <a:solidFill>
            <a:srgbClr val="F0BD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5" name="Rectangle 1272"/>
          <p:cNvSpPr>
            <a:spLocks noChangeArrowheads="1"/>
          </p:cNvSpPr>
          <p:nvPr/>
        </p:nvSpPr>
        <p:spPr bwMode="auto">
          <a:xfrm>
            <a:off x="7839363" y="4357501"/>
            <a:ext cx="903288" cy="574675"/>
          </a:xfrm>
          <a:prstGeom prst="rect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86" name="Rectangle 1273"/>
          <p:cNvSpPr>
            <a:spLocks noChangeArrowheads="1"/>
          </p:cNvSpPr>
          <p:nvPr/>
        </p:nvSpPr>
        <p:spPr bwMode="auto">
          <a:xfrm>
            <a:off x="8190201" y="4432113"/>
            <a:ext cx="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7" name="Rectangle 1274"/>
          <p:cNvSpPr>
            <a:spLocks noChangeArrowheads="1"/>
          </p:cNvSpPr>
          <p:nvPr/>
        </p:nvSpPr>
        <p:spPr bwMode="auto">
          <a:xfrm>
            <a:off x="7919049" y="4399906"/>
            <a:ext cx="7886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 err="1">
                <a:solidFill>
                  <a:srgbClr val="000000"/>
                </a:solidFill>
              </a:rPr>
              <a:t>VideoManager</a:t>
            </a:r>
            <a:endParaRPr lang="en-US" altLang="ko-KR" sz="900" b="1" dirty="0">
              <a:solidFill>
                <a:srgbClr val="000000"/>
              </a:solidFill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Hi3519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8" name="Line 1275"/>
          <p:cNvSpPr>
            <a:spLocks noChangeShapeType="1"/>
          </p:cNvSpPr>
          <p:nvPr/>
        </p:nvSpPr>
        <p:spPr bwMode="auto">
          <a:xfrm>
            <a:off x="7839363" y="4690876"/>
            <a:ext cx="903288" cy="0"/>
          </a:xfrm>
          <a:prstGeom prst="line">
            <a:avLst/>
          </a:prstGeom>
          <a:noFill/>
          <a:ln w="793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900" dirty="0"/>
          </a:p>
        </p:txBody>
      </p:sp>
      <p:sp>
        <p:nvSpPr>
          <p:cNvPr id="789" name="Line 1292"/>
          <p:cNvSpPr>
            <a:spLocks noChangeShapeType="1"/>
          </p:cNvSpPr>
          <p:nvPr/>
        </p:nvSpPr>
        <p:spPr bwMode="auto">
          <a:xfrm flipH="1" flipV="1">
            <a:off x="7756813" y="4132076"/>
            <a:ext cx="225425" cy="225425"/>
          </a:xfrm>
          <a:prstGeom prst="line">
            <a:avLst/>
          </a:pr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90" name="Freeform 1293"/>
          <p:cNvSpPr>
            <a:spLocks/>
          </p:cNvSpPr>
          <p:nvPr/>
        </p:nvSpPr>
        <p:spPr bwMode="auto">
          <a:xfrm>
            <a:off x="7756813" y="4132076"/>
            <a:ext cx="133350" cy="133350"/>
          </a:xfrm>
          <a:custGeom>
            <a:avLst/>
            <a:gdLst>
              <a:gd name="T0" fmla="*/ 84 w 84"/>
              <a:gd name="T1" fmla="*/ 37 h 84"/>
              <a:gd name="T2" fmla="*/ 36 w 84"/>
              <a:gd name="T3" fmla="*/ 84 h 84"/>
              <a:gd name="T4" fmla="*/ 0 w 84"/>
              <a:gd name="T5" fmla="*/ 0 h 84"/>
              <a:gd name="T6" fmla="*/ 84 w 84"/>
              <a:gd name="T7" fmla="*/ 37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" h="84">
                <a:moveTo>
                  <a:pt x="84" y="37"/>
                </a:moveTo>
                <a:lnTo>
                  <a:pt x="36" y="84"/>
                </a:lnTo>
                <a:lnTo>
                  <a:pt x="0" y="0"/>
                </a:lnTo>
                <a:lnTo>
                  <a:pt x="84" y="37"/>
                </a:lnTo>
                <a:close/>
              </a:path>
            </a:pathLst>
          </a:custGeom>
          <a:solidFill>
            <a:srgbClr val="FCF2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91" name="Freeform 1294"/>
          <p:cNvSpPr>
            <a:spLocks/>
          </p:cNvSpPr>
          <p:nvPr/>
        </p:nvSpPr>
        <p:spPr bwMode="auto">
          <a:xfrm>
            <a:off x="7756813" y="4132076"/>
            <a:ext cx="133350" cy="133350"/>
          </a:xfrm>
          <a:custGeom>
            <a:avLst/>
            <a:gdLst>
              <a:gd name="T0" fmla="*/ 84 w 84"/>
              <a:gd name="T1" fmla="*/ 37 h 84"/>
              <a:gd name="T2" fmla="*/ 36 w 84"/>
              <a:gd name="T3" fmla="*/ 84 h 84"/>
              <a:gd name="T4" fmla="*/ 0 w 84"/>
              <a:gd name="T5" fmla="*/ 0 h 84"/>
              <a:gd name="T6" fmla="*/ 84 w 84"/>
              <a:gd name="T7" fmla="*/ 37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" h="84">
                <a:moveTo>
                  <a:pt x="84" y="37"/>
                </a:moveTo>
                <a:lnTo>
                  <a:pt x="36" y="84"/>
                </a:lnTo>
                <a:lnTo>
                  <a:pt x="0" y="0"/>
                </a:lnTo>
                <a:lnTo>
                  <a:pt x="84" y="37"/>
                </a:lnTo>
                <a:close/>
              </a:path>
            </a:pathLst>
          </a:custGeom>
          <a:noFill/>
          <a:ln w="7938" cap="rnd">
            <a:solidFill>
              <a:srgbClr val="000000"/>
            </a:solidFill>
            <a:prstDash val="solid"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900"/>
          </a:p>
        </p:txBody>
      </p:sp>
      <p:sp>
        <p:nvSpPr>
          <p:cNvPr id="792" name="아래쪽 화살표 791"/>
          <p:cNvSpPr/>
          <p:nvPr/>
        </p:nvSpPr>
        <p:spPr>
          <a:xfrm>
            <a:off x="8150463" y="5051238"/>
            <a:ext cx="361950" cy="4227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3" name="Group 1527"/>
          <p:cNvGrpSpPr>
            <a:grpSpLocks noChangeAspect="1"/>
          </p:cNvGrpSpPr>
          <p:nvPr/>
        </p:nvGrpSpPr>
        <p:grpSpPr bwMode="auto">
          <a:xfrm>
            <a:off x="7759018" y="5506697"/>
            <a:ext cx="1114101" cy="642642"/>
            <a:chOff x="2375" y="3501"/>
            <a:chExt cx="593" cy="328"/>
          </a:xfrm>
        </p:grpSpPr>
        <p:sp>
          <p:nvSpPr>
            <p:cNvPr id="794" name="Rectangle 1533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solidFill>
              <a:srgbClr val="C0B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96" name="Rectangle 1534"/>
            <p:cNvSpPr>
              <a:spLocks noChangeArrowheads="1"/>
            </p:cNvSpPr>
            <p:nvPr/>
          </p:nvSpPr>
          <p:spPr bwMode="auto">
            <a:xfrm>
              <a:off x="2391" y="3517"/>
              <a:ext cx="577" cy="312"/>
            </a:xfrm>
            <a:prstGeom prst="rect">
              <a:avLst/>
            </a:prstGeom>
            <a:noFill/>
            <a:ln w="7938" cap="sq">
              <a:solidFill>
                <a:srgbClr val="C0BF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98" name="Rectangle 1535"/>
            <p:cNvSpPr>
              <a:spLocks noChangeArrowheads="1"/>
            </p:cNvSpPr>
            <p:nvPr/>
          </p:nvSpPr>
          <p:spPr bwMode="auto">
            <a:xfrm>
              <a:off x="2375" y="3501"/>
              <a:ext cx="296" cy="3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99" name="Rectangle 1536"/>
            <p:cNvSpPr>
              <a:spLocks noChangeArrowheads="1"/>
            </p:cNvSpPr>
            <p:nvPr/>
          </p:nvSpPr>
          <p:spPr bwMode="auto">
            <a:xfrm>
              <a:off x="2671" y="3501"/>
              <a:ext cx="6" cy="312"/>
            </a:xfrm>
            <a:prstGeom prst="rect">
              <a:avLst/>
            </a:prstGeom>
            <a:solidFill>
              <a:srgbClr val="CB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0" name="Rectangle 1537"/>
            <p:cNvSpPr>
              <a:spLocks noChangeArrowheads="1"/>
            </p:cNvSpPr>
            <p:nvPr/>
          </p:nvSpPr>
          <p:spPr bwMode="auto">
            <a:xfrm>
              <a:off x="2677" y="3501"/>
              <a:ext cx="5" cy="312"/>
            </a:xfrm>
            <a:prstGeom prst="rect">
              <a:avLst/>
            </a:prstGeom>
            <a:solidFill>
              <a:srgbClr val="CA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1" name="Rectangle 1538"/>
            <p:cNvSpPr>
              <a:spLocks noChangeArrowheads="1"/>
            </p:cNvSpPr>
            <p:nvPr/>
          </p:nvSpPr>
          <p:spPr bwMode="auto">
            <a:xfrm>
              <a:off x="2682" y="3501"/>
              <a:ext cx="11" cy="312"/>
            </a:xfrm>
            <a:prstGeom prst="rect">
              <a:avLst/>
            </a:prstGeom>
            <a:solidFill>
              <a:srgbClr val="C9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2" name="Rectangle 1539"/>
            <p:cNvSpPr>
              <a:spLocks noChangeArrowheads="1"/>
            </p:cNvSpPr>
            <p:nvPr/>
          </p:nvSpPr>
          <p:spPr bwMode="auto">
            <a:xfrm>
              <a:off x="2693" y="3501"/>
              <a:ext cx="5" cy="312"/>
            </a:xfrm>
            <a:prstGeom prst="rect">
              <a:avLst/>
            </a:prstGeom>
            <a:solidFill>
              <a:srgbClr val="C8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3" name="Rectangle 1540"/>
            <p:cNvSpPr>
              <a:spLocks noChangeArrowheads="1"/>
            </p:cNvSpPr>
            <p:nvPr/>
          </p:nvSpPr>
          <p:spPr bwMode="auto">
            <a:xfrm>
              <a:off x="2698" y="3501"/>
              <a:ext cx="10" cy="312"/>
            </a:xfrm>
            <a:prstGeom prst="rect">
              <a:avLst/>
            </a:prstGeom>
            <a:solidFill>
              <a:srgbClr val="C7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4" name="Rectangle 1541"/>
            <p:cNvSpPr>
              <a:spLocks noChangeArrowheads="1"/>
            </p:cNvSpPr>
            <p:nvPr/>
          </p:nvSpPr>
          <p:spPr bwMode="auto">
            <a:xfrm>
              <a:off x="2708" y="3501"/>
              <a:ext cx="6" cy="312"/>
            </a:xfrm>
            <a:prstGeom prst="rect">
              <a:avLst/>
            </a:prstGeom>
            <a:solidFill>
              <a:srgbClr val="C6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5" name="Rectangle 1542"/>
            <p:cNvSpPr>
              <a:spLocks noChangeArrowheads="1"/>
            </p:cNvSpPr>
            <p:nvPr/>
          </p:nvSpPr>
          <p:spPr bwMode="auto">
            <a:xfrm>
              <a:off x="2714" y="3501"/>
              <a:ext cx="5" cy="312"/>
            </a:xfrm>
            <a:prstGeom prst="rect">
              <a:avLst/>
            </a:prstGeom>
            <a:solidFill>
              <a:srgbClr val="C5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6" name="Rectangle 1543"/>
            <p:cNvSpPr>
              <a:spLocks noChangeArrowheads="1"/>
            </p:cNvSpPr>
            <p:nvPr/>
          </p:nvSpPr>
          <p:spPr bwMode="auto">
            <a:xfrm>
              <a:off x="2719" y="3501"/>
              <a:ext cx="11" cy="312"/>
            </a:xfrm>
            <a:prstGeom prst="rect">
              <a:avLst/>
            </a:prstGeom>
            <a:solidFill>
              <a:srgbClr val="C4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7" name="Rectangle 1544"/>
            <p:cNvSpPr>
              <a:spLocks noChangeArrowheads="1"/>
            </p:cNvSpPr>
            <p:nvPr/>
          </p:nvSpPr>
          <p:spPr bwMode="auto">
            <a:xfrm>
              <a:off x="2730" y="3501"/>
              <a:ext cx="5" cy="312"/>
            </a:xfrm>
            <a:prstGeom prst="rect">
              <a:avLst/>
            </a:prstGeom>
            <a:solidFill>
              <a:srgbClr val="C3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8" name="Rectangle 1545"/>
            <p:cNvSpPr>
              <a:spLocks noChangeArrowheads="1"/>
            </p:cNvSpPr>
            <p:nvPr/>
          </p:nvSpPr>
          <p:spPr bwMode="auto">
            <a:xfrm>
              <a:off x="2735" y="3501"/>
              <a:ext cx="5" cy="312"/>
            </a:xfrm>
            <a:prstGeom prst="rect">
              <a:avLst/>
            </a:prstGeom>
            <a:solidFill>
              <a:srgbClr val="C2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09" name="Rectangle 1546"/>
            <p:cNvSpPr>
              <a:spLocks noChangeArrowheads="1"/>
            </p:cNvSpPr>
            <p:nvPr/>
          </p:nvSpPr>
          <p:spPr bwMode="auto">
            <a:xfrm>
              <a:off x="2740" y="3501"/>
              <a:ext cx="5" cy="312"/>
            </a:xfrm>
            <a:prstGeom prst="rect">
              <a:avLst/>
            </a:prstGeom>
            <a:solidFill>
              <a:srgbClr val="C1F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0" name="Rectangle 1547"/>
            <p:cNvSpPr>
              <a:spLocks noChangeArrowheads="1"/>
            </p:cNvSpPr>
            <p:nvPr/>
          </p:nvSpPr>
          <p:spPr bwMode="auto">
            <a:xfrm>
              <a:off x="2745" y="3501"/>
              <a:ext cx="6" cy="312"/>
            </a:xfrm>
            <a:prstGeom prst="rect">
              <a:avLst/>
            </a:prstGeom>
            <a:solidFill>
              <a:srgbClr val="C1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1" name="Rectangle 1548"/>
            <p:cNvSpPr>
              <a:spLocks noChangeArrowheads="1"/>
            </p:cNvSpPr>
            <p:nvPr/>
          </p:nvSpPr>
          <p:spPr bwMode="auto">
            <a:xfrm>
              <a:off x="2751" y="3501"/>
              <a:ext cx="5" cy="312"/>
            </a:xfrm>
            <a:prstGeom prst="rect">
              <a:avLst/>
            </a:prstGeom>
            <a:solidFill>
              <a:srgbClr val="C0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2" name="Rectangle 1549"/>
            <p:cNvSpPr>
              <a:spLocks noChangeArrowheads="1"/>
            </p:cNvSpPr>
            <p:nvPr/>
          </p:nvSpPr>
          <p:spPr bwMode="auto">
            <a:xfrm>
              <a:off x="2756" y="3501"/>
              <a:ext cx="5" cy="312"/>
            </a:xfrm>
            <a:prstGeom prst="rect">
              <a:avLst/>
            </a:prstGeom>
            <a:solidFill>
              <a:srgbClr val="BF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3" name="Rectangle 1550"/>
            <p:cNvSpPr>
              <a:spLocks noChangeArrowheads="1"/>
            </p:cNvSpPr>
            <p:nvPr/>
          </p:nvSpPr>
          <p:spPr bwMode="auto">
            <a:xfrm>
              <a:off x="2761" y="3501"/>
              <a:ext cx="6" cy="312"/>
            </a:xfrm>
            <a:prstGeom prst="rect">
              <a:avLst/>
            </a:prstGeom>
            <a:solidFill>
              <a:srgbClr val="BE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4" name="Rectangle 1551"/>
            <p:cNvSpPr>
              <a:spLocks noChangeArrowheads="1"/>
            </p:cNvSpPr>
            <p:nvPr/>
          </p:nvSpPr>
          <p:spPr bwMode="auto">
            <a:xfrm>
              <a:off x="2767" y="3501"/>
              <a:ext cx="5" cy="312"/>
            </a:xfrm>
            <a:prstGeom prst="rect">
              <a:avLst/>
            </a:prstGeom>
            <a:solidFill>
              <a:srgbClr val="BE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5" name="Rectangle 1552"/>
            <p:cNvSpPr>
              <a:spLocks noChangeArrowheads="1"/>
            </p:cNvSpPr>
            <p:nvPr/>
          </p:nvSpPr>
          <p:spPr bwMode="auto">
            <a:xfrm>
              <a:off x="2772" y="3501"/>
              <a:ext cx="5" cy="312"/>
            </a:xfrm>
            <a:prstGeom prst="rect">
              <a:avLst/>
            </a:prstGeom>
            <a:solidFill>
              <a:srgbClr val="BD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6" name="Rectangle 1553"/>
            <p:cNvSpPr>
              <a:spLocks noChangeArrowheads="1"/>
            </p:cNvSpPr>
            <p:nvPr/>
          </p:nvSpPr>
          <p:spPr bwMode="auto">
            <a:xfrm>
              <a:off x="2777" y="3501"/>
              <a:ext cx="5" cy="312"/>
            </a:xfrm>
            <a:prstGeom prst="rect">
              <a:avLst/>
            </a:prstGeom>
            <a:solidFill>
              <a:srgbClr val="BC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7" name="Rectangle 1554"/>
            <p:cNvSpPr>
              <a:spLocks noChangeArrowheads="1"/>
            </p:cNvSpPr>
            <p:nvPr/>
          </p:nvSpPr>
          <p:spPr bwMode="auto">
            <a:xfrm>
              <a:off x="2782" y="3501"/>
              <a:ext cx="6" cy="312"/>
            </a:xfrm>
            <a:prstGeom prst="rect">
              <a:avLst/>
            </a:prstGeom>
            <a:solidFill>
              <a:srgbClr val="BC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8" name="Rectangle 1555"/>
            <p:cNvSpPr>
              <a:spLocks noChangeArrowheads="1"/>
            </p:cNvSpPr>
            <p:nvPr/>
          </p:nvSpPr>
          <p:spPr bwMode="auto">
            <a:xfrm>
              <a:off x="2788" y="3501"/>
              <a:ext cx="10" cy="312"/>
            </a:xfrm>
            <a:prstGeom prst="rect">
              <a:avLst/>
            </a:prstGeom>
            <a:solidFill>
              <a:srgbClr val="BB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19" name="Rectangle 1556"/>
            <p:cNvSpPr>
              <a:spLocks noChangeArrowheads="1"/>
            </p:cNvSpPr>
            <p:nvPr/>
          </p:nvSpPr>
          <p:spPr bwMode="auto">
            <a:xfrm>
              <a:off x="2798" y="3501"/>
              <a:ext cx="6" cy="312"/>
            </a:xfrm>
            <a:prstGeom prst="rect">
              <a:avLst/>
            </a:prstGeom>
            <a:solidFill>
              <a:srgbClr val="BA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0" name="Rectangle 1557"/>
            <p:cNvSpPr>
              <a:spLocks noChangeArrowheads="1"/>
            </p:cNvSpPr>
            <p:nvPr/>
          </p:nvSpPr>
          <p:spPr bwMode="auto">
            <a:xfrm>
              <a:off x="2804" y="3501"/>
              <a:ext cx="10" cy="312"/>
            </a:xfrm>
            <a:prstGeom prst="rect">
              <a:avLst/>
            </a:prstGeom>
            <a:solidFill>
              <a:srgbClr val="B9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1" name="Rectangle 1558"/>
            <p:cNvSpPr>
              <a:spLocks noChangeArrowheads="1"/>
            </p:cNvSpPr>
            <p:nvPr/>
          </p:nvSpPr>
          <p:spPr bwMode="auto">
            <a:xfrm>
              <a:off x="2814" y="3501"/>
              <a:ext cx="6" cy="312"/>
            </a:xfrm>
            <a:prstGeom prst="rect">
              <a:avLst/>
            </a:prstGeom>
            <a:solidFill>
              <a:srgbClr val="B8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2" name="Rectangle 1559"/>
            <p:cNvSpPr>
              <a:spLocks noChangeArrowheads="1"/>
            </p:cNvSpPr>
            <p:nvPr/>
          </p:nvSpPr>
          <p:spPr bwMode="auto">
            <a:xfrm>
              <a:off x="2820" y="3501"/>
              <a:ext cx="10" cy="312"/>
            </a:xfrm>
            <a:prstGeom prst="rect">
              <a:avLst/>
            </a:prstGeom>
            <a:solidFill>
              <a:srgbClr val="B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3" name="Rectangle 1560"/>
            <p:cNvSpPr>
              <a:spLocks noChangeArrowheads="1"/>
            </p:cNvSpPr>
            <p:nvPr/>
          </p:nvSpPr>
          <p:spPr bwMode="auto">
            <a:xfrm>
              <a:off x="2830" y="3501"/>
              <a:ext cx="5" cy="312"/>
            </a:xfrm>
            <a:prstGeom prst="rect">
              <a:avLst/>
            </a:prstGeom>
            <a:solidFill>
              <a:srgbClr val="B6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4" name="Rectangle 1561"/>
            <p:cNvSpPr>
              <a:spLocks noChangeArrowheads="1"/>
            </p:cNvSpPr>
            <p:nvPr/>
          </p:nvSpPr>
          <p:spPr bwMode="auto">
            <a:xfrm>
              <a:off x="2835" y="3501"/>
              <a:ext cx="6" cy="312"/>
            </a:xfrm>
            <a:prstGeom prst="rect">
              <a:avLst/>
            </a:prstGeom>
            <a:solidFill>
              <a:srgbClr val="B5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5" name="Rectangle 1562"/>
            <p:cNvSpPr>
              <a:spLocks noChangeArrowheads="1"/>
            </p:cNvSpPr>
            <p:nvPr/>
          </p:nvSpPr>
          <p:spPr bwMode="auto">
            <a:xfrm>
              <a:off x="2841" y="3501"/>
              <a:ext cx="10" cy="312"/>
            </a:xfrm>
            <a:prstGeom prst="rect">
              <a:avLst/>
            </a:prstGeom>
            <a:solidFill>
              <a:srgbClr val="B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6" name="Rectangle 1563"/>
            <p:cNvSpPr>
              <a:spLocks noChangeArrowheads="1"/>
            </p:cNvSpPr>
            <p:nvPr/>
          </p:nvSpPr>
          <p:spPr bwMode="auto">
            <a:xfrm>
              <a:off x="2851" y="3501"/>
              <a:ext cx="6" cy="312"/>
            </a:xfrm>
            <a:prstGeom prst="rect">
              <a:avLst/>
            </a:prstGeom>
            <a:solidFill>
              <a:srgbClr val="B3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7" name="Rectangle 1564"/>
            <p:cNvSpPr>
              <a:spLocks noChangeArrowheads="1"/>
            </p:cNvSpPr>
            <p:nvPr/>
          </p:nvSpPr>
          <p:spPr bwMode="auto">
            <a:xfrm>
              <a:off x="2857" y="3501"/>
              <a:ext cx="5" cy="312"/>
            </a:xfrm>
            <a:prstGeom prst="rect">
              <a:avLst/>
            </a:prstGeom>
            <a:solidFill>
              <a:srgbClr val="B2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8" name="Rectangle 1565"/>
            <p:cNvSpPr>
              <a:spLocks noChangeArrowheads="1"/>
            </p:cNvSpPr>
            <p:nvPr/>
          </p:nvSpPr>
          <p:spPr bwMode="auto">
            <a:xfrm>
              <a:off x="2862" y="3501"/>
              <a:ext cx="10" cy="312"/>
            </a:xfrm>
            <a:prstGeom prst="rect">
              <a:avLst/>
            </a:prstGeom>
            <a:solidFill>
              <a:srgbClr val="B1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29" name="Rectangle 1566"/>
            <p:cNvSpPr>
              <a:spLocks noChangeArrowheads="1"/>
            </p:cNvSpPr>
            <p:nvPr/>
          </p:nvSpPr>
          <p:spPr bwMode="auto">
            <a:xfrm>
              <a:off x="2872" y="3501"/>
              <a:ext cx="6" cy="312"/>
            </a:xfrm>
            <a:prstGeom prst="rect">
              <a:avLst/>
            </a:prstGeom>
            <a:solidFill>
              <a:srgbClr val="B0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0" name="Rectangle 1567"/>
            <p:cNvSpPr>
              <a:spLocks noChangeArrowheads="1"/>
            </p:cNvSpPr>
            <p:nvPr/>
          </p:nvSpPr>
          <p:spPr bwMode="auto">
            <a:xfrm>
              <a:off x="2878" y="3501"/>
              <a:ext cx="10" cy="312"/>
            </a:xfrm>
            <a:prstGeom prst="rect">
              <a:avLst/>
            </a:prstGeom>
            <a:solidFill>
              <a:srgbClr val="AF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1" name="Rectangle 1568"/>
            <p:cNvSpPr>
              <a:spLocks noChangeArrowheads="1"/>
            </p:cNvSpPr>
            <p:nvPr/>
          </p:nvSpPr>
          <p:spPr bwMode="auto">
            <a:xfrm>
              <a:off x="2888" y="3501"/>
              <a:ext cx="6" cy="312"/>
            </a:xfrm>
            <a:prstGeom prst="rect">
              <a:avLst/>
            </a:prstGeom>
            <a:solidFill>
              <a:srgbClr val="AE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2" name="Rectangle 1569"/>
            <p:cNvSpPr>
              <a:spLocks noChangeArrowheads="1"/>
            </p:cNvSpPr>
            <p:nvPr/>
          </p:nvSpPr>
          <p:spPr bwMode="auto">
            <a:xfrm>
              <a:off x="2894" y="3501"/>
              <a:ext cx="5" cy="312"/>
            </a:xfrm>
            <a:prstGeom prst="rect">
              <a:avLst/>
            </a:prstGeom>
            <a:solidFill>
              <a:srgbClr val="AD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3" name="Rectangle 1570"/>
            <p:cNvSpPr>
              <a:spLocks noChangeArrowheads="1"/>
            </p:cNvSpPr>
            <p:nvPr/>
          </p:nvSpPr>
          <p:spPr bwMode="auto">
            <a:xfrm>
              <a:off x="2899" y="3501"/>
              <a:ext cx="10" cy="312"/>
            </a:xfrm>
            <a:prstGeom prst="rect">
              <a:avLst/>
            </a:prstGeom>
            <a:solidFill>
              <a:srgbClr val="AC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4" name="Rectangle 1571"/>
            <p:cNvSpPr>
              <a:spLocks noChangeArrowheads="1"/>
            </p:cNvSpPr>
            <p:nvPr/>
          </p:nvSpPr>
          <p:spPr bwMode="auto">
            <a:xfrm>
              <a:off x="2909" y="3501"/>
              <a:ext cx="6" cy="312"/>
            </a:xfrm>
            <a:prstGeom prst="rect">
              <a:avLst/>
            </a:prstGeom>
            <a:solidFill>
              <a:srgbClr val="AB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5" name="Rectangle 1572"/>
            <p:cNvSpPr>
              <a:spLocks noChangeArrowheads="1"/>
            </p:cNvSpPr>
            <p:nvPr/>
          </p:nvSpPr>
          <p:spPr bwMode="auto">
            <a:xfrm>
              <a:off x="2915" y="3501"/>
              <a:ext cx="5" cy="312"/>
            </a:xfrm>
            <a:prstGeom prst="rect">
              <a:avLst/>
            </a:prstGeom>
            <a:solidFill>
              <a:srgbClr val="AA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6" name="Rectangle 1573"/>
            <p:cNvSpPr>
              <a:spLocks noChangeArrowheads="1"/>
            </p:cNvSpPr>
            <p:nvPr/>
          </p:nvSpPr>
          <p:spPr bwMode="auto">
            <a:xfrm>
              <a:off x="2920" y="3501"/>
              <a:ext cx="5" cy="312"/>
            </a:xfrm>
            <a:prstGeom prst="rect">
              <a:avLst/>
            </a:prstGeom>
            <a:solidFill>
              <a:srgbClr val="A9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7" name="Rectangle 1574"/>
            <p:cNvSpPr>
              <a:spLocks noChangeArrowheads="1"/>
            </p:cNvSpPr>
            <p:nvPr/>
          </p:nvSpPr>
          <p:spPr bwMode="auto">
            <a:xfrm>
              <a:off x="2925" y="3501"/>
              <a:ext cx="6" cy="312"/>
            </a:xfrm>
            <a:prstGeom prst="rect">
              <a:avLst/>
            </a:prstGeom>
            <a:solidFill>
              <a:srgbClr val="A9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8" name="Rectangle 1575"/>
            <p:cNvSpPr>
              <a:spLocks noChangeArrowheads="1"/>
            </p:cNvSpPr>
            <p:nvPr/>
          </p:nvSpPr>
          <p:spPr bwMode="auto">
            <a:xfrm>
              <a:off x="2931" y="3501"/>
              <a:ext cx="5" cy="312"/>
            </a:xfrm>
            <a:prstGeom prst="rect">
              <a:avLst/>
            </a:prstGeom>
            <a:solidFill>
              <a:srgbClr val="A8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39" name="Rectangle 1576"/>
            <p:cNvSpPr>
              <a:spLocks noChangeArrowheads="1"/>
            </p:cNvSpPr>
            <p:nvPr/>
          </p:nvSpPr>
          <p:spPr bwMode="auto">
            <a:xfrm>
              <a:off x="2936" y="3501"/>
              <a:ext cx="5" cy="312"/>
            </a:xfrm>
            <a:prstGeom prst="rect">
              <a:avLst/>
            </a:prstGeom>
            <a:solidFill>
              <a:srgbClr val="A7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0" name="Rectangle 1577"/>
            <p:cNvSpPr>
              <a:spLocks noChangeArrowheads="1"/>
            </p:cNvSpPr>
            <p:nvPr/>
          </p:nvSpPr>
          <p:spPr bwMode="auto">
            <a:xfrm>
              <a:off x="2941" y="3501"/>
              <a:ext cx="5" cy="312"/>
            </a:xfrm>
            <a:prstGeom prst="rect">
              <a:avLst/>
            </a:prstGeom>
            <a:solidFill>
              <a:srgbClr val="A6E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1" name="Rectangle 1578"/>
            <p:cNvSpPr>
              <a:spLocks noChangeArrowheads="1"/>
            </p:cNvSpPr>
            <p:nvPr/>
          </p:nvSpPr>
          <p:spPr bwMode="auto">
            <a:xfrm>
              <a:off x="2946" y="3501"/>
              <a:ext cx="6" cy="312"/>
            </a:xfrm>
            <a:prstGeom prst="rect">
              <a:avLst/>
            </a:prstGeom>
            <a:solidFill>
              <a:srgbClr val="A6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2" name="Rectangle 1579"/>
            <p:cNvSpPr>
              <a:spLocks noChangeArrowheads="1"/>
            </p:cNvSpPr>
            <p:nvPr/>
          </p:nvSpPr>
          <p:spPr bwMode="auto">
            <a:xfrm>
              <a:off x="2375" y="3501"/>
              <a:ext cx="577" cy="312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3" name="Rectangle 1580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4" name="Rectangle 1581"/>
            <p:cNvSpPr>
              <a:spLocks noChangeArrowheads="1"/>
            </p:cNvSpPr>
            <p:nvPr/>
          </p:nvSpPr>
          <p:spPr bwMode="auto">
            <a:xfrm>
              <a:off x="2872" y="3528"/>
              <a:ext cx="53" cy="84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5" name="Rectangle 1582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6" name="Rectangle 1583"/>
            <p:cNvSpPr>
              <a:spLocks noChangeArrowheads="1"/>
            </p:cNvSpPr>
            <p:nvPr/>
          </p:nvSpPr>
          <p:spPr bwMode="auto">
            <a:xfrm>
              <a:off x="2857" y="3538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7" name="Rectangle 1584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8" name="Rectangle 1585"/>
            <p:cNvSpPr>
              <a:spLocks noChangeArrowheads="1"/>
            </p:cNvSpPr>
            <p:nvPr/>
          </p:nvSpPr>
          <p:spPr bwMode="auto">
            <a:xfrm>
              <a:off x="2857" y="3575"/>
              <a:ext cx="31" cy="21"/>
            </a:xfrm>
            <a:prstGeom prst="rect">
              <a:avLst/>
            </a:prstGeom>
            <a:noFill/>
            <a:ln w="793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849" name="Rectangle 1586"/>
            <p:cNvSpPr>
              <a:spLocks noChangeArrowheads="1"/>
            </p:cNvSpPr>
            <p:nvPr/>
          </p:nvSpPr>
          <p:spPr bwMode="auto">
            <a:xfrm>
              <a:off x="2460" y="3622"/>
              <a:ext cx="420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900" b="1" dirty="0" err="1">
                  <a:solidFill>
                    <a:srgbClr val="000000"/>
                  </a:solidFill>
                </a:rPr>
                <a:t>VideoManager</a:t>
              </a:r>
              <a:endParaRPr lang="en-US" altLang="ko-KR" sz="900" b="1" dirty="0">
                <a:solidFill>
                  <a:srgbClr val="000000"/>
                </a:solidFill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9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Hi3519</a:t>
              </a:r>
              <a:endPara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39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컴포넌트 설계 및 구현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77" name="텍스트 개체 틀 67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설계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컴포넌트의 생명주기 관리</a:t>
            </a:r>
            <a:endParaRPr lang="en-US" altLang="ko-KR" dirty="0"/>
          </a:p>
          <a:p>
            <a:r>
              <a:rPr lang="ko-KR" altLang="en-US" dirty="0"/>
              <a:t>컴포넌트간의 이벤트 흐름을 제어</a:t>
            </a:r>
            <a:endParaRPr lang="en-US" altLang="ko-KR" dirty="0"/>
          </a:p>
          <a:p>
            <a:r>
              <a:rPr lang="ko-KR" altLang="en-US" dirty="0"/>
              <a:t>독립적 </a:t>
            </a:r>
            <a:r>
              <a:rPr lang="en-US" altLang="ko-KR" dirty="0"/>
              <a:t>Thread</a:t>
            </a:r>
            <a:r>
              <a:rPr lang="ko-KR" altLang="en-US" dirty="0"/>
              <a:t> 제어</a:t>
            </a:r>
            <a:endParaRPr lang="en-US" altLang="ko-KR" dirty="0"/>
          </a:p>
          <a:p>
            <a:pPr lvl="1"/>
            <a:r>
              <a:rPr lang="ko-KR" altLang="en-US" dirty="0"/>
              <a:t>실행 시 특정 컴포넌트를 특정 </a:t>
            </a:r>
            <a:r>
              <a:rPr lang="en-US" altLang="ko-KR" dirty="0"/>
              <a:t>Scheduler/Thread</a:t>
            </a:r>
            <a:r>
              <a:rPr lang="ko-KR" altLang="en-US" dirty="0"/>
              <a:t>에 동적 할당 가능</a:t>
            </a:r>
            <a:endParaRPr lang="en-US" altLang="ko-KR" dirty="0"/>
          </a:p>
          <a:p>
            <a:pPr lvl="1"/>
            <a:r>
              <a:rPr lang="ko-KR" altLang="en-US" dirty="0"/>
              <a:t>컴포넌트</a:t>
            </a:r>
            <a:r>
              <a:rPr lang="en-US" altLang="ko-KR" dirty="0"/>
              <a:t> </a:t>
            </a:r>
            <a:r>
              <a:rPr lang="ko-KR" altLang="en-US" dirty="0"/>
              <a:t>기능과 제어의 분리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78" name="내용 개체 틀 677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ko-KR" altLang="en-US" dirty="0"/>
              <a:t>표준화된 데이터 인터페이스 </a:t>
            </a:r>
            <a:endParaRPr lang="en-US" altLang="ko-KR" dirty="0"/>
          </a:p>
          <a:p>
            <a:r>
              <a:rPr lang="ko-KR" altLang="en-US" dirty="0"/>
              <a:t>표준화된 디바이스 인터페이스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893160" y="3358257"/>
            <a:ext cx="6737429" cy="2650794"/>
            <a:chOff x="1893160" y="3358257"/>
            <a:chExt cx="6737429" cy="2650794"/>
          </a:xfrm>
        </p:grpSpPr>
        <p:sp>
          <p:nvSpPr>
            <p:cNvPr id="630" name="Rectangle 350"/>
            <p:cNvSpPr>
              <a:spLocks noChangeArrowheads="1"/>
            </p:cNvSpPr>
            <p:nvPr/>
          </p:nvSpPr>
          <p:spPr bwMode="auto">
            <a:xfrm>
              <a:off x="5167568" y="5119861"/>
              <a:ext cx="136255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400" b="1" i="1" dirty="0">
                  <a:solidFill>
                    <a:srgbClr val="FF0000"/>
                  </a:solidFill>
                  <a:latin typeface="+mj-lt"/>
                </a:rPr>
                <a:t>Basic </a:t>
              </a:r>
              <a:r>
                <a:rPr kumimoji="0" lang="en-US" altLang="ko-KR" sz="1400" b="1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j-lt"/>
                </a:rPr>
                <a:t>Components</a:t>
              </a:r>
              <a:endPara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endParaRPr>
            </a:p>
          </p:txBody>
        </p:sp>
        <p:sp>
          <p:nvSpPr>
            <p:cNvPr id="631" name="직사각형 630"/>
            <p:cNvSpPr/>
            <p:nvPr/>
          </p:nvSpPr>
          <p:spPr>
            <a:xfrm>
              <a:off x="1893160" y="3358257"/>
              <a:ext cx="6706031" cy="54152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Framework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634" name="그룹 633"/>
            <p:cNvGrpSpPr/>
            <p:nvPr/>
          </p:nvGrpSpPr>
          <p:grpSpPr>
            <a:xfrm>
              <a:off x="1893160" y="4296480"/>
              <a:ext cx="1146039" cy="634943"/>
              <a:chOff x="4389702" y="3681846"/>
              <a:chExt cx="1146039" cy="634943"/>
            </a:xfrm>
          </p:grpSpPr>
          <p:sp>
            <p:nvSpPr>
              <p:cNvPr id="635" name="Rectangle 10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36" name="Rectangle 11"/>
              <p:cNvSpPr>
                <a:spLocks noChangeArrowheads="1"/>
              </p:cNvSpPr>
              <p:nvPr/>
            </p:nvSpPr>
            <p:spPr bwMode="auto">
              <a:xfrm>
                <a:off x="4419356" y="3713244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37" name="Rectangle 12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572147" cy="60528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38" name="Rectangle 13"/>
              <p:cNvSpPr>
                <a:spLocks noChangeArrowheads="1"/>
              </p:cNvSpPr>
              <p:nvPr/>
            </p:nvSpPr>
            <p:spPr bwMode="auto">
              <a:xfrm>
                <a:off x="4961850" y="3681846"/>
                <a:ext cx="10466" cy="605289"/>
              </a:xfrm>
              <a:prstGeom prst="rect">
                <a:avLst/>
              </a:prstGeom>
              <a:solidFill>
                <a:srgbClr val="FCF1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39" name="Rectangle 14"/>
              <p:cNvSpPr>
                <a:spLocks noChangeArrowheads="1"/>
              </p:cNvSpPr>
              <p:nvPr/>
            </p:nvSpPr>
            <p:spPr bwMode="auto">
              <a:xfrm>
                <a:off x="4972316" y="3681846"/>
                <a:ext cx="10466" cy="605289"/>
              </a:xfrm>
              <a:prstGeom prst="rect">
                <a:avLst/>
              </a:prstGeom>
              <a:solidFill>
                <a:srgbClr val="FBF1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0" name="Rectangle 15"/>
              <p:cNvSpPr>
                <a:spLocks noChangeArrowheads="1"/>
              </p:cNvSpPr>
              <p:nvPr/>
            </p:nvSpPr>
            <p:spPr bwMode="auto">
              <a:xfrm>
                <a:off x="4982782" y="3681846"/>
                <a:ext cx="20932" cy="605289"/>
              </a:xfrm>
              <a:prstGeom prst="rect">
                <a:avLst/>
              </a:prstGeom>
              <a:solidFill>
                <a:srgbClr val="FB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1" name="Rectangle 16"/>
              <p:cNvSpPr>
                <a:spLocks noChangeArrowheads="1"/>
              </p:cNvSpPr>
              <p:nvPr/>
            </p:nvSpPr>
            <p:spPr bwMode="auto">
              <a:xfrm>
                <a:off x="5003714" y="3681846"/>
                <a:ext cx="10466" cy="605289"/>
              </a:xfrm>
              <a:prstGeom prst="rect">
                <a:avLst/>
              </a:prstGeom>
              <a:solidFill>
                <a:srgbClr val="FAF0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2" name="Rectangle 17"/>
              <p:cNvSpPr>
                <a:spLocks noChangeArrowheads="1"/>
              </p:cNvSpPr>
              <p:nvPr/>
            </p:nvSpPr>
            <p:spPr bwMode="auto">
              <a:xfrm>
                <a:off x="5014180" y="3681846"/>
                <a:ext cx="20932" cy="605289"/>
              </a:xfrm>
              <a:prstGeom prst="rect">
                <a:avLst/>
              </a:prstGeom>
              <a:solidFill>
                <a:srgbClr val="FAE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3" name="Rectangle 18"/>
              <p:cNvSpPr>
                <a:spLocks noChangeArrowheads="1"/>
              </p:cNvSpPr>
              <p:nvPr/>
            </p:nvSpPr>
            <p:spPr bwMode="auto">
              <a:xfrm>
                <a:off x="5035112" y="3681846"/>
                <a:ext cx="8722" cy="605289"/>
              </a:xfrm>
              <a:prstGeom prst="rect">
                <a:avLst/>
              </a:prstGeom>
              <a:solidFill>
                <a:srgbClr val="F9EE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4" name="Rectangle 19"/>
              <p:cNvSpPr>
                <a:spLocks noChangeArrowheads="1"/>
              </p:cNvSpPr>
              <p:nvPr/>
            </p:nvSpPr>
            <p:spPr bwMode="auto">
              <a:xfrm>
                <a:off x="5043834" y="3681846"/>
                <a:ext cx="10466" cy="605289"/>
              </a:xfrm>
              <a:prstGeom prst="rect">
                <a:avLst/>
              </a:prstGeom>
              <a:solidFill>
                <a:srgbClr val="F9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5" name="Rectangle 20"/>
              <p:cNvSpPr>
                <a:spLocks noChangeArrowheads="1"/>
              </p:cNvSpPr>
              <p:nvPr/>
            </p:nvSpPr>
            <p:spPr bwMode="auto">
              <a:xfrm>
                <a:off x="5054300" y="3681846"/>
                <a:ext cx="10466" cy="605289"/>
              </a:xfrm>
              <a:prstGeom prst="rect">
                <a:avLst/>
              </a:prstGeom>
              <a:solidFill>
                <a:srgbClr val="F8E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6" name="Rectangle 21"/>
              <p:cNvSpPr>
                <a:spLocks noChangeArrowheads="1"/>
              </p:cNvSpPr>
              <p:nvPr/>
            </p:nvSpPr>
            <p:spPr bwMode="auto">
              <a:xfrm>
                <a:off x="5064766" y="3681846"/>
                <a:ext cx="20932" cy="605289"/>
              </a:xfrm>
              <a:prstGeom prst="rect">
                <a:avLst/>
              </a:prstGeom>
              <a:solidFill>
                <a:srgbClr val="F8EC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7" name="Rectangle 22"/>
              <p:cNvSpPr>
                <a:spLocks noChangeArrowheads="1"/>
              </p:cNvSpPr>
              <p:nvPr/>
            </p:nvSpPr>
            <p:spPr bwMode="auto">
              <a:xfrm>
                <a:off x="5085699" y="3681846"/>
                <a:ext cx="10466" cy="605289"/>
              </a:xfrm>
              <a:prstGeom prst="rect">
                <a:avLst/>
              </a:prstGeom>
              <a:solidFill>
                <a:srgbClr val="F7EB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8" name="Rectangle 23"/>
              <p:cNvSpPr>
                <a:spLocks noChangeArrowheads="1"/>
              </p:cNvSpPr>
              <p:nvPr/>
            </p:nvSpPr>
            <p:spPr bwMode="auto">
              <a:xfrm>
                <a:off x="5096165" y="3681846"/>
                <a:ext cx="10466" cy="605289"/>
              </a:xfrm>
              <a:prstGeom prst="rect">
                <a:avLst/>
              </a:prstGeom>
              <a:solidFill>
                <a:srgbClr val="F7EB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49" name="Rectangle 24"/>
              <p:cNvSpPr>
                <a:spLocks noChangeArrowheads="1"/>
              </p:cNvSpPr>
              <p:nvPr/>
            </p:nvSpPr>
            <p:spPr bwMode="auto">
              <a:xfrm>
                <a:off x="5106631" y="3681846"/>
                <a:ext cx="8722" cy="605289"/>
              </a:xfrm>
              <a:prstGeom prst="rect">
                <a:avLst/>
              </a:prstGeom>
              <a:solidFill>
                <a:srgbClr val="F6EA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0" name="Rectangle 25"/>
              <p:cNvSpPr>
                <a:spLocks noChangeArrowheads="1"/>
              </p:cNvSpPr>
              <p:nvPr/>
            </p:nvSpPr>
            <p:spPr bwMode="auto">
              <a:xfrm>
                <a:off x="5115353" y="3681846"/>
                <a:ext cx="10466" cy="605289"/>
              </a:xfrm>
              <a:prstGeom prst="rect">
                <a:avLst/>
              </a:prstGeom>
              <a:solidFill>
                <a:srgbClr val="F6EA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1" name="Rectangle 26"/>
              <p:cNvSpPr>
                <a:spLocks noChangeArrowheads="1"/>
              </p:cNvSpPr>
              <p:nvPr/>
            </p:nvSpPr>
            <p:spPr bwMode="auto">
              <a:xfrm>
                <a:off x="5125819" y="3681846"/>
                <a:ext cx="10466" cy="605289"/>
              </a:xfrm>
              <a:prstGeom prst="rect">
                <a:avLst/>
              </a:prstGeom>
              <a:solidFill>
                <a:srgbClr val="F6E9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2" name="Rectangle 27"/>
              <p:cNvSpPr>
                <a:spLocks noChangeArrowheads="1"/>
              </p:cNvSpPr>
              <p:nvPr/>
            </p:nvSpPr>
            <p:spPr bwMode="auto">
              <a:xfrm>
                <a:off x="5136285" y="3681846"/>
                <a:ext cx="10466" cy="605289"/>
              </a:xfrm>
              <a:prstGeom prst="rect">
                <a:avLst/>
              </a:prstGeom>
              <a:solidFill>
                <a:srgbClr val="F6E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3" name="Rectangle 28"/>
              <p:cNvSpPr>
                <a:spLocks noChangeArrowheads="1"/>
              </p:cNvSpPr>
              <p:nvPr/>
            </p:nvSpPr>
            <p:spPr bwMode="auto">
              <a:xfrm>
                <a:off x="5146751" y="3681846"/>
                <a:ext cx="10466" cy="605289"/>
              </a:xfrm>
              <a:prstGeom prst="rect">
                <a:avLst/>
              </a:prstGeom>
              <a:solidFill>
                <a:srgbClr val="F5E8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4" name="Rectangle 29"/>
              <p:cNvSpPr>
                <a:spLocks noChangeArrowheads="1"/>
              </p:cNvSpPr>
              <p:nvPr/>
            </p:nvSpPr>
            <p:spPr bwMode="auto">
              <a:xfrm>
                <a:off x="5157217" y="3681846"/>
                <a:ext cx="10466" cy="605289"/>
              </a:xfrm>
              <a:prstGeom prst="rect">
                <a:avLst/>
              </a:prstGeom>
              <a:solidFill>
                <a:srgbClr val="F5E8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5" name="Rectangle 30"/>
              <p:cNvSpPr>
                <a:spLocks noChangeArrowheads="1"/>
              </p:cNvSpPr>
              <p:nvPr/>
            </p:nvSpPr>
            <p:spPr bwMode="auto">
              <a:xfrm>
                <a:off x="5167683" y="3681846"/>
                <a:ext cx="10466" cy="605289"/>
              </a:xfrm>
              <a:prstGeom prst="rect">
                <a:avLst/>
              </a:prstGeom>
              <a:solidFill>
                <a:srgbClr val="F5E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6" name="Rectangle 31"/>
              <p:cNvSpPr>
                <a:spLocks noChangeArrowheads="1"/>
              </p:cNvSpPr>
              <p:nvPr/>
            </p:nvSpPr>
            <p:spPr bwMode="auto">
              <a:xfrm>
                <a:off x="5178149" y="3681846"/>
                <a:ext cx="10466" cy="605289"/>
              </a:xfrm>
              <a:prstGeom prst="rect">
                <a:avLst/>
              </a:prstGeom>
              <a:solidFill>
                <a:srgbClr val="F4E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8" name="Rectangle 32"/>
              <p:cNvSpPr>
                <a:spLocks noChangeArrowheads="1"/>
              </p:cNvSpPr>
              <p:nvPr/>
            </p:nvSpPr>
            <p:spPr bwMode="auto">
              <a:xfrm>
                <a:off x="5188615" y="3681846"/>
                <a:ext cx="8722" cy="605289"/>
              </a:xfrm>
              <a:prstGeom prst="rect">
                <a:avLst/>
              </a:prstGeom>
              <a:solidFill>
                <a:srgbClr val="F4E7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59" name="Rectangle 33"/>
              <p:cNvSpPr>
                <a:spLocks noChangeArrowheads="1"/>
              </p:cNvSpPr>
              <p:nvPr/>
            </p:nvSpPr>
            <p:spPr bwMode="auto">
              <a:xfrm>
                <a:off x="5197337" y="3681846"/>
                <a:ext cx="10466" cy="605289"/>
              </a:xfrm>
              <a:prstGeom prst="rect">
                <a:avLst/>
              </a:prstGeom>
              <a:solidFill>
                <a:srgbClr val="F3E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1" name="Rectangle 34"/>
              <p:cNvSpPr>
                <a:spLocks noChangeArrowheads="1"/>
              </p:cNvSpPr>
              <p:nvPr/>
            </p:nvSpPr>
            <p:spPr bwMode="auto">
              <a:xfrm>
                <a:off x="5207803" y="3681846"/>
                <a:ext cx="10466" cy="605289"/>
              </a:xfrm>
              <a:prstGeom prst="rect">
                <a:avLst/>
              </a:prstGeom>
              <a:solidFill>
                <a:srgbClr val="F3E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2" name="Rectangle 35"/>
              <p:cNvSpPr>
                <a:spLocks noChangeArrowheads="1"/>
              </p:cNvSpPr>
              <p:nvPr/>
            </p:nvSpPr>
            <p:spPr bwMode="auto">
              <a:xfrm>
                <a:off x="5218269" y="3681846"/>
                <a:ext cx="20932" cy="605289"/>
              </a:xfrm>
              <a:prstGeom prst="rect">
                <a:avLst/>
              </a:prstGeom>
              <a:solidFill>
                <a:srgbClr val="F2E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4" name="Rectangle 36"/>
              <p:cNvSpPr>
                <a:spLocks noChangeArrowheads="1"/>
              </p:cNvSpPr>
              <p:nvPr/>
            </p:nvSpPr>
            <p:spPr bwMode="auto">
              <a:xfrm>
                <a:off x="5239201" y="3681846"/>
                <a:ext cx="10466" cy="605289"/>
              </a:xfrm>
              <a:prstGeom prst="rect">
                <a:avLst/>
              </a:prstGeom>
              <a:solidFill>
                <a:srgbClr val="F2E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5" name="Rectangle 37"/>
              <p:cNvSpPr>
                <a:spLocks noChangeArrowheads="1"/>
              </p:cNvSpPr>
              <p:nvPr/>
            </p:nvSpPr>
            <p:spPr bwMode="auto">
              <a:xfrm>
                <a:off x="5249668" y="3681846"/>
                <a:ext cx="10466" cy="605289"/>
              </a:xfrm>
              <a:prstGeom prst="rect">
                <a:avLst/>
              </a:prstGeom>
              <a:solidFill>
                <a:srgbClr val="F1E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6" name="Rectangle 38"/>
              <p:cNvSpPr>
                <a:spLocks noChangeArrowheads="1"/>
              </p:cNvSpPr>
              <p:nvPr/>
            </p:nvSpPr>
            <p:spPr bwMode="auto">
              <a:xfrm>
                <a:off x="5260134" y="3681846"/>
                <a:ext cx="10466" cy="605289"/>
              </a:xfrm>
              <a:prstGeom prst="rect">
                <a:avLst/>
              </a:prstGeom>
              <a:solidFill>
                <a:srgbClr val="F1E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7" name="Rectangle 39"/>
              <p:cNvSpPr>
                <a:spLocks noChangeArrowheads="1"/>
              </p:cNvSpPr>
              <p:nvPr/>
            </p:nvSpPr>
            <p:spPr bwMode="auto">
              <a:xfrm>
                <a:off x="5270600" y="3681846"/>
                <a:ext cx="8722" cy="605289"/>
              </a:xfrm>
              <a:prstGeom prst="rect">
                <a:avLst/>
              </a:prstGeom>
              <a:solidFill>
                <a:srgbClr val="F1E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8" name="Rectangle 40"/>
              <p:cNvSpPr>
                <a:spLocks noChangeArrowheads="1"/>
              </p:cNvSpPr>
              <p:nvPr/>
            </p:nvSpPr>
            <p:spPr bwMode="auto">
              <a:xfrm>
                <a:off x="5279322" y="3681846"/>
                <a:ext cx="10466" cy="605289"/>
              </a:xfrm>
              <a:prstGeom prst="rect">
                <a:avLst/>
              </a:prstGeom>
              <a:solidFill>
                <a:srgbClr val="F0E2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69" name="Rectangle 41"/>
              <p:cNvSpPr>
                <a:spLocks noChangeArrowheads="1"/>
              </p:cNvSpPr>
              <p:nvPr/>
            </p:nvSpPr>
            <p:spPr bwMode="auto">
              <a:xfrm>
                <a:off x="5289788" y="3681846"/>
                <a:ext cx="20932" cy="605289"/>
              </a:xfrm>
              <a:prstGeom prst="rect">
                <a:avLst/>
              </a:prstGeom>
              <a:solidFill>
                <a:srgbClr val="F0E1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0" name="Rectangle 42"/>
              <p:cNvSpPr>
                <a:spLocks noChangeArrowheads="1"/>
              </p:cNvSpPr>
              <p:nvPr/>
            </p:nvSpPr>
            <p:spPr bwMode="auto">
              <a:xfrm>
                <a:off x="5310720" y="3681846"/>
                <a:ext cx="10466" cy="605289"/>
              </a:xfrm>
              <a:prstGeom prst="rect">
                <a:avLst/>
              </a:prstGeom>
              <a:solidFill>
                <a:srgbClr val="EFE0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1" name="Rectangle 43"/>
              <p:cNvSpPr>
                <a:spLocks noChangeArrowheads="1"/>
              </p:cNvSpPr>
              <p:nvPr/>
            </p:nvSpPr>
            <p:spPr bwMode="auto">
              <a:xfrm>
                <a:off x="5321186" y="3681846"/>
                <a:ext cx="10466" cy="605289"/>
              </a:xfrm>
              <a:prstGeom prst="rect">
                <a:avLst/>
              </a:prstGeom>
              <a:solidFill>
                <a:srgbClr val="EFE0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2" name="Rectangle 44"/>
              <p:cNvSpPr>
                <a:spLocks noChangeArrowheads="1"/>
              </p:cNvSpPr>
              <p:nvPr/>
            </p:nvSpPr>
            <p:spPr bwMode="auto">
              <a:xfrm>
                <a:off x="5331652" y="3681846"/>
                <a:ext cx="20932" cy="605289"/>
              </a:xfrm>
              <a:prstGeom prst="rect">
                <a:avLst/>
              </a:prstGeom>
              <a:solidFill>
                <a:srgbClr val="EEDF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3" name="Rectangle 45"/>
              <p:cNvSpPr>
                <a:spLocks noChangeArrowheads="1"/>
              </p:cNvSpPr>
              <p:nvPr/>
            </p:nvSpPr>
            <p:spPr bwMode="auto">
              <a:xfrm>
                <a:off x="5352584" y="3681846"/>
                <a:ext cx="8722" cy="605289"/>
              </a:xfrm>
              <a:prstGeom prst="rect">
                <a:avLst/>
              </a:prstGeom>
              <a:solidFill>
                <a:srgbClr val="EEDF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5" name="Rectangle 46"/>
              <p:cNvSpPr>
                <a:spLocks noChangeArrowheads="1"/>
              </p:cNvSpPr>
              <p:nvPr/>
            </p:nvSpPr>
            <p:spPr bwMode="auto">
              <a:xfrm>
                <a:off x="5361306" y="3681846"/>
                <a:ext cx="20932" cy="605289"/>
              </a:xfrm>
              <a:prstGeom prst="rect">
                <a:avLst/>
              </a:pr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76" name="Rectangle 47"/>
              <p:cNvSpPr>
                <a:spLocks noChangeArrowheads="1"/>
              </p:cNvSpPr>
              <p:nvPr/>
            </p:nvSpPr>
            <p:spPr bwMode="auto">
              <a:xfrm>
                <a:off x="5382238" y="3681846"/>
                <a:ext cx="10466" cy="605289"/>
              </a:xfrm>
              <a:prstGeom prst="rect">
                <a:avLst/>
              </a:prstGeom>
              <a:solidFill>
                <a:srgbClr val="EDD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0" name="Rectangle 48"/>
              <p:cNvSpPr>
                <a:spLocks noChangeArrowheads="1"/>
              </p:cNvSpPr>
              <p:nvPr/>
            </p:nvSpPr>
            <p:spPr bwMode="auto">
              <a:xfrm>
                <a:off x="5392704" y="3681846"/>
                <a:ext cx="20932" cy="605289"/>
              </a:xfrm>
              <a:prstGeom prst="rect">
                <a:avLst/>
              </a:prstGeom>
              <a:solidFill>
                <a:srgbClr val="ECD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1" name="Rectangle 49"/>
              <p:cNvSpPr>
                <a:spLocks noChangeArrowheads="1"/>
              </p:cNvSpPr>
              <p:nvPr/>
            </p:nvSpPr>
            <p:spPr bwMode="auto">
              <a:xfrm>
                <a:off x="5413637" y="3681846"/>
                <a:ext cx="10466" cy="605289"/>
              </a:xfrm>
              <a:prstGeom prst="rect">
                <a:avLst/>
              </a:prstGeom>
              <a:solidFill>
                <a:srgbClr val="EC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2" name="Rectangle 50"/>
              <p:cNvSpPr>
                <a:spLocks noChangeArrowheads="1"/>
              </p:cNvSpPr>
              <p:nvPr/>
            </p:nvSpPr>
            <p:spPr bwMode="auto">
              <a:xfrm>
                <a:off x="5424103" y="3681846"/>
                <a:ext cx="10466" cy="605289"/>
              </a:xfrm>
              <a:prstGeom prst="rect">
                <a:avLst/>
              </a:prstGeom>
              <a:solidFill>
                <a:srgbClr val="EBDB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3" name="Rectangle 51"/>
              <p:cNvSpPr>
                <a:spLocks noChangeArrowheads="1"/>
              </p:cNvSpPr>
              <p:nvPr/>
            </p:nvSpPr>
            <p:spPr bwMode="auto">
              <a:xfrm>
                <a:off x="5434569" y="3681846"/>
                <a:ext cx="8722" cy="605289"/>
              </a:xfrm>
              <a:prstGeom prst="rect">
                <a:avLst/>
              </a:prstGeom>
              <a:solidFill>
                <a:srgbClr val="EBD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4" name="Rectangle 52"/>
              <p:cNvSpPr>
                <a:spLocks noChangeArrowheads="1"/>
              </p:cNvSpPr>
              <p:nvPr/>
            </p:nvSpPr>
            <p:spPr bwMode="auto">
              <a:xfrm>
                <a:off x="5443290" y="3681846"/>
                <a:ext cx="10466" cy="605289"/>
              </a:xfrm>
              <a:prstGeom prst="rect">
                <a:avLst/>
              </a:prstGeom>
              <a:solidFill>
                <a:srgbClr val="EBDA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5" name="Rectangle 53"/>
              <p:cNvSpPr>
                <a:spLocks noChangeArrowheads="1"/>
              </p:cNvSpPr>
              <p:nvPr/>
            </p:nvSpPr>
            <p:spPr bwMode="auto">
              <a:xfrm>
                <a:off x="5453757" y="3681846"/>
                <a:ext cx="10466" cy="605289"/>
              </a:xfrm>
              <a:prstGeom prst="rect">
                <a:avLst/>
              </a:prstGeom>
              <a:solidFill>
                <a:srgbClr val="EAD9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6" name="Rectangle 54"/>
              <p:cNvSpPr>
                <a:spLocks noChangeArrowheads="1"/>
              </p:cNvSpPr>
              <p:nvPr/>
            </p:nvSpPr>
            <p:spPr bwMode="auto">
              <a:xfrm>
                <a:off x="5464223" y="3681846"/>
                <a:ext cx="10466" cy="605289"/>
              </a:xfrm>
              <a:prstGeom prst="rect">
                <a:avLst/>
              </a:prstGeom>
              <a:solidFill>
                <a:srgbClr val="EAD9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7" name="Rectangle 55"/>
              <p:cNvSpPr>
                <a:spLocks noChangeArrowheads="1"/>
              </p:cNvSpPr>
              <p:nvPr/>
            </p:nvSpPr>
            <p:spPr bwMode="auto">
              <a:xfrm>
                <a:off x="5474689" y="3681846"/>
                <a:ext cx="10466" cy="605289"/>
              </a:xfrm>
              <a:prstGeom prst="rect">
                <a:avLst/>
              </a:prstGeom>
              <a:solidFill>
                <a:srgbClr val="E9D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8" name="Rectangle 56"/>
              <p:cNvSpPr>
                <a:spLocks noChangeArrowheads="1"/>
              </p:cNvSpPr>
              <p:nvPr/>
            </p:nvSpPr>
            <p:spPr bwMode="auto">
              <a:xfrm>
                <a:off x="5485155" y="3681846"/>
                <a:ext cx="10466" cy="605289"/>
              </a:xfrm>
              <a:prstGeom prst="rect">
                <a:avLst/>
              </a:prstGeom>
              <a:solidFill>
                <a:srgbClr val="E9D8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89" name="Rectangle 57"/>
              <p:cNvSpPr>
                <a:spLocks noChangeArrowheads="1"/>
              </p:cNvSpPr>
              <p:nvPr/>
            </p:nvSpPr>
            <p:spPr bwMode="auto">
              <a:xfrm>
                <a:off x="5495621" y="3681846"/>
                <a:ext cx="10466" cy="605289"/>
              </a:xfrm>
              <a:prstGeom prst="rect">
                <a:avLst/>
              </a:prstGeom>
              <a:solidFill>
                <a:srgbClr val="E8D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0" name="Rectangle 58"/>
              <p:cNvSpPr>
                <a:spLocks noChangeArrowheads="1"/>
              </p:cNvSpPr>
              <p:nvPr/>
            </p:nvSpPr>
            <p:spPr bwMode="auto">
              <a:xfrm>
                <a:off x="4389702" y="368184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1" name="Rectangle 59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2" name="Rectangle 60"/>
              <p:cNvSpPr>
                <a:spLocks noChangeArrowheads="1"/>
              </p:cNvSpPr>
              <p:nvPr/>
            </p:nvSpPr>
            <p:spPr bwMode="auto">
              <a:xfrm>
                <a:off x="5352584" y="3734176"/>
                <a:ext cx="101172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3" name="Rectangle 61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4" name="Rectangle 62"/>
              <p:cNvSpPr>
                <a:spLocks noChangeArrowheads="1"/>
              </p:cNvSpPr>
              <p:nvPr/>
            </p:nvSpPr>
            <p:spPr bwMode="auto">
              <a:xfrm>
                <a:off x="5321186" y="375510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5" name="Rectangle 63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solidFill>
                <a:srgbClr val="FCF2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6" name="Rectangle 64"/>
              <p:cNvSpPr>
                <a:spLocks noChangeArrowheads="1"/>
              </p:cNvSpPr>
              <p:nvPr/>
            </p:nvSpPr>
            <p:spPr bwMode="auto">
              <a:xfrm>
                <a:off x="5321186" y="3826627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697" name="Rectangle 65"/>
              <p:cNvSpPr>
                <a:spLocks noChangeArrowheads="1"/>
              </p:cNvSpPr>
              <p:nvPr/>
            </p:nvSpPr>
            <p:spPr bwMode="auto">
              <a:xfrm>
                <a:off x="4532739" y="3863258"/>
                <a:ext cx="875664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&lt;&lt;Commonality&gt;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698" name="Rectangle 66"/>
              <p:cNvSpPr>
                <a:spLocks noChangeArrowheads="1"/>
              </p:cNvSpPr>
              <p:nvPr/>
            </p:nvSpPr>
            <p:spPr bwMode="auto">
              <a:xfrm>
                <a:off x="4656588" y="4016761"/>
                <a:ext cx="641921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99" name="Oval 347"/>
            <p:cNvSpPr>
              <a:spLocks noChangeArrowheads="1"/>
            </p:cNvSpPr>
            <p:nvPr/>
          </p:nvSpPr>
          <p:spPr bwMode="auto">
            <a:xfrm>
              <a:off x="2417494" y="5099275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00" name="Freeform 367"/>
            <p:cNvSpPr>
              <a:spLocks/>
            </p:cNvSpPr>
            <p:nvPr/>
          </p:nvSpPr>
          <p:spPr bwMode="auto">
            <a:xfrm rot="16200000">
              <a:off x="2433193" y="5013396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grpSp>
          <p:nvGrpSpPr>
            <p:cNvPr id="701" name="그룹 700"/>
            <p:cNvGrpSpPr/>
            <p:nvPr/>
          </p:nvGrpSpPr>
          <p:grpSpPr>
            <a:xfrm>
              <a:off x="1930104" y="5374108"/>
              <a:ext cx="1146039" cy="634943"/>
              <a:chOff x="1808063" y="5004062"/>
              <a:chExt cx="1146039" cy="634943"/>
            </a:xfrm>
          </p:grpSpPr>
          <p:sp>
            <p:nvSpPr>
              <p:cNvPr id="702" name="Rectangle 175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3" name="Rectangle 176"/>
              <p:cNvSpPr>
                <a:spLocks noChangeArrowheads="1"/>
              </p:cNvSpPr>
              <p:nvPr/>
            </p:nvSpPr>
            <p:spPr bwMode="auto">
              <a:xfrm>
                <a:off x="1837717" y="5033716"/>
                <a:ext cx="1116385" cy="605289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4" name="Rectangle 177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573891" cy="603545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5" name="Rectangle 178"/>
              <p:cNvSpPr>
                <a:spLocks noChangeArrowheads="1"/>
              </p:cNvSpPr>
              <p:nvPr/>
            </p:nvSpPr>
            <p:spPr bwMode="auto">
              <a:xfrm>
                <a:off x="2381954" y="5004062"/>
                <a:ext cx="10466" cy="603545"/>
              </a:xfrm>
              <a:prstGeom prst="rect">
                <a:avLst/>
              </a:prstGeom>
              <a:solidFill>
                <a:srgbClr val="FFE3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6" name="Rectangle 179"/>
              <p:cNvSpPr>
                <a:spLocks noChangeArrowheads="1"/>
              </p:cNvSpPr>
              <p:nvPr/>
            </p:nvSpPr>
            <p:spPr bwMode="auto">
              <a:xfrm>
                <a:off x="2392421" y="5004062"/>
                <a:ext cx="8722" cy="603545"/>
              </a:xfrm>
              <a:prstGeom prst="rect">
                <a:avLst/>
              </a:prstGeom>
              <a:solidFill>
                <a:srgbClr val="FEE2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7" name="Rectangle 180"/>
              <p:cNvSpPr>
                <a:spLocks noChangeArrowheads="1"/>
              </p:cNvSpPr>
              <p:nvPr/>
            </p:nvSpPr>
            <p:spPr bwMode="auto">
              <a:xfrm>
                <a:off x="2401142" y="5004062"/>
                <a:ext cx="20932" cy="603545"/>
              </a:xfrm>
              <a:prstGeom prst="rect">
                <a:avLst/>
              </a:prstGeom>
              <a:solidFill>
                <a:srgbClr val="FEE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8" name="Rectangle 181"/>
              <p:cNvSpPr>
                <a:spLocks noChangeArrowheads="1"/>
              </p:cNvSpPr>
              <p:nvPr/>
            </p:nvSpPr>
            <p:spPr bwMode="auto">
              <a:xfrm>
                <a:off x="2422075" y="5004062"/>
                <a:ext cx="10466" cy="603545"/>
              </a:xfrm>
              <a:prstGeom prst="rect">
                <a:avLst/>
              </a:prstGeom>
              <a:solidFill>
                <a:srgbClr val="FDE0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09" name="Rectangle 182"/>
              <p:cNvSpPr>
                <a:spLocks noChangeArrowheads="1"/>
              </p:cNvSpPr>
              <p:nvPr/>
            </p:nvSpPr>
            <p:spPr bwMode="auto">
              <a:xfrm>
                <a:off x="2432541" y="5004062"/>
                <a:ext cx="20932" cy="603545"/>
              </a:xfrm>
              <a:prstGeom prst="rect">
                <a:avLst/>
              </a:prstGeom>
              <a:solidFill>
                <a:srgbClr val="FDD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0" name="Rectangle 183"/>
              <p:cNvSpPr>
                <a:spLocks noChangeArrowheads="1"/>
              </p:cNvSpPr>
              <p:nvPr/>
            </p:nvSpPr>
            <p:spPr bwMode="auto">
              <a:xfrm>
                <a:off x="2453473" y="5004062"/>
                <a:ext cx="10466" cy="603545"/>
              </a:xfrm>
              <a:prstGeom prst="rect">
                <a:avLst/>
              </a:prstGeom>
              <a:solidFill>
                <a:srgbClr val="FDDE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1" name="Rectangle 184"/>
              <p:cNvSpPr>
                <a:spLocks noChangeArrowheads="1"/>
              </p:cNvSpPr>
              <p:nvPr/>
            </p:nvSpPr>
            <p:spPr bwMode="auto">
              <a:xfrm>
                <a:off x="2463939" y="5004062"/>
                <a:ext cx="10466" cy="603545"/>
              </a:xfrm>
              <a:prstGeom prst="rect">
                <a:avLst/>
              </a:prstGeom>
              <a:solidFill>
                <a:srgbClr val="FCD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2" name="Rectangle 185"/>
              <p:cNvSpPr>
                <a:spLocks noChangeArrowheads="1"/>
              </p:cNvSpPr>
              <p:nvPr/>
            </p:nvSpPr>
            <p:spPr bwMode="auto">
              <a:xfrm>
                <a:off x="2474405" y="5004062"/>
                <a:ext cx="19188" cy="603545"/>
              </a:xfrm>
              <a:prstGeom prst="rect">
                <a:avLst/>
              </a:prstGeom>
              <a:solidFill>
                <a:srgbClr val="FCDC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3" name="Rectangle 186"/>
              <p:cNvSpPr>
                <a:spLocks noChangeArrowheads="1"/>
              </p:cNvSpPr>
              <p:nvPr/>
            </p:nvSpPr>
            <p:spPr bwMode="auto">
              <a:xfrm>
                <a:off x="2493593" y="5004062"/>
                <a:ext cx="10466" cy="603545"/>
              </a:xfrm>
              <a:prstGeom prst="rect">
                <a:avLst/>
              </a:prstGeom>
              <a:solidFill>
                <a:srgbClr val="FBDB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4" name="Rectangle 187"/>
              <p:cNvSpPr>
                <a:spLocks noChangeArrowheads="1"/>
              </p:cNvSpPr>
              <p:nvPr/>
            </p:nvSpPr>
            <p:spPr bwMode="auto">
              <a:xfrm>
                <a:off x="2504059" y="5004062"/>
                <a:ext cx="10466" cy="603545"/>
              </a:xfrm>
              <a:prstGeom prst="rect">
                <a:avLst/>
              </a:prstGeom>
              <a:solidFill>
                <a:srgbClr val="FBDA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5" name="Rectangle 188"/>
              <p:cNvSpPr>
                <a:spLocks noChangeArrowheads="1"/>
              </p:cNvSpPr>
              <p:nvPr/>
            </p:nvSpPr>
            <p:spPr bwMode="auto">
              <a:xfrm>
                <a:off x="2514525" y="5004062"/>
                <a:ext cx="10466" cy="603545"/>
              </a:xfrm>
              <a:prstGeom prst="rect">
                <a:avLst/>
              </a:prstGeom>
              <a:solidFill>
                <a:srgbClr val="FBD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6" name="Rectangle 189"/>
              <p:cNvSpPr>
                <a:spLocks noChangeArrowheads="1"/>
              </p:cNvSpPr>
              <p:nvPr/>
            </p:nvSpPr>
            <p:spPr bwMode="auto">
              <a:xfrm>
                <a:off x="2524991" y="5004062"/>
                <a:ext cx="10466" cy="603545"/>
              </a:xfrm>
              <a:prstGeom prst="rect">
                <a:avLst/>
              </a:prstGeom>
              <a:solidFill>
                <a:srgbClr val="FA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7" name="Rectangle 190"/>
              <p:cNvSpPr>
                <a:spLocks noChangeArrowheads="1"/>
              </p:cNvSpPr>
              <p:nvPr/>
            </p:nvSpPr>
            <p:spPr bwMode="auto">
              <a:xfrm>
                <a:off x="2535457" y="5004062"/>
                <a:ext cx="10466" cy="603545"/>
              </a:xfrm>
              <a:prstGeom prst="rect">
                <a:avLst/>
              </a:prstGeom>
              <a:solidFill>
                <a:srgbClr val="FAD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8" name="Rectangle 191"/>
              <p:cNvSpPr>
                <a:spLocks noChangeArrowheads="1"/>
              </p:cNvSpPr>
              <p:nvPr/>
            </p:nvSpPr>
            <p:spPr bwMode="auto">
              <a:xfrm>
                <a:off x="2545923" y="5004062"/>
                <a:ext cx="8722" cy="603545"/>
              </a:xfrm>
              <a:prstGeom prst="rect">
                <a:avLst/>
              </a:prstGeom>
              <a:solidFill>
                <a:srgbClr val="FAD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19" name="Rectangle 192"/>
              <p:cNvSpPr>
                <a:spLocks noChangeArrowheads="1"/>
              </p:cNvSpPr>
              <p:nvPr/>
            </p:nvSpPr>
            <p:spPr bwMode="auto">
              <a:xfrm>
                <a:off x="2554645" y="5004062"/>
                <a:ext cx="10466" cy="603545"/>
              </a:xfrm>
              <a:prstGeom prst="rect">
                <a:avLst/>
              </a:prstGeom>
              <a:solidFill>
                <a:srgbClr val="FAD6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0" name="Rectangle 193"/>
              <p:cNvSpPr>
                <a:spLocks noChangeArrowheads="1"/>
              </p:cNvSpPr>
              <p:nvPr/>
            </p:nvSpPr>
            <p:spPr bwMode="auto">
              <a:xfrm>
                <a:off x="2565111" y="5004062"/>
                <a:ext cx="10466" cy="603545"/>
              </a:xfrm>
              <a:prstGeom prst="rect">
                <a:avLst/>
              </a:prstGeom>
              <a:solidFill>
                <a:srgbClr val="F9D6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1" name="Rectangle 194"/>
              <p:cNvSpPr>
                <a:spLocks noChangeArrowheads="1"/>
              </p:cNvSpPr>
              <p:nvPr/>
            </p:nvSpPr>
            <p:spPr bwMode="auto">
              <a:xfrm>
                <a:off x="2575577" y="5004062"/>
                <a:ext cx="10466" cy="603545"/>
              </a:xfrm>
              <a:prstGeom prst="rect">
                <a:avLst/>
              </a:prstGeom>
              <a:solidFill>
                <a:srgbClr val="F9D5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2" name="Rectangle 195"/>
              <p:cNvSpPr>
                <a:spLocks noChangeArrowheads="1"/>
              </p:cNvSpPr>
              <p:nvPr/>
            </p:nvSpPr>
            <p:spPr bwMode="auto">
              <a:xfrm>
                <a:off x="2586044" y="5004062"/>
                <a:ext cx="10466" cy="603545"/>
              </a:xfrm>
              <a:prstGeom prst="rect">
                <a:avLst/>
              </a:prstGeom>
              <a:solidFill>
                <a:srgbClr val="F9D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3" name="Rectangle 196"/>
              <p:cNvSpPr>
                <a:spLocks noChangeArrowheads="1"/>
              </p:cNvSpPr>
              <p:nvPr/>
            </p:nvSpPr>
            <p:spPr bwMode="auto">
              <a:xfrm>
                <a:off x="2596510" y="5004062"/>
                <a:ext cx="20932" cy="603545"/>
              </a:xfrm>
              <a:prstGeom prst="rect">
                <a:avLst/>
              </a:prstGeom>
              <a:solidFill>
                <a:srgbClr val="F9D3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4" name="Rectangle 197"/>
              <p:cNvSpPr>
                <a:spLocks noChangeArrowheads="1"/>
              </p:cNvSpPr>
              <p:nvPr/>
            </p:nvSpPr>
            <p:spPr bwMode="auto">
              <a:xfrm>
                <a:off x="2617442" y="5004062"/>
                <a:ext cx="10466" cy="603545"/>
              </a:xfrm>
              <a:prstGeom prst="rect">
                <a:avLst/>
              </a:prstGeom>
              <a:solidFill>
                <a:srgbClr val="F8D2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5" name="Rectangle 198"/>
              <p:cNvSpPr>
                <a:spLocks noChangeArrowheads="1"/>
              </p:cNvSpPr>
              <p:nvPr/>
            </p:nvSpPr>
            <p:spPr bwMode="auto">
              <a:xfrm>
                <a:off x="2627908" y="5004062"/>
                <a:ext cx="19188" cy="603545"/>
              </a:xfrm>
              <a:prstGeom prst="rect">
                <a:avLst/>
              </a:prstGeom>
              <a:solidFill>
                <a:srgbClr val="F8D1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6" name="Rectangle 199"/>
              <p:cNvSpPr>
                <a:spLocks noChangeArrowheads="1"/>
              </p:cNvSpPr>
              <p:nvPr/>
            </p:nvSpPr>
            <p:spPr bwMode="auto">
              <a:xfrm>
                <a:off x="2647096" y="5004062"/>
                <a:ext cx="10466" cy="603545"/>
              </a:xfrm>
              <a:prstGeom prst="rect">
                <a:avLst/>
              </a:prstGeom>
              <a:solidFill>
                <a:srgbClr val="F8D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7" name="Rectangle 200"/>
              <p:cNvSpPr>
                <a:spLocks noChangeArrowheads="1"/>
              </p:cNvSpPr>
              <p:nvPr/>
            </p:nvSpPr>
            <p:spPr bwMode="auto">
              <a:xfrm>
                <a:off x="2657562" y="5004062"/>
                <a:ext cx="10466" cy="603545"/>
              </a:xfrm>
              <a:prstGeom prst="rect">
                <a:avLst/>
              </a:prstGeom>
              <a:solidFill>
                <a:srgbClr val="F8C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8" name="Rectangle 201"/>
              <p:cNvSpPr>
                <a:spLocks noChangeArrowheads="1"/>
              </p:cNvSpPr>
              <p:nvPr/>
            </p:nvSpPr>
            <p:spPr bwMode="auto">
              <a:xfrm>
                <a:off x="2668028" y="5004062"/>
                <a:ext cx="20932" cy="603545"/>
              </a:xfrm>
              <a:prstGeom prst="rect">
                <a:avLst/>
              </a:prstGeom>
              <a:solidFill>
                <a:srgbClr val="F7C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29" name="Rectangle 202"/>
              <p:cNvSpPr>
                <a:spLocks noChangeArrowheads="1"/>
              </p:cNvSpPr>
              <p:nvPr/>
            </p:nvSpPr>
            <p:spPr bwMode="auto">
              <a:xfrm>
                <a:off x="2688960" y="5004062"/>
                <a:ext cx="10466" cy="603545"/>
              </a:xfrm>
              <a:prstGeom prst="rect">
                <a:avLst/>
              </a:prstGeom>
              <a:solidFill>
                <a:srgbClr val="F7C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0" name="Rectangle 203"/>
              <p:cNvSpPr>
                <a:spLocks noChangeArrowheads="1"/>
              </p:cNvSpPr>
              <p:nvPr/>
            </p:nvSpPr>
            <p:spPr bwMode="auto">
              <a:xfrm>
                <a:off x="2699426" y="5004062"/>
                <a:ext cx="10466" cy="603545"/>
              </a:xfrm>
              <a:prstGeom prst="rect">
                <a:avLst/>
              </a:prstGeom>
              <a:solidFill>
                <a:srgbClr val="F6C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1" name="Rectangle 204"/>
              <p:cNvSpPr>
                <a:spLocks noChangeArrowheads="1"/>
              </p:cNvSpPr>
              <p:nvPr/>
            </p:nvSpPr>
            <p:spPr bwMode="auto">
              <a:xfrm>
                <a:off x="2709892" y="5004062"/>
                <a:ext cx="19188" cy="603545"/>
              </a:xfrm>
              <a:prstGeom prst="rect">
                <a:avLst/>
              </a:prstGeom>
              <a:solidFill>
                <a:srgbClr val="F6CB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2" name="Rectangle 206"/>
              <p:cNvSpPr>
                <a:spLocks noChangeArrowheads="1"/>
              </p:cNvSpPr>
              <p:nvPr/>
            </p:nvSpPr>
            <p:spPr bwMode="auto">
              <a:xfrm>
                <a:off x="2729080" y="5004062"/>
                <a:ext cx="10466" cy="603545"/>
              </a:xfrm>
              <a:prstGeom prst="rect">
                <a:avLst/>
              </a:prstGeom>
              <a:solidFill>
                <a:srgbClr val="F6CA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3" name="Rectangle 207"/>
              <p:cNvSpPr>
                <a:spLocks noChangeArrowheads="1"/>
              </p:cNvSpPr>
              <p:nvPr/>
            </p:nvSpPr>
            <p:spPr bwMode="auto">
              <a:xfrm>
                <a:off x="2739546" y="5004062"/>
                <a:ext cx="10466" cy="603545"/>
              </a:xfrm>
              <a:prstGeom prst="rect">
                <a:avLst/>
              </a:prstGeom>
              <a:solidFill>
                <a:srgbClr val="F5C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4" name="Rectangle 208"/>
              <p:cNvSpPr>
                <a:spLocks noChangeArrowheads="1"/>
              </p:cNvSpPr>
              <p:nvPr/>
            </p:nvSpPr>
            <p:spPr bwMode="auto">
              <a:xfrm>
                <a:off x="2750013" y="5004062"/>
                <a:ext cx="20932" cy="603545"/>
              </a:xfrm>
              <a:prstGeom prst="rect">
                <a:avLst/>
              </a:prstGeom>
              <a:solidFill>
                <a:srgbClr val="F5C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5" name="Rectangle 209"/>
              <p:cNvSpPr>
                <a:spLocks noChangeArrowheads="1"/>
              </p:cNvSpPr>
              <p:nvPr/>
            </p:nvSpPr>
            <p:spPr bwMode="auto">
              <a:xfrm>
                <a:off x="2770945" y="5004062"/>
                <a:ext cx="10466" cy="603545"/>
              </a:xfrm>
              <a:prstGeom prst="rect">
                <a:avLst/>
              </a:prstGeom>
              <a:solidFill>
                <a:srgbClr val="F4C7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6" name="Rectangle 210"/>
              <p:cNvSpPr>
                <a:spLocks noChangeArrowheads="1"/>
              </p:cNvSpPr>
              <p:nvPr/>
            </p:nvSpPr>
            <p:spPr bwMode="auto">
              <a:xfrm>
                <a:off x="2781411" y="5004062"/>
                <a:ext cx="10466" cy="603545"/>
              </a:xfrm>
              <a:prstGeom prst="rect">
                <a:avLst/>
              </a:prstGeom>
              <a:solidFill>
                <a:srgbClr val="F4C6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7" name="Rectangle 211"/>
              <p:cNvSpPr>
                <a:spLocks noChangeArrowheads="1"/>
              </p:cNvSpPr>
              <p:nvPr/>
            </p:nvSpPr>
            <p:spPr bwMode="auto">
              <a:xfrm>
                <a:off x="2791877" y="5004062"/>
                <a:ext cx="8722" cy="603545"/>
              </a:xfrm>
              <a:prstGeom prst="rect">
                <a:avLst/>
              </a:prstGeom>
              <a:solidFill>
                <a:srgbClr val="F4C6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8" name="Rectangle 212"/>
              <p:cNvSpPr>
                <a:spLocks noChangeArrowheads="1"/>
              </p:cNvSpPr>
              <p:nvPr/>
            </p:nvSpPr>
            <p:spPr bwMode="auto">
              <a:xfrm>
                <a:off x="2800599" y="5004062"/>
                <a:ext cx="10466" cy="603545"/>
              </a:xfrm>
              <a:prstGeom prst="rect">
                <a:avLst/>
              </a:prstGeom>
              <a:solidFill>
                <a:srgbClr val="F4C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39" name="Rectangle 213"/>
              <p:cNvSpPr>
                <a:spLocks noChangeArrowheads="1"/>
              </p:cNvSpPr>
              <p:nvPr/>
            </p:nvSpPr>
            <p:spPr bwMode="auto">
              <a:xfrm>
                <a:off x="2811065" y="5004062"/>
                <a:ext cx="10466" cy="603545"/>
              </a:xfrm>
              <a:prstGeom prst="rect">
                <a:avLst/>
              </a:prstGeom>
              <a:solidFill>
                <a:srgbClr val="F3C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0" name="Rectangle 214"/>
              <p:cNvSpPr>
                <a:spLocks noChangeArrowheads="1"/>
              </p:cNvSpPr>
              <p:nvPr/>
            </p:nvSpPr>
            <p:spPr bwMode="auto">
              <a:xfrm>
                <a:off x="2821531" y="5004062"/>
                <a:ext cx="10466" cy="603545"/>
              </a:xfrm>
              <a:prstGeom prst="rect">
                <a:avLst/>
              </a:prstGeom>
              <a:solidFill>
                <a:srgbClr val="F3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1" name="Rectangle 215"/>
              <p:cNvSpPr>
                <a:spLocks noChangeArrowheads="1"/>
              </p:cNvSpPr>
              <p:nvPr/>
            </p:nvSpPr>
            <p:spPr bwMode="auto">
              <a:xfrm>
                <a:off x="2831997" y="5004062"/>
                <a:ext cx="10466" cy="603545"/>
              </a:xfrm>
              <a:prstGeom prst="rect">
                <a:avLst/>
              </a:prstGeom>
              <a:solidFill>
                <a:srgbClr val="F3C3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2" name="Rectangle 216"/>
              <p:cNvSpPr>
                <a:spLocks noChangeArrowheads="1"/>
              </p:cNvSpPr>
              <p:nvPr/>
            </p:nvSpPr>
            <p:spPr bwMode="auto">
              <a:xfrm>
                <a:off x="2842463" y="5004062"/>
                <a:ext cx="10466" cy="603545"/>
              </a:xfrm>
              <a:prstGeom prst="rect">
                <a:avLst/>
              </a:prstGeom>
              <a:solidFill>
                <a:srgbClr val="F2C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3" name="Rectangle 217"/>
              <p:cNvSpPr>
                <a:spLocks noChangeArrowheads="1"/>
              </p:cNvSpPr>
              <p:nvPr/>
            </p:nvSpPr>
            <p:spPr bwMode="auto">
              <a:xfrm>
                <a:off x="2852929" y="5004062"/>
                <a:ext cx="10466" cy="603545"/>
              </a:xfrm>
              <a:prstGeom prst="rect">
                <a:avLst/>
              </a:prstGeom>
              <a:solidFill>
                <a:srgbClr val="F2C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4" name="Rectangle 218"/>
              <p:cNvSpPr>
                <a:spLocks noChangeArrowheads="1"/>
              </p:cNvSpPr>
              <p:nvPr/>
            </p:nvSpPr>
            <p:spPr bwMode="auto">
              <a:xfrm>
                <a:off x="2863395" y="5004062"/>
                <a:ext cx="10466" cy="603545"/>
              </a:xfrm>
              <a:prstGeom prst="rect">
                <a:avLst/>
              </a:prstGeom>
              <a:solidFill>
                <a:srgbClr val="F2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5" name="Rectangle 219"/>
              <p:cNvSpPr>
                <a:spLocks noChangeArrowheads="1"/>
              </p:cNvSpPr>
              <p:nvPr/>
            </p:nvSpPr>
            <p:spPr bwMode="auto">
              <a:xfrm>
                <a:off x="2873862" y="5004062"/>
                <a:ext cx="8722" cy="603545"/>
              </a:xfrm>
              <a:prstGeom prst="rect">
                <a:avLst/>
              </a:prstGeom>
              <a:solidFill>
                <a:srgbClr val="F1C0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6" name="Rectangle 220"/>
              <p:cNvSpPr>
                <a:spLocks noChangeArrowheads="1"/>
              </p:cNvSpPr>
              <p:nvPr/>
            </p:nvSpPr>
            <p:spPr bwMode="auto">
              <a:xfrm>
                <a:off x="2882583" y="5004062"/>
                <a:ext cx="10466" cy="603545"/>
              </a:xfrm>
              <a:prstGeom prst="rect">
                <a:avLst/>
              </a:prstGeom>
              <a:solidFill>
                <a:srgbClr val="F1BF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7" name="Rectangle 221"/>
              <p:cNvSpPr>
                <a:spLocks noChangeArrowheads="1"/>
              </p:cNvSpPr>
              <p:nvPr/>
            </p:nvSpPr>
            <p:spPr bwMode="auto">
              <a:xfrm>
                <a:off x="2893049" y="5004062"/>
                <a:ext cx="10466" cy="603545"/>
              </a:xfrm>
              <a:prstGeom prst="rect">
                <a:avLst/>
              </a:prstGeom>
              <a:solidFill>
                <a:srgbClr val="F1BE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8" name="Rectangle 222"/>
              <p:cNvSpPr>
                <a:spLocks noChangeArrowheads="1"/>
              </p:cNvSpPr>
              <p:nvPr/>
            </p:nvSpPr>
            <p:spPr bwMode="auto">
              <a:xfrm>
                <a:off x="2903516" y="5004062"/>
                <a:ext cx="10466" cy="603545"/>
              </a:xfrm>
              <a:prstGeom prst="rect">
                <a:avLst/>
              </a:prstGeom>
              <a:solidFill>
                <a:srgbClr val="F1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49" name="Rectangle 223"/>
              <p:cNvSpPr>
                <a:spLocks noChangeArrowheads="1"/>
              </p:cNvSpPr>
              <p:nvPr/>
            </p:nvSpPr>
            <p:spPr bwMode="auto">
              <a:xfrm>
                <a:off x="2913982" y="5004062"/>
                <a:ext cx="10466" cy="603545"/>
              </a:xfrm>
              <a:prstGeom prst="rect">
                <a:avLst/>
              </a:prstGeom>
              <a:solidFill>
                <a:srgbClr val="F0B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0" name="Rectangle 224"/>
              <p:cNvSpPr>
                <a:spLocks noChangeArrowheads="1"/>
              </p:cNvSpPr>
              <p:nvPr/>
            </p:nvSpPr>
            <p:spPr bwMode="auto">
              <a:xfrm>
                <a:off x="1808063" y="500406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1" name="Rectangle 225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2" name="Rectangle 226"/>
              <p:cNvSpPr>
                <a:spLocks noChangeArrowheads="1"/>
              </p:cNvSpPr>
              <p:nvPr/>
            </p:nvSpPr>
            <p:spPr bwMode="auto">
              <a:xfrm>
                <a:off x="2770945" y="5054648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3" name="Rectangle 227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4" name="Rectangle 228"/>
              <p:cNvSpPr>
                <a:spLocks noChangeArrowheads="1"/>
              </p:cNvSpPr>
              <p:nvPr/>
            </p:nvSpPr>
            <p:spPr bwMode="auto">
              <a:xfrm>
                <a:off x="2739546" y="5075580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5" name="Rectangle 229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solidFill>
                <a:srgbClr val="FFE4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6" name="Rectangle 230"/>
              <p:cNvSpPr>
                <a:spLocks noChangeArrowheads="1"/>
              </p:cNvSpPr>
              <p:nvPr/>
            </p:nvSpPr>
            <p:spPr bwMode="auto">
              <a:xfrm>
                <a:off x="2739546" y="5147099"/>
                <a:ext cx="61052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757" name="Rectangle 231"/>
              <p:cNvSpPr>
                <a:spLocks noChangeArrowheads="1"/>
              </p:cNvSpPr>
              <p:nvPr/>
            </p:nvSpPr>
            <p:spPr bwMode="auto">
              <a:xfrm>
                <a:off x="2102858" y="5293624"/>
                <a:ext cx="596568" cy="13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Component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58" name="Rectangle 65"/>
              <p:cNvSpPr>
                <a:spLocks noChangeArrowheads="1"/>
              </p:cNvSpPr>
              <p:nvPr/>
            </p:nvSpPr>
            <p:spPr bwMode="auto">
              <a:xfrm>
                <a:off x="1941159" y="5133115"/>
                <a:ext cx="702115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dirty="0">
                    <a:solidFill>
                      <a:srgbClr val="000000"/>
                    </a:solidFill>
                  </a:rPr>
                  <a:t>&lt;&lt;Variability&gt;</a:t>
                </a:r>
                <a:endParaRPr kumimoji="0" lang="ko-KR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cxnSp>
          <p:nvCxnSpPr>
            <p:cNvPr id="759" name="직선 연결선 758"/>
            <p:cNvCxnSpPr>
              <a:stCxn id="699" idx="4"/>
              <a:endCxn id="750" idx="0"/>
            </p:cNvCxnSpPr>
            <p:nvPr/>
          </p:nvCxnSpPr>
          <p:spPr>
            <a:xfrm>
              <a:off x="2484652" y="5231845"/>
              <a:ext cx="3645" cy="1422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직선 연결선 759"/>
            <p:cNvCxnSpPr>
              <a:stCxn id="636" idx="2"/>
              <a:endCxn id="699" idx="0"/>
            </p:cNvCxnSpPr>
            <p:nvPr/>
          </p:nvCxnSpPr>
          <p:spPr>
            <a:xfrm>
              <a:off x="2481007" y="4931423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1" name="Oval 347"/>
            <p:cNvSpPr>
              <a:spLocks noChangeArrowheads="1"/>
            </p:cNvSpPr>
            <p:nvPr/>
          </p:nvSpPr>
          <p:spPr bwMode="auto">
            <a:xfrm>
              <a:off x="2412977" y="4042047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762" name="Freeform 367"/>
            <p:cNvSpPr>
              <a:spLocks/>
            </p:cNvSpPr>
            <p:nvPr/>
          </p:nvSpPr>
          <p:spPr bwMode="auto">
            <a:xfrm rot="16200000">
              <a:off x="2428676" y="3956168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763" name="직선 연결선 762"/>
            <p:cNvCxnSpPr>
              <a:stCxn id="761" idx="4"/>
              <a:endCxn id="635" idx="0"/>
            </p:cNvCxnSpPr>
            <p:nvPr/>
          </p:nvCxnSpPr>
          <p:spPr>
            <a:xfrm>
              <a:off x="2480135" y="4174617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직선 연결선 763"/>
            <p:cNvCxnSpPr>
              <a:endCxn id="761" idx="0"/>
            </p:cNvCxnSpPr>
            <p:nvPr/>
          </p:nvCxnSpPr>
          <p:spPr>
            <a:xfrm>
              <a:off x="2476490" y="3874195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0" name="그룹 889"/>
            <p:cNvGrpSpPr/>
            <p:nvPr/>
          </p:nvGrpSpPr>
          <p:grpSpPr>
            <a:xfrm>
              <a:off x="4845847" y="4292597"/>
              <a:ext cx="1147783" cy="633199"/>
              <a:chOff x="3466941" y="5014528"/>
              <a:chExt cx="1147783" cy="633199"/>
            </a:xfrm>
          </p:grpSpPr>
          <p:sp>
            <p:nvSpPr>
              <p:cNvPr id="891" name="Rectangle 67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2" name="Rectangle 68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3" name="Rectangle 69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573891" cy="60354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4" name="Rectangle 70"/>
              <p:cNvSpPr>
                <a:spLocks noChangeArrowheads="1"/>
              </p:cNvSpPr>
              <p:nvPr/>
            </p:nvSpPr>
            <p:spPr bwMode="auto">
              <a:xfrm>
                <a:off x="4040832" y="5014528"/>
                <a:ext cx="10466" cy="603545"/>
              </a:xfrm>
              <a:prstGeom prst="rect">
                <a:avLst/>
              </a:prstGeom>
              <a:solidFill>
                <a:srgbClr val="CBF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5" name="Rectangle 71"/>
              <p:cNvSpPr>
                <a:spLocks noChangeArrowheads="1"/>
              </p:cNvSpPr>
              <p:nvPr/>
            </p:nvSpPr>
            <p:spPr bwMode="auto">
              <a:xfrm>
                <a:off x="4051298" y="5014528"/>
                <a:ext cx="10466" cy="603545"/>
              </a:xfrm>
              <a:prstGeom prst="rect">
                <a:avLst/>
              </a:prstGeom>
              <a:solidFill>
                <a:srgbClr val="CAF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6" name="Rectangle 72"/>
              <p:cNvSpPr>
                <a:spLocks noChangeArrowheads="1"/>
              </p:cNvSpPr>
              <p:nvPr/>
            </p:nvSpPr>
            <p:spPr bwMode="auto">
              <a:xfrm>
                <a:off x="4061765" y="5014528"/>
                <a:ext cx="19188" cy="603545"/>
              </a:xfrm>
              <a:prstGeom prst="rect">
                <a:avLst/>
              </a:prstGeom>
              <a:solidFill>
                <a:srgbClr val="C9FE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7" name="Rectangle 73"/>
              <p:cNvSpPr>
                <a:spLocks noChangeArrowheads="1"/>
              </p:cNvSpPr>
              <p:nvPr/>
            </p:nvSpPr>
            <p:spPr bwMode="auto">
              <a:xfrm>
                <a:off x="4080952" y="5014528"/>
                <a:ext cx="10466" cy="603545"/>
              </a:xfrm>
              <a:prstGeom prst="rect">
                <a:avLst/>
              </a:prstGeom>
              <a:solidFill>
                <a:srgbClr val="C8F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8" name="Rectangle 74"/>
              <p:cNvSpPr>
                <a:spLocks noChangeArrowheads="1"/>
              </p:cNvSpPr>
              <p:nvPr/>
            </p:nvSpPr>
            <p:spPr bwMode="auto">
              <a:xfrm>
                <a:off x="4091418" y="5014528"/>
                <a:ext cx="20932" cy="603545"/>
              </a:xfrm>
              <a:prstGeom prst="rect">
                <a:avLst/>
              </a:prstGeom>
              <a:solidFill>
                <a:srgbClr val="C7FD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899" name="Rectangle 75"/>
              <p:cNvSpPr>
                <a:spLocks noChangeArrowheads="1"/>
              </p:cNvSpPr>
              <p:nvPr/>
            </p:nvSpPr>
            <p:spPr bwMode="auto">
              <a:xfrm>
                <a:off x="4112351" y="5014528"/>
                <a:ext cx="10466" cy="603545"/>
              </a:xfrm>
              <a:prstGeom prst="rect">
                <a:avLst/>
              </a:prstGeom>
              <a:solidFill>
                <a:srgbClr val="C6F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0" name="Rectangle 76"/>
              <p:cNvSpPr>
                <a:spLocks noChangeArrowheads="1"/>
              </p:cNvSpPr>
              <p:nvPr/>
            </p:nvSpPr>
            <p:spPr bwMode="auto">
              <a:xfrm>
                <a:off x="4122817" y="5014528"/>
                <a:ext cx="10466" cy="603545"/>
              </a:xfrm>
              <a:prstGeom prst="rect">
                <a:avLst/>
              </a:prstGeom>
              <a:solidFill>
                <a:srgbClr val="C5F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1" name="Rectangle 77"/>
              <p:cNvSpPr>
                <a:spLocks noChangeArrowheads="1"/>
              </p:cNvSpPr>
              <p:nvPr/>
            </p:nvSpPr>
            <p:spPr bwMode="auto">
              <a:xfrm>
                <a:off x="4133283" y="5014528"/>
                <a:ext cx="20932" cy="603545"/>
              </a:xfrm>
              <a:prstGeom prst="rect">
                <a:avLst/>
              </a:prstGeom>
              <a:solidFill>
                <a:srgbClr val="C4FC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2" name="Rectangle 78"/>
              <p:cNvSpPr>
                <a:spLocks noChangeArrowheads="1"/>
              </p:cNvSpPr>
              <p:nvPr/>
            </p:nvSpPr>
            <p:spPr bwMode="auto">
              <a:xfrm>
                <a:off x="4154215" y="5014528"/>
                <a:ext cx="8722" cy="603545"/>
              </a:xfrm>
              <a:prstGeom prst="rect">
                <a:avLst/>
              </a:prstGeom>
              <a:solidFill>
                <a:srgbClr val="C3FB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3" name="Rectangle 79"/>
              <p:cNvSpPr>
                <a:spLocks noChangeArrowheads="1"/>
              </p:cNvSpPr>
              <p:nvPr/>
            </p:nvSpPr>
            <p:spPr bwMode="auto">
              <a:xfrm>
                <a:off x="4162937" y="5014528"/>
                <a:ext cx="10466" cy="603545"/>
              </a:xfrm>
              <a:prstGeom prst="rect">
                <a:avLst/>
              </a:prstGeom>
              <a:solidFill>
                <a:srgbClr val="C2FB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4" name="Rectangle 80"/>
              <p:cNvSpPr>
                <a:spLocks noChangeArrowheads="1"/>
              </p:cNvSpPr>
              <p:nvPr/>
            </p:nvSpPr>
            <p:spPr bwMode="auto">
              <a:xfrm>
                <a:off x="4173403" y="5014528"/>
                <a:ext cx="10466" cy="603545"/>
              </a:xfrm>
              <a:prstGeom prst="rect">
                <a:avLst/>
              </a:prstGeom>
              <a:solidFill>
                <a:srgbClr val="C1FB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5" name="Rectangle 81"/>
              <p:cNvSpPr>
                <a:spLocks noChangeArrowheads="1"/>
              </p:cNvSpPr>
              <p:nvPr/>
            </p:nvSpPr>
            <p:spPr bwMode="auto">
              <a:xfrm>
                <a:off x="4183869" y="5014528"/>
                <a:ext cx="10466" cy="603545"/>
              </a:xfrm>
              <a:prstGeom prst="rect">
                <a:avLst/>
              </a:prstGeom>
              <a:solidFill>
                <a:srgbClr val="C1FA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6" name="Rectangle 82"/>
              <p:cNvSpPr>
                <a:spLocks noChangeArrowheads="1"/>
              </p:cNvSpPr>
              <p:nvPr/>
            </p:nvSpPr>
            <p:spPr bwMode="auto">
              <a:xfrm>
                <a:off x="4194335" y="5014528"/>
                <a:ext cx="10466" cy="603545"/>
              </a:xfrm>
              <a:prstGeom prst="rect">
                <a:avLst/>
              </a:prstGeom>
              <a:solidFill>
                <a:srgbClr val="C0FA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7" name="Rectangle 83"/>
              <p:cNvSpPr>
                <a:spLocks noChangeArrowheads="1"/>
              </p:cNvSpPr>
              <p:nvPr/>
            </p:nvSpPr>
            <p:spPr bwMode="auto">
              <a:xfrm>
                <a:off x="4204801" y="5014528"/>
                <a:ext cx="10466" cy="603545"/>
              </a:xfrm>
              <a:prstGeom prst="rect">
                <a:avLst/>
              </a:prstGeom>
              <a:solidFill>
                <a:srgbClr val="BFF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8" name="Rectangle 84"/>
              <p:cNvSpPr>
                <a:spLocks noChangeArrowheads="1"/>
              </p:cNvSpPr>
              <p:nvPr/>
            </p:nvSpPr>
            <p:spPr bwMode="auto">
              <a:xfrm>
                <a:off x="4215267" y="5014528"/>
                <a:ext cx="10466" cy="603545"/>
              </a:xfrm>
              <a:prstGeom prst="rect">
                <a:avLst/>
              </a:prstGeom>
              <a:solidFill>
                <a:srgbClr val="BEF9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09" name="Rectangle 85"/>
              <p:cNvSpPr>
                <a:spLocks noChangeArrowheads="1"/>
              </p:cNvSpPr>
              <p:nvPr/>
            </p:nvSpPr>
            <p:spPr bwMode="auto">
              <a:xfrm>
                <a:off x="4225733" y="5014528"/>
                <a:ext cx="8722" cy="603545"/>
              </a:xfrm>
              <a:prstGeom prst="rect">
                <a:avLst/>
              </a:prstGeom>
              <a:solidFill>
                <a:srgbClr val="BEF8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0" name="Rectangle 86"/>
              <p:cNvSpPr>
                <a:spLocks noChangeArrowheads="1"/>
              </p:cNvSpPr>
              <p:nvPr/>
            </p:nvSpPr>
            <p:spPr bwMode="auto">
              <a:xfrm>
                <a:off x="4234455" y="5014528"/>
                <a:ext cx="10466" cy="603545"/>
              </a:xfrm>
              <a:prstGeom prst="rect">
                <a:avLst/>
              </a:prstGeom>
              <a:solidFill>
                <a:srgbClr val="BDF8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1" name="Rectangle 87"/>
              <p:cNvSpPr>
                <a:spLocks noChangeArrowheads="1"/>
              </p:cNvSpPr>
              <p:nvPr/>
            </p:nvSpPr>
            <p:spPr bwMode="auto">
              <a:xfrm>
                <a:off x="4244921" y="5014528"/>
                <a:ext cx="10466" cy="603545"/>
              </a:xfrm>
              <a:prstGeom prst="rect">
                <a:avLst/>
              </a:prstGeom>
              <a:solidFill>
                <a:srgbClr val="BCF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2" name="Rectangle 88"/>
              <p:cNvSpPr>
                <a:spLocks noChangeArrowheads="1"/>
              </p:cNvSpPr>
              <p:nvPr/>
            </p:nvSpPr>
            <p:spPr bwMode="auto">
              <a:xfrm>
                <a:off x="4255387" y="5014528"/>
                <a:ext cx="10466" cy="603545"/>
              </a:xfrm>
              <a:prstGeom prst="rect">
                <a:avLst/>
              </a:prstGeom>
              <a:solidFill>
                <a:srgbClr val="BCF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3" name="Rectangle 89"/>
              <p:cNvSpPr>
                <a:spLocks noChangeArrowheads="1"/>
              </p:cNvSpPr>
              <p:nvPr/>
            </p:nvSpPr>
            <p:spPr bwMode="auto">
              <a:xfrm>
                <a:off x="4265854" y="5014528"/>
                <a:ext cx="20932" cy="603545"/>
              </a:xfrm>
              <a:prstGeom prst="rect">
                <a:avLst/>
              </a:prstGeom>
              <a:solidFill>
                <a:srgbClr val="BBF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4" name="Rectangle 90"/>
              <p:cNvSpPr>
                <a:spLocks noChangeArrowheads="1"/>
              </p:cNvSpPr>
              <p:nvPr/>
            </p:nvSpPr>
            <p:spPr bwMode="auto">
              <a:xfrm>
                <a:off x="4286786" y="5014528"/>
                <a:ext cx="10466" cy="603545"/>
              </a:xfrm>
              <a:prstGeom prst="rect">
                <a:avLst/>
              </a:prstGeom>
              <a:solidFill>
                <a:srgbClr val="BAF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5" name="Rectangle 91"/>
              <p:cNvSpPr>
                <a:spLocks noChangeArrowheads="1"/>
              </p:cNvSpPr>
              <p:nvPr/>
            </p:nvSpPr>
            <p:spPr bwMode="auto">
              <a:xfrm>
                <a:off x="4297252" y="5014528"/>
                <a:ext cx="19188" cy="603545"/>
              </a:xfrm>
              <a:prstGeom prst="rect">
                <a:avLst/>
              </a:prstGeom>
              <a:solidFill>
                <a:srgbClr val="B9F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6" name="Rectangle 92"/>
              <p:cNvSpPr>
                <a:spLocks noChangeArrowheads="1"/>
              </p:cNvSpPr>
              <p:nvPr/>
            </p:nvSpPr>
            <p:spPr bwMode="auto">
              <a:xfrm>
                <a:off x="4316440" y="5014528"/>
                <a:ext cx="10466" cy="603545"/>
              </a:xfrm>
              <a:prstGeom prst="rect">
                <a:avLst/>
              </a:prstGeom>
              <a:solidFill>
                <a:srgbClr val="B8F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7" name="Rectangle 93"/>
              <p:cNvSpPr>
                <a:spLocks noChangeArrowheads="1"/>
              </p:cNvSpPr>
              <p:nvPr/>
            </p:nvSpPr>
            <p:spPr bwMode="auto">
              <a:xfrm>
                <a:off x="4326906" y="5014528"/>
                <a:ext cx="20932" cy="603545"/>
              </a:xfrm>
              <a:prstGeom prst="rect">
                <a:avLst/>
              </a:prstGeom>
              <a:solidFill>
                <a:srgbClr val="B7F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8" name="Rectangle 94"/>
              <p:cNvSpPr>
                <a:spLocks noChangeArrowheads="1"/>
              </p:cNvSpPr>
              <p:nvPr/>
            </p:nvSpPr>
            <p:spPr bwMode="auto">
              <a:xfrm>
                <a:off x="4347838" y="5014528"/>
                <a:ext cx="10466" cy="603545"/>
              </a:xfrm>
              <a:prstGeom prst="rect">
                <a:avLst/>
              </a:prstGeom>
              <a:solidFill>
                <a:srgbClr val="B6F5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19" name="Rectangle 95"/>
              <p:cNvSpPr>
                <a:spLocks noChangeArrowheads="1"/>
              </p:cNvSpPr>
              <p:nvPr/>
            </p:nvSpPr>
            <p:spPr bwMode="auto">
              <a:xfrm>
                <a:off x="4358304" y="5014528"/>
                <a:ext cx="10466" cy="603545"/>
              </a:xfrm>
              <a:prstGeom prst="rect">
                <a:avLst/>
              </a:prstGeom>
              <a:solidFill>
                <a:srgbClr val="B5F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0" name="Rectangle 96"/>
              <p:cNvSpPr>
                <a:spLocks noChangeArrowheads="1"/>
              </p:cNvSpPr>
              <p:nvPr/>
            </p:nvSpPr>
            <p:spPr bwMode="auto">
              <a:xfrm>
                <a:off x="4368770" y="5014528"/>
                <a:ext cx="20932" cy="603545"/>
              </a:xfrm>
              <a:prstGeom prst="rect">
                <a:avLst/>
              </a:prstGeom>
              <a:solidFill>
                <a:srgbClr val="B4F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1" name="Rectangle 97"/>
              <p:cNvSpPr>
                <a:spLocks noChangeArrowheads="1"/>
              </p:cNvSpPr>
              <p:nvPr/>
            </p:nvSpPr>
            <p:spPr bwMode="auto">
              <a:xfrm>
                <a:off x="4389702" y="5014528"/>
                <a:ext cx="8722" cy="603545"/>
              </a:xfrm>
              <a:prstGeom prst="rect">
                <a:avLst/>
              </a:prstGeom>
              <a:solidFill>
                <a:srgbClr val="B3F4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2" name="Rectangle 98"/>
              <p:cNvSpPr>
                <a:spLocks noChangeArrowheads="1"/>
              </p:cNvSpPr>
              <p:nvPr/>
            </p:nvSpPr>
            <p:spPr bwMode="auto">
              <a:xfrm>
                <a:off x="4398424" y="5014528"/>
                <a:ext cx="10466" cy="603545"/>
              </a:xfrm>
              <a:prstGeom prst="rect">
                <a:avLst/>
              </a:prstGeom>
              <a:solidFill>
                <a:srgbClr val="B2F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3" name="Rectangle 99"/>
              <p:cNvSpPr>
                <a:spLocks noChangeArrowheads="1"/>
              </p:cNvSpPr>
              <p:nvPr/>
            </p:nvSpPr>
            <p:spPr bwMode="auto">
              <a:xfrm>
                <a:off x="4408890" y="5014528"/>
                <a:ext cx="20932" cy="603545"/>
              </a:xfrm>
              <a:prstGeom prst="rect">
                <a:avLst/>
              </a:prstGeom>
              <a:solidFill>
                <a:srgbClr val="B1F3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4" name="Rectangle 100"/>
              <p:cNvSpPr>
                <a:spLocks noChangeArrowheads="1"/>
              </p:cNvSpPr>
              <p:nvPr/>
            </p:nvSpPr>
            <p:spPr bwMode="auto">
              <a:xfrm>
                <a:off x="4429823" y="5014528"/>
                <a:ext cx="10466" cy="603545"/>
              </a:xfrm>
              <a:prstGeom prst="rect">
                <a:avLst/>
              </a:prstGeom>
              <a:solidFill>
                <a:srgbClr val="B0F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5" name="Rectangle 101"/>
              <p:cNvSpPr>
                <a:spLocks noChangeArrowheads="1"/>
              </p:cNvSpPr>
              <p:nvPr/>
            </p:nvSpPr>
            <p:spPr bwMode="auto">
              <a:xfrm>
                <a:off x="4440289" y="5014528"/>
                <a:ext cx="20932" cy="603545"/>
              </a:xfrm>
              <a:prstGeom prst="rect">
                <a:avLst/>
              </a:prstGeom>
              <a:solidFill>
                <a:srgbClr val="AFF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6" name="Rectangle 102"/>
              <p:cNvSpPr>
                <a:spLocks noChangeArrowheads="1"/>
              </p:cNvSpPr>
              <p:nvPr/>
            </p:nvSpPr>
            <p:spPr bwMode="auto">
              <a:xfrm>
                <a:off x="4461221" y="5014528"/>
                <a:ext cx="10466" cy="603545"/>
              </a:xfrm>
              <a:prstGeom prst="rect">
                <a:avLst/>
              </a:prstGeom>
              <a:solidFill>
                <a:srgbClr val="AEF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7" name="Rectangle 103"/>
              <p:cNvSpPr>
                <a:spLocks noChangeArrowheads="1"/>
              </p:cNvSpPr>
              <p:nvPr/>
            </p:nvSpPr>
            <p:spPr bwMode="auto">
              <a:xfrm>
                <a:off x="4471687" y="5014528"/>
                <a:ext cx="8722" cy="603545"/>
              </a:xfrm>
              <a:prstGeom prst="rect">
                <a:avLst/>
              </a:prstGeom>
              <a:solidFill>
                <a:srgbClr val="ADF1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8" name="Rectangle 104"/>
              <p:cNvSpPr>
                <a:spLocks noChangeArrowheads="1"/>
              </p:cNvSpPr>
              <p:nvPr/>
            </p:nvSpPr>
            <p:spPr bwMode="auto">
              <a:xfrm>
                <a:off x="4480409" y="5014528"/>
                <a:ext cx="20932" cy="603545"/>
              </a:xfrm>
              <a:prstGeom prst="rect">
                <a:avLst/>
              </a:prstGeom>
              <a:solidFill>
                <a:srgbClr val="ACF0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29" name="Rectangle 105"/>
              <p:cNvSpPr>
                <a:spLocks noChangeArrowheads="1"/>
              </p:cNvSpPr>
              <p:nvPr/>
            </p:nvSpPr>
            <p:spPr bwMode="auto">
              <a:xfrm>
                <a:off x="4501341" y="5014528"/>
                <a:ext cx="10466" cy="603545"/>
              </a:xfrm>
              <a:prstGeom prst="rect">
                <a:avLst/>
              </a:prstGeom>
              <a:solidFill>
                <a:srgbClr val="ABF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0" name="Rectangle 106"/>
              <p:cNvSpPr>
                <a:spLocks noChangeArrowheads="1"/>
              </p:cNvSpPr>
              <p:nvPr/>
            </p:nvSpPr>
            <p:spPr bwMode="auto">
              <a:xfrm>
                <a:off x="4511807" y="5014528"/>
                <a:ext cx="10466" cy="603545"/>
              </a:xfrm>
              <a:prstGeom prst="rect">
                <a:avLst/>
              </a:prstGeom>
              <a:solidFill>
                <a:srgbClr val="AAEF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1" name="Rectangle 107"/>
              <p:cNvSpPr>
                <a:spLocks noChangeArrowheads="1"/>
              </p:cNvSpPr>
              <p:nvPr/>
            </p:nvSpPr>
            <p:spPr bwMode="auto">
              <a:xfrm>
                <a:off x="4522273" y="5014528"/>
                <a:ext cx="10466" cy="603545"/>
              </a:xfrm>
              <a:prstGeom prst="rect">
                <a:avLst/>
              </a:prstGeom>
              <a:solidFill>
                <a:srgbClr val="A9E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2" name="Rectangle 108"/>
              <p:cNvSpPr>
                <a:spLocks noChangeArrowheads="1"/>
              </p:cNvSpPr>
              <p:nvPr/>
            </p:nvSpPr>
            <p:spPr bwMode="auto">
              <a:xfrm>
                <a:off x="4532739" y="5014528"/>
                <a:ext cx="10466" cy="603545"/>
              </a:xfrm>
              <a:prstGeom prst="rect">
                <a:avLst/>
              </a:prstGeom>
              <a:solidFill>
                <a:srgbClr val="A9E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3" name="Rectangle 109"/>
              <p:cNvSpPr>
                <a:spLocks noChangeArrowheads="1"/>
              </p:cNvSpPr>
              <p:nvPr/>
            </p:nvSpPr>
            <p:spPr bwMode="auto">
              <a:xfrm>
                <a:off x="4543205" y="5014528"/>
                <a:ext cx="10466" cy="603545"/>
              </a:xfrm>
              <a:prstGeom prst="rect">
                <a:avLst/>
              </a:prstGeom>
              <a:solidFill>
                <a:srgbClr val="A8EE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4" name="Rectangle 110"/>
              <p:cNvSpPr>
                <a:spLocks noChangeArrowheads="1"/>
              </p:cNvSpPr>
              <p:nvPr/>
            </p:nvSpPr>
            <p:spPr bwMode="auto">
              <a:xfrm>
                <a:off x="4553671" y="5014528"/>
                <a:ext cx="8722" cy="603545"/>
              </a:xfrm>
              <a:prstGeom prst="rect">
                <a:avLst/>
              </a:prstGeom>
              <a:solidFill>
                <a:srgbClr val="A7EE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5" name="Rectangle 111"/>
              <p:cNvSpPr>
                <a:spLocks noChangeArrowheads="1"/>
              </p:cNvSpPr>
              <p:nvPr/>
            </p:nvSpPr>
            <p:spPr bwMode="auto">
              <a:xfrm>
                <a:off x="4562393" y="5014528"/>
                <a:ext cx="10466" cy="603545"/>
              </a:xfrm>
              <a:prstGeom prst="rect">
                <a:avLst/>
              </a:prstGeom>
              <a:solidFill>
                <a:srgbClr val="A6EE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6" name="Rectangle 112"/>
              <p:cNvSpPr>
                <a:spLocks noChangeArrowheads="1"/>
              </p:cNvSpPr>
              <p:nvPr/>
            </p:nvSpPr>
            <p:spPr bwMode="auto">
              <a:xfrm>
                <a:off x="4572859" y="5014528"/>
                <a:ext cx="10466" cy="603545"/>
              </a:xfrm>
              <a:prstGeom prst="rect">
                <a:avLst/>
              </a:prstGeom>
              <a:solidFill>
                <a:srgbClr val="A6ED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7" name="Rectangle 113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8" name="Rectangle 114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39" name="Rectangle 115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0" name="Rectangle 116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1" name="Rectangle 117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2" name="Rectangle 118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3" name="Rectangle 119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4" name="Rectangle 120"/>
              <p:cNvSpPr>
                <a:spLocks noChangeArrowheads="1"/>
              </p:cNvSpPr>
              <p:nvPr/>
            </p:nvSpPr>
            <p:spPr bwMode="auto">
              <a:xfrm>
                <a:off x="3702428" y="5201375"/>
                <a:ext cx="64120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Component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9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Scheduler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45" name="그룹 944"/>
            <p:cNvGrpSpPr/>
            <p:nvPr/>
          </p:nvGrpSpPr>
          <p:grpSpPr>
            <a:xfrm>
              <a:off x="3520459" y="4299096"/>
              <a:ext cx="1147783" cy="633199"/>
              <a:chOff x="3466941" y="5014528"/>
              <a:chExt cx="1147783" cy="633199"/>
            </a:xfrm>
          </p:grpSpPr>
          <p:sp>
            <p:nvSpPr>
              <p:cNvPr id="946" name="Rectangle 67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7" name="Rectangle 68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8" name="Rectangle 69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573891" cy="60354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49" name="Rectangle 70"/>
              <p:cNvSpPr>
                <a:spLocks noChangeArrowheads="1"/>
              </p:cNvSpPr>
              <p:nvPr/>
            </p:nvSpPr>
            <p:spPr bwMode="auto">
              <a:xfrm>
                <a:off x="4040832" y="5014528"/>
                <a:ext cx="10466" cy="603545"/>
              </a:xfrm>
              <a:prstGeom prst="rect">
                <a:avLst/>
              </a:prstGeom>
              <a:solidFill>
                <a:srgbClr val="CBF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0" name="Rectangle 71"/>
              <p:cNvSpPr>
                <a:spLocks noChangeArrowheads="1"/>
              </p:cNvSpPr>
              <p:nvPr/>
            </p:nvSpPr>
            <p:spPr bwMode="auto">
              <a:xfrm>
                <a:off x="4051298" y="5014528"/>
                <a:ext cx="10466" cy="603545"/>
              </a:xfrm>
              <a:prstGeom prst="rect">
                <a:avLst/>
              </a:prstGeom>
              <a:solidFill>
                <a:srgbClr val="CAF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1" name="Rectangle 72"/>
              <p:cNvSpPr>
                <a:spLocks noChangeArrowheads="1"/>
              </p:cNvSpPr>
              <p:nvPr/>
            </p:nvSpPr>
            <p:spPr bwMode="auto">
              <a:xfrm>
                <a:off x="4061765" y="5014528"/>
                <a:ext cx="19188" cy="603545"/>
              </a:xfrm>
              <a:prstGeom prst="rect">
                <a:avLst/>
              </a:prstGeom>
              <a:solidFill>
                <a:srgbClr val="C9FE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2" name="Rectangle 73"/>
              <p:cNvSpPr>
                <a:spLocks noChangeArrowheads="1"/>
              </p:cNvSpPr>
              <p:nvPr/>
            </p:nvSpPr>
            <p:spPr bwMode="auto">
              <a:xfrm>
                <a:off x="4080952" y="5014528"/>
                <a:ext cx="10466" cy="603545"/>
              </a:xfrm>
              <a:prstGeom prst="rect">
                <a:avLst/>
              </a:prstGeom>
              <a:solidFill>
                <a:srgbClr val="C8F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3" name="Rectangle 74"/>
              <p:cNvSpPr>
                <a:spLocks noChangeArrowheads="1"/>
              </p:cNvSpPr>
              <p:nvPr/>
            </p:nvSpPr>
            <p:spPr bwMode="auto">
              <a:xfrm>
                <a:off x="4091418" y="5014528"/>
                <a:ext cx="20932" cy="603545"/>
              </a:xfrm>
              <a:prstGeom prst="rect">
                <a:avLst/>
              </a:prstGeom>
              <a:solidFill>
                <a:srgbClr val="C7FD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4" name="Rectangle 75"/>
              <p:cNvSpPr>
                <a:spLocks noChangeArrowheads="1"/>
              </p:cNvSpPr>
              <p:nvPr/>
            </p:nvSpPr>
            <p:spPr bwMode="auto">
              <a:xfrm>
                <a:off x="4112351" y="5014528"/>
                <a:ext cx="10466" cy="603545"/>
              </a:xfrm>
              <a:prstGeom prst="rect">
                <a:avLst/>
              </a:prstGeom>
              <a:solidFill>
                <a:srgbClr val="C6F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5" name="Rectangle 76"/>
              <p:cNvSpPr>
                <a:spLocks noChangeArrowheads="1"/>
              </p:cNvSpPr>
              <p:nvPr/>
            </p:nvSpPr>
            <p:spPr bwMode="auto">
              <a:xfrm>
                <a:off x="4122817" y="5014528"/>
                <a:ext cx="10466" cy="603545"/>
              </a:xfrm>
              <a:prstGeom prst="rect">
                <a:avLst/>
              </a:prstGeom>
              <a:solidFill>
                <a:srgbClr val="C5F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6" name="Rectangle 77"/>
              <p:cNvSpPr>
                <a:spLocks noChangeArrowheads="1"/>
              </p:cNvSpPr>
              <p:nvPr/>
            </p:nvSpPr>
            <p:spPr bwMode="auto">
              <a:xfrm>
                <a:off x="4133283" y="5014528"/>
                <a:ext cx="20932" cy="603545"/>
              </a:xfrm>
              <a:prstGeom prst="rect">
                <a:avLst/>
              </a:prstGeom>
              <a:solidFill>
                <a:srgbClr val="C4FC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7" name="Rectangle 78"/>
              <p:cNvSpPr>
                <a:spLocks noChangeArrowheads="1"/>
              </p:cNvSpPr>
              <p:nvPr/>
            </p:nvSpPr>
            <p:spPr bwMode="auto">
              <a:xfrm>
                <a:off x="4154215" y="5014528"/>
                <a:ext cx="8722" cy="603545"/>
              </a:xfrm>
              <a:prstGeom prst="rect">
                <a:avLst/>
              </a:prstGeom>
              <a:solidFill>
                <a:srgbClr val="C3FB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8" name="Rectangle 79"/>
              <p:cNvSpPr>
                <a:spLocks noChangeArrowheads="1"/>
              </p:cNvSpPr>
              <p:nvPr/>
            </p:nvSpPr>
            <p:spPr bwMode="auto">
              <a:xfrm>
                <a:off x="4162937" y="5014528"/>
                <a:ext cx="10466" cy="603545"/>
              </a:xfrm>
              <a:prstGeom prst="rect">
                <a:avLst/>
              </a:prstGeom>
              <a:solidFill>
                <a:srgbClr val="C2FB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59" name="Rectangle 80"/>
              <p:cNvSpPr>
                <a:spLocks noChangeArrowheads="1"/>
              </p:cNvSpPr>
              <p:nvPr/>
            </p:nvSpPr>
            <p:spPr bwMode="auto">
              <a:xfrm>
                <a:off x="4173403" y="5014528"/>
                <a:ext cx="10466" cy="603545"/>
              </a:xfrm>
              <a:prstGeom prst="rect">
                <a:avLst/>
              </a:prstGeom>
              <a:solidFill>
                <a:srgbClr val="C1FB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0" name="Rectangle 81"/>
              <p:cNvSpPr>
                <a:spLocks noChangeArrowheads="1"/>
              </p:cNvSpPr>
              <p:nvPr/>
            </p:nvSpPr>
            <p:spPr bwMode="auto">
              <a:xfrm>
                <a:off x="4183869" y="5014528"/>
                <a:ext cx="10466" cy="603545"/>
              </a:xfrm>
              <a:prstGeom prst="rect">
                <a:avLst/>
              </a:prstGeom>
              <a:solidFill>
                <a:srgbClr val="C1FA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1" name="Rectangle 82"/>
              <p:cNvSpPr>
                <a:spLocks noChangeArrowheads="1"/>
              </p:cNvSpPr>
              <p:nvPr/>
            </p:nvSpPr>
            <p:spPr bwMode="auto">
              <a:xfrm>
                <a:off x="4194335" y="5014528"/>
                <a:ext cx="10466" cy="603545"/>
              </a:xfrm>
              <a:prstGeom prst="rect">
                <a:avLst/>
              </a:prstGeom>
              <a:solidFill>
                <a:srgbClr val="C0FA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2" name="Rectangle 83"/>
              <p:cNvSpPr>
                <a:spLocks noChangeArrowheads="1"/>
              </p:cNvSpPr>
              <p:nvPr/>
            </p:nvSpPr>
            <p:spPr bwMode="auto">
              <a:xfrm>
                <a:off x="4204801" y="5014528"/>
                <a:ext cx="10466" cy="603545"/>
              </a:xfrm>
              <a:prstGeom prst="rect">
                <a:avLst/>
              </a:prstGeom>
              <a:solidFill>
                <a:srgbClr val="BFF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3" name="Rectangle 84"/>
              <p:cNvSpPr>
                <a:spLocks noChangeArrowheads="1"/>
              </p:cNvSpPr>
              <p:nvPr/>
            </p:nvSpPr>
            <p:spPr bwMode="auto">
              <a:xfrm>
                <a:off x="4215267" y="5014528"/>
                <a:ext cx="10466" cy="603545"/>
              </a:xfrm>
              <a:prstGeom prst="rect">
                <a:avLst/>
              </a:prstGeom>
              <a:solidFill>
                <a:srgbClr val="BEF9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4" name="Rectangle 85"/>
              <p:cNvSpPr>
                <a:spLocks noChangeArrowheads="1"/>
              </p:cNvSpPr>
              <p:nvPr/>
            </p:nvSpPr>
            <p:spPr bwMode="auto">
              <a:xfrm>
                <a:off x="4225733" y="5014528"/>
                <a:ext cx="8722" cy="603545"/>
              </a:xfrm>
              <a:prstGeom prst="rect">
                <a:avLst/>
              </a:prstGeom>
              <a:solidFill>
                <a:srgbClr val="BEF8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5" name="Rectangle 86"/>
              <p:cNvSpPr>
                <a:spLocks noChangeArrowheads="1"/>
              </p:cNvSpPr>
              <p:nvPr/>
            </p:nvSpPr>
            <p:spPr bwMode="auto">
              <a:xfrm>
                <a:off x="4234455" y="5014528"/>
                <a:ext cx="10466" cy="603545"/>
              </a:xfrm>
              <a:prstGeom prst="rect">
                <a:avLst/>
              </a:prstGeom>
              <a:solidFill>
                <a:srgbClr val="BDF8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6" name="Rectangle 87"/>
              <p:cNvSpPr>
                <a:spLocks noChangeArrowheads="1"/>
              </p:cNvSpPr>
              <p:nvPr/>
            </p:nvSpPr>
            <p:spPr bwMode="auto">
              <a:xfrm>
                <a:off x="4244921" y="5014528"/>
                <a:ext cx="10466" cy="603545"/>
              </a:xfrm>
              <a:prstGeom prst="rect">
                <a:avLst/>
              </a:prstGeom>
              <a:solidFill>
                <a:srgbClr val="BCF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7" name="Rectangle 88"/>
              <p:cNvSpPr>
                <a:spLocks noChangeArrowheads="1"/>
              </p:cNvSpPr>
              <p:nvPr/>
            </p:nvSpPr>
            <p:spPr bwMode="auto">
              <a:xfrm>
                <a:off x="4255387" y="5014528"/>
                <a:ext cx="10466" cy="603545"/>
              </a:xfrm>
              <a:prstGeom prst="rect">
                <a:avLst/>
              </a:prstGeom>
              <a:solidFill>
                <a:srgbClr val="BCF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8" name="Rectangle 89"/>
              <p:cNvSpPr>
                <a:spLocks noChangeArrowheads="1"/>
              </p:cNvSpPr>
              <p:nvPr/>
            </p:nvSpPr>
            <p:spPr bwMode="auto">
              <a:xfrm>
                <a:off x="4265854" y="5014528"/>
                <a:ext cx="20932" cy="603545"/>
              </a:xfrm>
              <a:prstGeom prst="rect">
                <a:avLst/>
              </a:prstGeom>
              <a:solidFill>
                <a:srgbClr val="BBF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69" name="Rectangle 90"/>
              <p:cNvSpPr>
                <a:spLocks noChangeArrowheads="1"/>
              </p:cNvSpPr>
              <p:nvPr/>
            </p:nvSpPr>
            <p:spPr bwMode="auto">
              <a:xfrm>
                <a:off x="4286786" y="5014528"/>
                <a:ext cx="10466" cy="603545"/>
              </a:xfrm>
              <a:prstGeom prst="rect">
                <a:avLst/>
              </a:prstGeom>
              <a:solidFill>
                <a:srgbClr val="BAF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0" name="Rectangle 91"/>
              <p:cNvSpPr>
                <a:spLocks noChangeArrowheads="1"/>
              </p:cNvSpPr>
              <p:nvPr/>
            </p:nvSpPr>
            <p:spPr bwMode="auto">
              <a:xfrm>
                <a:off x="4297252" y="5014528"/>
                <a:ext cx="19188" cy="603545"/>
              </a:xfrm>
              <a:prstGeom prst="rect">
                <a:avLst/>
              </a:prstGeom>
              <a:solidFill>
                <a:srgbClr val="B9F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1" name="Rectangle 92"/>
              <p:cNvSpPr>
                <a:spLocks noChangeArrowheads="1"/>
              </p:cNvSpPr>
              <p:nvPr/>
            </p:nvSpPr>
            <p:spPr bwMode="auto">
              <a:xfrm>
                <a:off x="4316440" y="5014528"/>
                <a:ext cx="10466" cy="603545"/>
              </a:xfrm>
              <a:prstGeom prst="rect">
                <a:avLst/>
              </a:prstGeom>
              <a:solidFill>
                <a:srgbClr val="B8F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2" name="Rectangle 93"/>
              <p:cNvSpPr>
                <a:spLocks noChangeArrowheads="1"/>
              </p:cNvSpPr>
              <p:nvPr/>
            </p:nvSpPr>
            <p:spPr bwMode="auto">
              <a:xfrm>
                <a:off x="4326906" y="5014528"/>
                <a:ext cx="20932" cy="603545"/>
              </a:xfrm>
              <a:prstGeom prst="rect">
                <a:avLst/>
              </a:prstGeom>
              <a:solidFill>
                <a:srgbClr val="B7F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3" name="Rectangle 94"/>
              <p:cNvSpPr>
                <a:spLocks noChangeArrowheads="1"/>
              </p:cNvSpPr>
              <p:nvPr/>
            </p:nvSpPr>
            <p:spPr bwMode="auto">
              <a:xfrm>
                <a:off x="4347838" y="5014528"/>
                <a:ext cx="10466" cy="603545"/>
              </a:xfrm>
              <a:prstGeom prst="rect">
                <a:avLst/>
              </a:prstGeom>
              <a:solidFill>
                <a:srgbClr val="B6F5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4" name="Rectangle 95"/>
              <p:cNvSpPr>
                <a:spLocks noChangeArrowheads="1"/>
              </p:cNvSpPr>
              <p:nvPr/>
            </p:nvSpPr>
            <p:spPr bwMode="auto">
              <a:xfrm>
                <a:off x="4358304" y="5014528"/>
                <a:ext cx="10466" cy="603545"/>
              </a:xfrm>
              <a:prstGeom prst="rect">
                <a:avLst/>
              </a:prstGeom>
              <a:solidFill>
                <a:srgbClr val="B5F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5" name="Rectangle 96"/>
              <p:cNvSpPr>
                <a:spLocks noChangeArrowheads="1"/>
              </p:cNvSpPr>
              <p:nvPr/>
            </p:nvSpPr>
            <p:spPr bwMode="auto">
              <a:xfrm>
                <a:off x="4368770" y="5014528"/>
                <a:ext cx="20932" cy="603545"/>
              </a:xfrm>
              <a:prstGeom prst="rect">
                <a:avLst/>
              </a:prstGeom>
              <a:solidFill>
                <a:srgbClr val="B4F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6" name="Rectangle 97"/>
              <p:cNvSpPr>
                <a:spLocks noChangeArrowheads="1"/>
              </p:cNvSpPr>
              <p:nvPr/>
            </p:nvSpPr>
            <p:spPr bwMode="auto">
              <a:xfrm>
                <a:off x="4389702" y="5014528"/>
                <a:ext cx="8722" cy="603545"/>
              </a:xfrm>
              <a:prstGeom prst="rect">
                <a:avLst/>
              </a:prstGeom>
              <a:solidFill>
                <a:srgbClr val="B3F4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7" name="Rectangle 98"/>
              <p:cNvSpPr>
                <a:spLocks noChangeArrowheads="1"/>
              </p:cNvSpPr>
              <p:nvPr/>
            </p:nvSpPr>
            <p:spPr bwMode="auto">
              <a:xfrm>
                <a:off x="4398424" y="5014528"/>
                <a:ext cx="10466" cy="603545"/>
              </a:xfrm>
              <a:prstGeom prst="rect">
                <a:avLst/>
              </a:prstGeom>
              <a:solidFill>
                <a:srgbClr val="B2F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8" name="Rectangle 99"/>
              <p:cNvSpPr>
                <a:spLocks noChangeArrowheads="1"/>
              </p:cNvSpPr>
              <p:nvPr/>
            </p:nvSpPr>
            <p:spPr bwMode="auto">
              <a:xfrm>
                <a:off x="4408890" y="5014528"/>
                <a:ext cx="20932" cy="603545"/>
              </a:xfrm>
              <a:prstGeom prst="rect">
                <a:avLst/>
              </a:prstGeom>
              <a:solidFill>
                <a:srgbClr val="B1F3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79" name="Rectangle 100"/>
              <p:cNvSpPr>
                <a:spLocks noChangeArrowheads="1"/>
              </p:cNvSpPr>
              <p:nvPr/>
            </p:nvSpPr>
            <p:spPr bwMode="auto">
              <a:xfrm>
                <a:off x="4429823" y="5014528"/>
                <a:ext cx="10466" cy="603545"/>
              </a:xfrm>
              <a:prstGeom prst="rect">
                <a:avLst/>
              </a:prstGeom>
              <a:solidFill>
                <a:srgbClr val="B0F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0" name="Rectangle 101"/>
              <p:cNvSpPr>
                <a:spLocks noChangeArrowheads="1"/>
              </p:cNvSpPr>
              <p:nvPr/>
            </p:nvSpPr>
            <p:spPr bwMode="auto">
              <a:xfrm>
                <a:off x="4440289" y="5014528"/>
                <a:ext cx="20932" cy="603545"/>
              </a:xfrm>
              <a:prstGeom prst="rect">
                <a:avLst/>
              </a:prstGeom>
              <a:solidFill>
                <a:srgbClr val="AFF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1" name="Rectangle 102"/>
              <p:cNvSpPr>
                <a:spLocks noChangeArrowheads="1"/>
              </p:cNvSpPr>
              <p:nvPr/>
            </p:nvSpPr>
            <p:spPr bwMode="auto">
              <a:xfrm>
                <a:off x="4461221" y="5014528"/>
                <a:ext cx="10466" cy="603545"/>
              </a:xfrm>
              <a:prstGeom prst="rect">
                <a:avLst/>
              </a:prstGeom>
              <a:solidFill>
                <a:srgbClr val="AEF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2" name="Rectangle 103"/>
              <p:cNvSpPr>
                <a:spLocks noChangeArrowheads="1"/>
              </p:cNvSpPr>
              <p:nvPr/>
            </p:nvSpPr>
            <p:spPr bwMode="auto">
              <a:xfrm>
                <a:off x="4471687" y="5014528"/>
                <a:ext cx="8722" cy="603545"/>
              </a:xfrm>
              <a:prstGeom prst="rect">
                <a:avLst/>
              </a:prstGeom>
              <a:solidFill>
                <a:srgbClr val="ADF1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3" name="Rectangle 104"/>
              <p:cNvSpPr>
                <a:spLocks noChangeArrowheads="1"/>
              </p:cNvSpPr>
              <p:nvPr/>
            </p:nvSpPr>
            <p:spPr bwMode="auto">
              <a:xfrm>
                <a:off x="4480409" y="5014528"/>
                <a:ext cx="20932" cy="603545"/>
              </a:xfrm>
              <a:prstGeom prst="rect">
                <a:avLst/>
              </a:prstGeom>
              <a:solidFill>
                <a:srgbClr val="ACF0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4" name="Rectangle 105"/>
              <p:cNvSpPr>
                <a:spLocks noChangeArrowheads="1"/>
              </p:cNvSpPr>
              <p:nvPr/>
            </p:nvSpPr>
            <p:spPr bwMode="auto">
              <a:xfrm>
                <a:off x="4501341" y="5014528"/>
                <a:ext cx="10466" cy="603545"/>
              </a:xfrm>
              <a:prstGeom prst="rect">
                <a:avLst/>
              </a:prstGeom>
              <a:solidFill>
                <a:srgbClr val="ABF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5" name="Rectangle 106"/>
              <p:cNvSpPr>
                <a:spLocks noChangeArrowheads="1"/>
              </p:cNvSpPr>
              <p:nvPr/>
            </p:nvSpPr>
            <p:spPr bwMode="auto">
              <a:xfrm>
                <a:off x="4511807" y="5014528"/>
                <a:ext cx="10466" cy="603545"/>
              </a:xfrm>
              <a:prstGeom prst="rect">
                <a:avLst/>
              </a:prstGeom>
              <a:solidFill>
                <a:srgbClr val="AAEF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6" name="Rectangle 107"/>
              <p:cNvSpPr>
                <a:spLocks noChangeArrowheads="1"/>
              </p:cNvSpPr>
              <p:nvPr/>
            </p:nvSpPr>
            <p:spPr bwMode="auto">
              <a:xfrm>
                <a:off x="4522273" y="5014528"/>
                <a:ext cx="10466" cy="603545"/>
              </a:xfrm>
              <a:prstGeom prst="rect">
                <a:avLst/>
              </a:prstGeom>
              <a:solidFill>
                <a:srgbClr val="A9E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7" name="Rectangle 108"/>
              <p:cNvSpPr>
                <a:spLocks noChangeArrowheads="1"/>
              </p:cNvSpPr>
              <p:nvPr/>
            </p:nvSpPr>
            <p:spPr bwMode="auto">
              <a:xfrm>
                <a:off x="4532739" y="5014528"/>
                <a:ext cx="10466" cy="603545"/>
              </a:xfrm>
              <a:prstGeom prst="rect">
                <a:avLst/>
              </a:prstGeom>
              <a:solidFill>
                <a:srgbClr val="A9E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8" name="Rectangle 109"/>
              <p:cNvSpPr>
                <a:spLocks noChangeArrowheads="1"/>
              </p:cNvSpPr>
              <p:nvPr/>
            </p:nvSpPr>
            <p:spPr bwMode="auto">
              <a:xfrm>
                <a:off x="4543205" y="5014528"/>
                <a:ext cx="10466" cy="603545"/>
              </a:xfrm>
              <a:prstGeom prst="rect">
                <a:avLst/>
              </a:prstGeom>
              <a:solidFill>
                <a:srgbClr val="A8EE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89" name="Rectangle 110"/>
              <p:cNvSpPr>
                <a:spLocks noChangeArrowheads="1"/>
              </p:cNvSpPr>
              <p:nvPr/>
            </p:nvSpPr>
            <p:spPr bwMode="auto">
              <a:xfrm>
                <a:off x="4553671" y="5014528"/>
                <a:ext cx="8722" cy="603545"/>
              </a:xfrm>
              <a:prstGeom prst="rect">
                <a:avLst/>
              </a:prstGeom>
              <a:solidFill>
                <a:srgbClr val="A7EE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0" name="Rectangle 111"/>
              <p:cNvSpPr>
                <a:spLocks noChangeArrowheads="1"/>
              </p:cNvSpPr>
              <p:nvPr/>
            </p:nvSpPr>
            <p:spPr bwMode="auto">
              <a:xfrm>
                <a:off x="4562393" y="5014528"/>
                <a:ext cx="10466" cy="603545"/>
              </a:xfrm>
              <a:prstGeom prst="rect">
                <a:avLst/>
              </a:prstGeom>
              <a:solidFill>
                <a:srgbClr val="A6EE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1" name="Rectangle 112"/>
              <p:cNvSpPr>
                <a:spLocks noChangeArrowheads="1"/>
              </p:cNvSpPr>
              <p:nvPr/>
            </p:nvSpPr>
            <p:spPr bwMode="auto">
              <a:xfrm>
                <a:off x="4572859" y="5014528"/>
                <a:ext cx="10466" cy="603545"/>
              </a:xfrm>
              <a:prstGeom prst="rect">
                <a:avLst/>
              </a:prstGeom>
              <a:solidFill>
                <a:srgbClr val="A6ED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2" name="Rectangle 113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3" name="Rectangle 114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4" name="Rectangle 115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5" name="Rectangle 116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6" name="Rectangle 117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7" name="Rectangle 118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8" name="Rectangle 119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999" name="Rectangle 120"/>
              <p:cNvSpPr>
                <a:spLocks noChangeArrowheads="1"/>
              </p:cNvSpPr>
              <p:nvPr/>
            </p:nvSpPr>
            <p:spPr bwMode="auto">
              <a:xfrm>
                <a:off x="3776164" y="5201375"/>
                <a:ext cx="49372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Lifecycle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9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Manager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00" name="그룹 999"/>
            <p:cNvGrpSpPr/>
            <p:nvPr/>
          </p:nvGrpSpPr>
          <p:grpSpPr>
            <a:xfrm>
              <a:off x="6176607" y="4291479"/>
              <a:ext cx="1147783" cy="633199"/>
              <a:chOff x="3466941" y="5014528"/>
              <a:chExt cx="1147783" cy="633199"/>
            </a:xfrm>
          </p:grpSpPr>
          <p:sp>
            <p:nvSpPr>
              <p:cNvPr id="1001" name="Rectangle 67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2" name="Rectangle 68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3" name="Rectangle 69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573891" cy="60354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4" name="Rectangle 70"/>
              <p:cNvSpPr>
                <a:spLocks noChangeArrowheads="1"/>
              </p:cNvSpPr>
              <p:nvPr/>
            </p:nvSpPr>
            <p:spPr bwMode="auto">
              <a:xfrm>
                <a:off x="4040832" y="5014528"/>
                <a:ext cx="10466" cy="603545"/>
              </a:xfrm>
              <a:prstGeom prst="rect">
                <a:avLst/>
              </a:prstGeom>
              <a:solidFill>
                <a:srgbClr val="CBF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5" name="Rectangle 71"/>
              <p:cNvSpPr>
                <a:spLocks noChangeArrowheads="1"/>
              </p:cNvSpPr>
              <p:nvPr/>
            </p:nvSpPr>
            <p:spPr bwMode="auto">
              <a:xfrm>
                <a:off x="4051298" y="5014528"/>
                <a:ext cx="10466" cy="603545"/>
              </a:xfrm>
              <a:prstGeom prst="rect">
                <a:avLst/>
              </a:prstGeom>
              <a:solidFill>
                <a:srgbClr val="CAF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6" name="Rectangle 72"/>
              <p:cNvSpPr>
                <a:spLocks noChangeArrowheads="1"/>
              </p:cNvSpPr>
              <p:nvPr/>
            </p:nvSpPr>
            <p:spPr bwMode="auto">
              <a:xfrm>
                <a:off x="4061765" y="5014528"/>
                <a:ext cx="19188" cy="603545"/>
              </a:xfrm>
              <a:prstGeom prst="rect">
                <a:avLst/>
              </a:prstGeom>
              <a:solidFill>
                <a:srgbClr val="C9FE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7" name="Rectangle 73"/>
              <p:cNvSpPr>
                <a:spLocks noChangeArrowheads="1"/>
              </p:cNvSpPr>
              <p:nvPr/>
            </p:nvSpPr>
            <p:spPr bwMode="auto">
              <a:xfrm>
                <a:off x="4080952" y="5014528"/>
                <a:ext cx="10466" cy="603545"/>
              </a:xfrm>
              <a:prstGeom prst="rect">
                <a:avLst/>
              </a:prstGeom>
              <a:solidFill>
                <a:srgbClr val="C8F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8" name="Rectangle 74"/>
              <p:cNvSpPr>
                <a:spLocks noChangeArrowheads="1"/>
              </p:cNvSpPr>
              <p:nvPr/>
            </p:nvSpPr>
            <p:spPr bwMode="auto">
              <a:xfrm>
                <a:off x="4091418" y="5014528"/>
                <a:ext cx="20932" cy="603545"/>
              </a:xfrm>
              <a:prstGeom prst="rect">
                <a:avLst/>
              </a:prstGeom>
              <a:solidFill>
                <a:srgbClr val="C7FD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09" name="Rectangle 75"/>
              <p:cNvSpPr>
                <a:spLocks noChangeArrowheads="1"/>
              </p:cNvSpPr>
              <p:nvPr/>
            </p:nvSpPr>
            <p:spPr bwMode="auto">
              <a:xfrm>
                <a:off x="4112351" y="5014528"/>
                <a:ext cx="10466" cy="603545"/>
              </a:xfrm>
              <a:prstGeom prst="rect">
                <a:avLst/>
              </a:prstGeom>
              <a:solidFill>
                <a:srgbClr val="C6F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0" name="Rectangle 76"/>
              <p:cNvSpPr>
                <a:spLocks noChangeArrowheads="1"/>
              </p:cNvSpPr>
              <p:nvPr/>
            </p:nvSpPr>
            <p:spPr bwMode="auto">
              <a:xfrm>
                <a:off x="4122817" y="5014528"/>
                <a:ext cx="10466" cy="603545"/>
              </a:xfrm>
              <a:prstGeom prst="rect">
                <a:avLst/>
              </a:prstGeom>
              <a:solidFill>
                <a:srgbClr val="C5F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1" name="Rectangle 77"/>
              <p:cNvSpPr>
                <a:spLocks noChangeArrowheads="1"/>
              </p:cNvSpPr>
              <p:nvPr/>
            </p:nvSpPr>
            <p:spPr bwMode="auto">
              <a:xfrm>
                <a:off x="4133283" y="5014528"/>
                <a:ext cx="20932" cy="603545"/>
              </a:xfrm>
              <a:prstGeom prst="rect">
                <a:avLst/>
              </a:prstGeom>
              <a:solidFill>
                <a:srgbClr val="C4FC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2" name="Rectangle 78"/>
              <p:cNvSpPr>
                <a:spLocks noChangeArrowheads="1"/>
              </p:cNvSpPr>
              <p:nvPr/>
            </p:nvSpPr>
            <p:spPr bwMode="auto">
              <a:xfrm>
                <a:off x="4154215" y="5014528"/>
                <a:ext cx="8722" cy="603545"/>
              </a:xfrm>
              <a:prstGeom prst="rect">
                <a:avLst/>
              </a:prstGeom>
              <a:solidFill>
                <a:srgbClr val="C3FB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3" name="Rectangle 79"/>
              <p:cNvSpPr>
                <a:spLocks noChangeArrowheads="1"/>
              </p:cNvSpPr>
              <p:nvPr/>
            </p:nvSpPr>
            <p:spPr bwMode="auto">
              <a:xfrm>
                <a:off x="4162937" y="5014528"/>
                <a:ext cx="10466" cy="603545"/>
              </a:xfrm>
              <a:prstGeom prst="rect">
                <a:avLst/>
              </a:prstGeom>
              <a:solidFill>
                <a:srgbClr val="C2FB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4" name="Rectangle 80"/>
              <p:cNvSpPr>
                <a:spLocks noChangeArrowheads="1"/>
              </p:cNvSpPr>
              <p:nvPr/>
            </p:nvSpPr>
            <p:spPr bwMode="auto">
              <a:xfrm>
                <a:off x="4173403" y="5014528"/>
                <a:ext cx="10466" cy="603545"/>
              </a:xfrm>
              <a:prstGeom prst="rect">
                <a:avLst/>
              </a:prstGeom>
              <a:solidFill>
                <a:srgbClr val="C1FB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5" name="Rectangle 81"/>
              <p:cNvSpPr>
                <a:spLocks noChangeArrowheads="1"/>
              </p:cNvSpPr>
              <p:nvPr/>
            </p:nvSpPr>
            <p:spPr bwMode="auto">
              <a:xfrm>
                <a:off x="4183869" y="5014528"/>
                <a:ext cx="10466" cy="603545"/>
              </a:xfrm>
              <a:prstGeom prst="rect">
                <a:avLst/>
              </a:prstGeom>
              <a:solidFill>
                <a:srgbClr val="C1FA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6" name="Rectangle 82"/>
              <p:cNvSpPr>
                <a:spLocks noChangeArrowheads="1"/>
              </p:cNvSpPr>
              <p:nvPr/>
            </p:nvSpPr>
            <p:spPr bwMode="auto">
              <a:xfrm>
                <a:off x="4194335" y="5014528"/>
                <a:ext cx="10466" cy="603545"/>
              </a:xfrm>
              <a:prstGeom prst="rect">
                <a:avLst/>
              </a:prstGeom>
              <a:solidFill>
                <a:srgbClr val="C0FA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7" name="Rectangle 83"/>
              <p:cNvSpPr>
                <a:spLocks noChangeArrowheads="1"/>
              </p:cNvSpPr>
              <p:nvPr/>
            </p:nvSpPr>
            <p:spPr bwMode="auto">
              <a:xfrm>
                <a:off x="4204801" y="5014528"/>
                <a:ext cx="10466" cy="603545"/>
              </a:xfrm>
              <a:prstGeom prst="rect">
                <a:avLst/>
              </a:prstGeom>
              <a:solidFill>
                <a:srgbClr val="BFF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8" name="Rectangle 84"/>
              <p:cNvSpPr>
                <a:spLocks noChangeArrowheads="1"/>
              </p:cNvSpPr>
              <p:nvPr/>
            </p:nvSpPr>
            <p:spPr bwMode="auto">
              <a:xfrm>
                <a:off x="4215267" y="5014528"/>
                <a:ext cx="10466" cy="603545"/>
              </a:xfrm>
              <a:prstGeom prst="rect">
                <a:avLst/>
              </a:prstGeom>
              <a:solidFill>
                <a:srgbClr val="BEF9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19" name="Rectangle 85"/>
              <p:cNvSpPr>
                <a:spLocks noChangeArrowheads="1"/>
              </p:cNvSpPr>
              <p:nvPr/>
            </p:nvSpPr>
            <p:spPr bwMode="auto">
              <a:xfrm>
                <a:off x="4225733" y="5014528"/>
                <a:ext cx="8722" cy="603545"/>
              </a:xfrm>
              <a:prstGeom prst="rect">
                <a:avLst/>
              </a:prstGeom>
              <a:solidFill>
                <a:srgbClr val="BEF8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0" name="Rectangle 86"/>
              <p:cNvSpPr>
                <a:spLocks noChangeArrowheads="1"/>
              </p:cNvSpPr>
              <p:nvPr/>
            </p:nvSpPr>
            <p:spPr bwMode="auto">
              <a:xfrm>
                <a:off x="4234455" y="5014528"/>
                <a:ext cx="10466" cy="603545"/>
              </a:xfrm>
              <a:prstGeom prst="rect">
                <a:avLst/>
              </a:prstGeom>
              <a:solidFill>
                <a:srgbClr val="BDF8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1" name="Rectangle 87"/>
              <p:cNvSpPr>
                <a:spLocks noChangeArrowheads="1"/>
              </p:cNvSpPr>
              <p:nvPr/>
            </p:nvSpPr>
            <p:spPr bwMode="auto">
              <a:xfrm>
                <a:off x="4244921" y="5014528"/>
                <a:ext cx="10466" cy="603545"/>
              </a:xfrm>
              <a:prstGeom prst="rect">
                <a:avLst/>
              </a:prstGeom>
              <a:solidFill>
                <a:srgbClr val="BCF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2" name="Rectangle 88"/>
              <p:cNvSpPr>
                <a:spLocks noChangeArrowheads="1"/>
              </p:cNvSpPr>
              <p:nvPr/>
            </p:nvSpPr>
            <p:spPr bwMode="auto">
              <a:xfrm>
                <a:off x="4255387" y="5014528"/>
                <a:ext cx="10466" cy="603545"/>
              </a:xfrm>
              <a:prstGeom prst="rect">
                <a:avLst/>
              </a:prstGeom>
              <a:solidFill>
                <a:srgbClr val="BCF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3" name="Rectangle 89"/>
              <p:cNvSpPr>
                <a:spLocks noChangeArrowheads="1"/>
              </p:cNvSpPr>
              <p:nvPr/>
            </p:nvSpPr>
            <p:spPr bwMode="auto">
              <a:xfrm>
                <a:off x="4265854" y="5014528"/>
                <a:ext cx="20932" cy="603545"/>
              </a:xfrm>
              <a:prstGeom prst="rect">
                <a:avLst/>
              </a:prstGeom>
              <a:solidFill>
                <a:srgbClr val="BBF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4" name="Rectangle 90"/>
              <p:cNvSpPr>
                <a:spLocks noChangeArrowheads="1"/>
              </p:cNvSpPr>
              <p:nvPr/>
            </p:nvSpPr>
            <p:spPr bwMode="auto">
              <a:xfrm>
                <a:off x="4286786" y="5014528"/>
                <a:ext cx="10466" cy="603545"/>
              </a:xfrm>
              <a:prstGeom prst="rect">
                <a:avLst/>
              </a:prstGeom>
              <a:solidFill>
                <a:srgbClr val="BAF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5" name="Rectangle 91"/>
              <p:cNvSpPr>
                <a:spLocks noChangeArrowheads="1"/>
              </p:cNvSpPr>
              <p:nvPr/>
            </p:nvSpPr>
            <p:spPr bwMode="auto">
              <a:xfrm>
                <a:off x="4297252" y="5014528"/>
                <a:ext cx="19188" cy="603545"/>
              </a:xfrm>
              <a:prstGeom prst="rect">
                <a:avLst/>
              </a:prstGeom>
              <a:solidFill>
                <a:srgbClr val="B9F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6" name="Rectangle 92"/>
              <p:cNvSpPr>
                <a:spLocks noChangeArrowheads="1"/>
              </p:cNvSpPr>
              <p:nvPr/>
            </p:nvSpPr>
            <p:spPr bwMode="auto">
              <a:xfrm>
                <a:off x="4316440" y="5014528"/>
                <a:ext cx="10466" cy="603545"/>
              </a:xfrm>
              <a:prstGeom prst="rect">
                <a:avLst/>
              </a:prstGeom>
              <a:solidFill>
                <a:srgbClr val="B8F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7" name="Rectangle 93"/>
              <p:cNvSpPr>
                <a:spLocks noChangeArrowheads="1"/>
              </p:cNvSpPr>
              <p:nvPr/>
            </p:nvSpPr>
            <p:spPr bwMode="auto">
              <a:xfrm>
                <a:off x="4326906" y="5014528"/>
                <a:ext cx="20932" cy="603545"/>
              </a:xfrm>
              <a:prstGeom prst="rect">
                <a:avLst/>
              </a:prstGeom>
              <a:solidFill>
                <a:srgbClr val="B7F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8" name="Rectangle 94"/>
              <p:cNvSpPr>
                <a:spLocks noChangeArrowheads="1"/>
              </p:cNvSpPr>
              <p:nvPr/>
            </p:nvSpPr>
            <p:spPr bwMode="auto">
              <a:xfrm>
                <a:off x="4347838" y="5014528"/>
                <a:ext cx="10466" cy="603545"/>
              </a:xfrm>
              <a:prstGeom prst="rect">
                <a:avLst/>
              </a:prstGeom>
              <a:solidFill>
                <a:srgbClr val="B6F5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29" name="Rectangle 95"/>
              <p:cNvSpPr>
                <a:spLocks noChangeArrowheads="1"/>
              </p:cNvSpPr>
              <p:nvPr/>
            </p:nvSpPr>
            <p:spPr bwMode="auto">
              <a:xfrm>
                <a:off x="4358304" y="5014528"/>
                <a:ext cx="10466" cy="603545"/>
              </a:xfrm>
              <a:prstGeom prst="rect">
                <a:avLst/>
              </a:prstGeom>
              <a:solidFill>
                <a:srgbClr val="B5F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0" name="Rectangle 96"/>
              <p:cNvSpPr>
                <a:spLocks noChangeArrowheads="1"/>
              </p:cNvSpPr>
              <p:nvPr/>
            </p:nvSpPr>
            <p:spPr bwMode="auto">
              <a:xfrm>
                <a:off x="4368770" y="5014528"/>
                <a:ext cx="20932" cy="603545"/>
              </a:xfrm>
              <a:prstGeom prst="rect">
                <a:avLst/>
              </a:prstGeom>
              <a:solidFill>
                <a:srgbClr val="B4F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1" name="Rectangle 97"/>
              <p:cNvSpPr>
                <a:spLocks noChangeArrowheads="1"/>
              </p:cNvSpPr>
              <p:nvPr/>
            </p:nvSpPr>
            <p:spPr bwMode="auto">
              <a:xfrm>
                <a:off x="4389702" y="5014528"/>
                <a:ext cx="8722" cy="603545"/>
              </a:xfrm>
              <a:prstGeom prst="rect">
                <a:avLst/>
              </a:prstGeom>
              <a:solidFill>
                <a:srgbClr val="B3F4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2" name="Rectangle 98"/>
              <p:cNvSpPr>
                <a:spLocks noChangeArrowheads="1"/>
              </p:cNvSpPr>
              <p:nvPr/>
            </p:nvSpPr>
            <p:spPr bwMode="auto">
              <a:xfrm>
                <a:off x="4398424" y="5014528"/>
                <a:ext cx="10466" cy="603545"/>
              </a:xfrm>
              <a:prstGeom prst="rect">
                <a:avLst/>
              </a:prstGeom>
              <a:solidFill>
                <a:srgbClr val="B2F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3" name="Rectangle 99"/>
              <p:cNvSpPr>
                <a:spLocks noChangeArrowheads="1"/>
              </p:cNvSpPr>
              <p:nvPr/>
            </p:nvSpPr>
            <p:spPr bwMode="auto">
              <a:xfrm>
                <a:off x="4408890" y="5014528"/>
                <a:ext cx="20932" cy="603545"/>
              </a:xfrm>
              <a:prstGeom prst="rect">
                <a:avLst/>
              </a:prstGeom>
              <a:solidFill>
                <a:srgbClr val="B1F3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4" name="Rectangle 100"/>
              <p:cNvSpPr>
                <a:spLocks noChangeArrowheads="1"/>
              </p:cNvSpPr>
              <p:nvPr/>
            </p:nvSpPr>
            <p:spPr bwMode="auto">
              <a:xfrm>
                <a:off x="4429823" y="5014528"/>
                <a:ext cx="10466" cy="603545"/>
              </a:xfrm>
              <a:prstGeom prst="rect">
                <a:avLst/>
              </a:prstGeom>
              <a:solidFill>
                <a:srgbClr val="B0F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5" name="Rectangle 101"/>
              <p:cNvSpPr>
                <a:spLocks noChangeArrowheads="1"/>
              </p:cNvSpPr>
              <p:nvPr/>
            </p:nvSpPr>
            <p:spPr bwMode="auto">
              <a:xfrm>
                <a:off x="4440289" y="5014528"/>
                <a:ext cx="20932" cy="603545"/>
              </a:xfrm>
              <a:prstGeom prst="rect">
                <a:avLst/>
              </a:prstGeom>
              <a:solidFill>
                <a:srgbClr val="AFF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6" name="Rectangle 102"/>
              <p:cNvSpPr>
                <a:spLocks noChangeArrowheads="1"/>
              </p:cNvSpPr>
              <p:nvPr/>
            </p:nvSpPr>
            <p:spPr bwMode="auto">
              <a:xfrm>
                <a:off x="4461221" y="5014528"/>
                <a:ext cx="10466" cy="603545"/>
              </a:xfrm>
              <a:prstGeom prst="rect">
                <a:avLst/>
              </a:prstGeom>
              <a:solidFill>
                <a:srgbClr val="AEF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7" name="Rectangle 103"/>
              <p:cNvSpPr>
                <a:spLocks noChangeArrowheads="1"/>
              </p:cNvSpPr>
              <p:nvPr/>
            </p:nvSpPr>
            <p:spPr bwMode="auto">
              <a:xfrm>
                <a:off x="4471687" y="5014528"/>
                <a:ext cx="8722" cy="603545"/>
              </a:xfrm>
              <a:prstGeom prst="rect">
                <a:avLst/>
              </a:prstGeom>
              <a:solidFill>
                <a:srgbClr val="ADF1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8" name="Rectangle 104"/>
              <p:cNvSpPr>
                <a:spLocks noChangeArrowheads="1"/>
              </p:cNvSpPr>
              <p:nvPr/>
            </p:nvSpPr>
            <p:spPr bwMode="auto">
              <a:xfrm>
                <a:off x="4480409" y="5014528"/>
                <a:ext cx="20932" cy="603545"/>
              </a:xfrm>
              <a:prstGeom prst="rect">
                <a:avLst/>
              </a:prstGeom>
              <a:solidFill>
                <a:srgbClr val="ACF0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39" name="Rectangle 105"/>
              <p:cNvSpPr>
                <a:spLocks noChangeArrowheads="1"/>
              </p:cNvSpPr>
              <p:nvPr/>
            </p:nvSpPr>
            <p:spPr bwMode="auto">
              <a:xfrm>
                <a:off x="4501341" y="5014528"/>
                <a:ext cx="10466" cy="603545"/>
              </a:xfrm>
              <a:prstGeom prst="rect">
                <a:avLst/>
              </a:prstGeom>
              <a:solidFill>
                <a:srgbClr val="ABF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0" name="Rectangle 106"/>
              <p:cNvSpPr>
                <a:spLocks noChangeArrowheads="1"/>
              </p:cNvSpPr>
              <p:nvPr/>
            </p:nvSpPr>
            <p:spPr bwMode="auto">
              <a:xfrm>
                <a:off x="4511807" y="5014528"/>
                <a:ext cx="10466" cy="603545"/>
              </a:xfrm>
              <a:prstGeom prst="rect">
                <a:avLst/>
              </a:prstGeom>
              <a:solidFill>
                <a:srgbClr val="AAEF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1" name="Rectangle 107"/>
              <p:cNvSpPr>
                <a:spLocks noChangeArrowheads="1"/>
              </p:cNvSpPr>
              <p:nvPr/>
            </p:nvSpPr>
            <p:spPr bwMode="auto">
              <a:xfrm>
                <a:off x="4522273" y="5014528"/>
                <a:ext cx="10466" cy="603545"/>
              </a:xfrm>
              <a:prstGeom prst="rect">
                <a:avLst/>
              </a:prstGeom>
              <a:solidFill>
                <a:srgbClr val="A9E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2" name="Rectangle 108"/>
              <p:cNvSpPr>
                <a:spLocks noChangeArrowheads="1"/>
              </p:cNvSpPr>
              <p:nvPr/>
            </p:nvSpPr>
            <p:spPr bwMode="auto">
              <a:xfrm>
                <a:off x="4532739" y="5014528"/>
                <a:ext cx="10466" cy="603545"/>
              </a:xfrm>
              <a:prstGeom prst="rect">
                <a:avLst/>
              </a:prstGeom>
              <a:solidFill>
                <a:srgbClr val="A9E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3" name="Rectangle 109"/>
              <p:cNvSpPr>
                <a:spLocks noChangeArrowheads="1"/>
              </p:cNvSpPr>
              <p:nvPr/>
            </p:nvSpPr>
            <p:spPr bwMode="auto">
              <a:xfrm>
                <a:off x="4543205" y="5014528"/>
                <a:ext cx="10466" cy="603545"/>
              </a:xfrm>
              <a:prstGeom prst="rect">
                <a:avLst/>
              </a:prstGeom>
              <a:solidFill>
                <a:srgbClr val="A8EE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4" name="Rectangle 110"/>
              <p:cNvSpPr>
                <a:spLocks noChangeArrowheads="1"/>
              </p:cNvSpPr>
              <p:nvPr/>
            </p:nvSpPr>
            <p:spPr bwMode="auto">
              <a:xfrm>
                <a:off x="4553671" y="5014528"/>
                <a:ext cx="8722" cy="603545"/>
              </a:xfrm>
              <a:prstGeom prst="rect">
                <a:avLst/>
              </a:prstGeom>
              <a:solidFill>
                <a:srgbClr val="A7EE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5" name="Rectangle 111"/>
              <p:cNvSpPr>
                <a:spLocks noChangeArrowheads="1"/>
              </p:cNvSpPr>
              <p:nvPr/>
            </p:nvSpPr>
            <p:spPr bwMode="auto">
              <a:xfrm>
                <a:off x="4562393" y="5014528"/>
                <a:ext cx="10466" cy="603545"/>
              </a:xfrm>
              <a:prstGeom prst="rect">
                <a:avLst/>
              </a:prstGeom>
              <a:solidFill>
                <a:srgbClr val="A6EE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6" name="Rectangle 112"/>
              <p:cNvSpPr>
                <a:spLocks noChangeArrowheads="1"/>
              </p:cNvSpPr>
              <p:nvPr/>
            </p:nvSpPr>
            <p:spPr bwMode="auto">
              <a:xfrm>
                <a:off x="4572859" y="5014528"/>
                <a:ext cx="10466" cy="603545"/>
              </a:xfrm>
              <a:prstGeom prst="rect">
                <a:avLst/>
              </a:prstGeom>
              <a:solidFill>
                <a:srgbClr val="A6ED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7" name="Rectangle 113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8" name="Rectangle 114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49" name="Rectangle 115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0" name="Rectangle 116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1" name="Rectangle 117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2" name="Rectangle 118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3" name="Rectangle 119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4" name="Rectangle 120"/>
              <p:cNvSpPr>
                <a:spLocks noChangeArrowheads="1"/>
              </p:cNvSpPr>
              <p:nvPr/>
            </p:nvSpPr>
            <p:spPr bwMode="auto">
              <a:xfrm>
                <a:off x="3676778" y="5201375"/>
                <a:ext cx="692497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</a:t>
                </a:r>
                <a:r>
                  <a:rPr kumimoji="0" lang="en-US" altLang="ko-KR" sz="9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nnectivity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55" name="그룹 1054"/>
            <p:cNvGrpSpPr/>
            <p:nvPr/>
          </p:nvGrpSpPr>
          <p:grpSpPr>
            <a:xfrm>
              <a:off x="7482806" y="4296480"/>
              <a:ext cx="1147783" cy="633199"/>
              <a:chOff x="3466941" y="5014528"/>
              <a:chExt cx="1147783" cy="633199"/>
            </a:xfrm>
          </p:grpSpPr>
          <p:sp>
            <p:nvSpPr>
              <p:cNvPr id="1056" name="Rectangle 67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solidFill>
                <a:srgbClr val="C0B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7" name="Rectangle 68"/>
              <p:cNvSpPr>
                <a:spLocks noChangeArrowheads="1"/>
              </p:cNvSpPr>
              <p:nvPr/>
            </p:nvSpPr>
            <p:spPr bwMode="auto">
              <a:xfrm>
                <a:off x="3498339" y="5044182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8" name="Rectangle 69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573891" cy="60354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59" name="Rectangle 70"/>
              <p:cNvSpPr>
                <a:spLocks noChangeArrowheads="1"/>
              </p:cNvSpPr>
              <p:nvPr/>
            </p:nvSpPr>
            <p:spPr bwMode="auto">
              <a:xfrm>
                <a:off x="4040832" y="5014528"/>
                <a:ext cx="10466" cy="603545"/>
              </a:xfrm>
              <a:prstGeom prst="rect">
                <a:avLst/>
              </a:prstGeom>
              <a:solidFill>
                <a:srgbClr val="CBFF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0" name="Rectangle 71"/>
              <p:cNvSpPr>
                <a:spLocks noChangeArrowheads="1"/>
              </p:cNvSpPr>
              <p:nvPr/>
            </p:nvSpPr>
            <p:spPr bwMode="auto">
              <a:xfrm>
                <a:off x="4051298" y="5014528"/>
                <a:ext cx="10466" cy="603545"/>
              </a:xfrm>
              <a:prstGeom prst="rect">
                <a:avLst/>
              </a:prstGeom>
              <a:solidFill>
                <a:srgbClr val="CAFE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1" name="Rectangle 72"/>
              <p:cNvSpPr>
                <a:spLocks noChangeArrowheads="1"/>
              </p:cNvSpPr>
              <p:nvPr/>
            </p:nvSpPr>
            <p:spPr bwMode="auto">
              <a:xfrm>
                <a:off x="4061765" y="5014528"/>
                <a:ext cx="19188" cy="603545"/>
              </a:xfrm>
              <a:prstGeom prst="rect">
                <a:avLst/>
              </a:prstGeom>
              <a:solidFill>
                <a:srgbClr val="C9FE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2" name="Rectangle 73"/>
              <p:cNvSpPr>
                <a:spLocks noChangeArrowheads="1"/>
              </p:cNvSpPr>
              <p:nvPr/>
            </p:nvSpPr>
            <p:spPr bwMode="auto">
              <a:xfrm>
                <a:off x="4080952" y="5014528"/>
                <a:ext cx="10466" cy="603545"/>
              </a:xfrm>
              <a:prstGeom prst="rect">
                <a:avLst/>
              </a:prstGeom>
              <a:solidFill>
                <a:srgbClr val="C8F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3" name="Rectangle 74"/>
              <p:cNvSpPr>
                <a:spLocks noChangeArrowheads="1"/>
              </p:cNvSpPr>
              <p:nvPr/>
            </p:nvSpPr>
            <p:spPr bwMode="auto">
              <a:xfrm>
                <a:off x="4091418" y="5014528"/>
                <a:ext cx="20932" cy="603545"/>
              </a:xfrm>
              <a:prstGeom prst="rect">
                <a:avLst/>
              </a:prstGeom>
              <a:solidFill>
                <a:srgbClr val="C7FD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4" name="Rectangle 75"/>
              <p:cNvSpPr>
                <a:spLocks noChangeArrowheads="1"/>
              </p:cNvSpPr>
              <p:nvPr/>
            </p:nvSpPr>
            <p:spPr bwMode="auto">
              <a:xfrm>
                <a:off x="4112351" y="5014528"/>
                <a:ext cx="10466" cy="603545"/>
              </a:xfrm>
              <a:prstGeom prst="rect">
                <a:avLst/>
              </a:prstGeom>
              <a:solidFill>
                <a:srgbClr val="C6F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5" name="Rectangle 76"/>
              <p:cNvSpPr>
                <a:spLocks noChangeArrowheads="1"/>
              </p:cNvSpPr>
              <p:nvPr/>
            </p:nvSpPr>
            <p:spPr bwMode="auto">
              <a:xfrm>
                <a:off x="4122817" y="5014528"/>
                <a:ext cx="10466" cy="603545"/>
              </a:xfrm>
              <a:prstGeom prst="rect">
                <a:avLst/>
              </a:prstGeom>
              <a:solidFill>
                <a:srgbClr val="C5F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6" name="Rectangle 77"/>
              <p:cNvSpPr>
                <a:spLocks noChangeArrowheads="1"/>
              </p:cNvSpPr>
              <p:nvPr/>
            </p:nvSpPr>
            <p:spPr bwMode="auto">
              <a:xfrm>
                <a:off x="4133283" y="5014528"/>
                <a:ext cx="20932" cy="603545"/>
              </a:xfrm>
              <a:prstGeom prst="rect">
                <a:avLst/>
              </a:prstGeom>
              <a:solidFill>
                <a:srgbClr val="C4FC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7" name="Rectangle 78"/>
              <p:cNvSpPr>
                <a:spLocks noChangeArrowheads="1"/>
              </p:cNvSpPr>
              <p:nvPr/>
            </p:nvSpPr>
            <p:spPr bwMode="auto">
              <a:xfrm>
                <a:off x="4154215" y="5014528"/>
                <a:ext cx="8722" cy="603545"/>
              </a:xfrm>
              <a:prstGeom prst="rect">
                <a:avLst/>
              </a:prstGeom>
              <a:solidFill>
                <a:srgbClr val="C3FB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8" name="Rectangle 79"/>
              <p:cNvSpPr>
                <a:spLocks noChangeArrowheads="1"/>
              </p:cNvSpPr>
              <p:nvPr/>
            </p:nvSpPr>
            <p:spPr bwMode="auto">
              <a:xfrm>
                <a:off x="4162937" y="5014528"/>
                <a:ext cx="10466" cy="603545"/>
              </a:xfrm>
              <a:prstGeom prst="rect">
                <a:avLst/>
              </a:prstGeom>
              <a:solidFill>
                <a:srgbClr val="C2FB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69" name="Rectangle 80"/>
              <p:cNvSpPr>
                <a:spLocks noChangeArrowheads="1"/>
              </p:cNvSpPr>
              <p:nvPr/>
            </p:nvSpPr>
            <p:spPr bwMode="auto">
              <a:xfrm>
                <a:off x="4173403" y="5014528"/>
                <a:ext cx="10466" cy="603545"/>
              </a:xfrm>
              <a:prstGeom prst="rect">
                <a:avLst/>
              </a:prstGeom>
              <a:solidFill>
                <a:srgbClr val="C1FB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0" name="Rectangle 81"/>
              <p:cNvSpPr>
                <a:spLocks noChangeArrowheads="1"/>
              </p:cNvSpPr>
              <p:nvPr/>
            </p:nvSpPr>
            <p:spPr bwMode="auto">
              <a:xfrm>
                <a:off x="4183869" y="5014528"/>
                <a:ext cx="10466" cy="603545"/>
              </a:xfrm>
              <a:prstGeom prst="rect">
                <a:avLst/>
              </a:prstGeom>
              <a:solidFill>
                <a:srgbClr val="C1FA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1" name="Rectangle 82"/>
              <p:cNvSpPr>
                <a:spLocks noChangeArrowheads="1"/>
              </p:cNvSpPr>
              <p:nvPr/>
            </p:nvSpPr>
            <p:spPr bwMode="auto">
              <a:xfrm>
                <a:off x="4194335" y="5014528"/>
                <a:ext cx="10466" cy="603545"/>
              </a:xfrm>
              <a:prstGeom prst="rect">
                <a:avLst/>
              </a:prstGeom>
              <a:solidFill>
                <a:srgbClr val="C0FA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2" name="Rectangle 83"/>
              <p:cNvSpPr>
                <a:spLocks noChangeArrowheads="1"/>
              </p:cNvSpPr>
              <p:nvPr/>
            </p:nvSpPr>
            <p:spPr bwMode="auto">
              <a:xfrm>
                <a:off x="4204801" y="5014528"/>
                <a:ext cx="10466" cy="603545"/>
              </a:xfrm>
              <a:prstGeom prst="rect">
                <a:avLst/>
              </a:prstGeom>
              <a:solidFill>
                <a:srgbClr val="BFF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3" name="Rectangle 84"/>
              <p:cNvSpPr>
                <a:spLocks noChangeArrowheads="1"/>
              </p:cNvSpPr>
              <p:nvPr/>
            </p:nvSpPr>
            <p:spPr bwMode="auto">
              <a:xfrm>
                <a:off x="4215267" y="5014528"/>
                <a:ext cx="10466" cy="603545"/>
              </a:xfrm>
              <a:prstGeom prst="rect">
                <a:avLst/>
              </a:prstGeom>
              <a:solidFill>
                <a:srgbClr val="BEF9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4" name="Rectangle 85"/>
              <p:cNvSpPr>
                <a:spLocks noChangeArrowheads="1"/>
              </p:cNvSpPr>
              <p:nvPr/>
            </p:nvSpPr>
            <p:spPr bwMode="auto">
              <a:xfrm>
                <a:off x="4225733" y="5014528"/>
                <a:ext cx="8722" cy="603545"/>
              </a:xfrm>
              <a:prstGeom prst="rect">
                <a:avLst/>
              </a:prstGeom>
              <a:solidFill>
                <a:srgbClr val="BEF8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5" name="Rectangle 86"/>
              <p:cNvSpPr>
                <a:spLocks noChangeArrowheads="1"/>
              </p:cNvSpPr>
              <p:nvPr/>
            </p:nvSpPr>
            <p:spPr bwMode="auto">
              <a:xfrm>
                <a:off x="4234455" y="5014528"/>
                <a:ext cx="10466" cy="603545"/>
              </a:xfrm>
              <a:prstGeom prst="rect">
                <a:avLst/>
              </a:prstGeom>
              <a:solidFill>
                <a:srgbClr val="BDF8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6" name="Rectangle 87"/>
              <p:cNvSpPr>
                <a:spLocks noChangeArrowheads="1"/>
              </p:cNvSpPr>
              <p:nvPr/>
            </p:nvSpPr>
            <p:spPr bwMode="auto">
              <a:xfrm>
                <a:off x="4244921" y="5014528"/>
                <a:ext cx="10466" cy="603545"/>
              </a:xfrm>
              <a:prstGeom prst="rect">
                <a:avLst/>
              </a:prstGeom>
              <a:solidFill>
                <a:srgbClr val="BCF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7" name="Rectangle 88"/>
              <p:cNvSpPr>
                <a:spLocks noChangeArrowheads="1"/>
              </p:cNvSpPr>
              <p:nvPr/>
            </p:nvSpPr>
            <p:spPr bwMode="auto">
              <a:xfrm>
                <a:off x="4255387" y="5014528"/>
                <a:ext cx="10466" cy="603545"/>
              </a:xfrm>
              <a:prstGeom prst="rect">
                <a:avLst/>
              </a:prstGeom>
              <a:solidFill>
                <a:srgbClr val="BCF7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8" name="Rectangle 89"/>
              <p:cNvSpPr>
                <a:spLocks noChangeArrowheads="1"/>
              </p:cNvSpPr>
              <p:nvPr/>
            </p:nvSpPr>
            <p:spPr bwMode="auto">
              <a:xfrm>
                <a:off x="4265854" y="5014528"/>
                <a:ext cx="20932" cy="603545"/>
              </a:xfrm>
              <a:prstGeom prst="rect">
                <a:avLst/>
              </a:prstGeom>
              <a:solidFill>
                <a:srgbClr val="BBF7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79" name="Rectangle 90"/>
              <p:cNvSpPr>
                <a:spLocks noChangeArrowheads="1"/>
              </p:cNvSpPr>
              <p:nvPr/>
            </p:nvSpPr>
            <p:spPr bwMode="auto">
              <a:xfrm>
                <a:off x="4286786" y="5014528"/>
                <a:ext cx="10466" cy="603545"/>
              </a:xfrm>
              <a:prstGeom prst="rect">
                <a:avLst/>
              </a:prstGeom>
              <a:solidFill>
                <a:srgbClr val="BAF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0" name="Rectangle 91"/>
              <p:cNvSpPr>
                <a:spLocks noChangeArrowheads="1"/>
              </p:cNvSpPr>
              <p:nvPr/>
            </p:nvSpPr>
            <p:spPr bwMode="auto">
              <a:xfrm>
                <a:off x="4297252" y="5014528"/>
                <a:ext cx="19188" cy="603545"/>
              </a:xfrm>
              <a:prstGeom prst="rect">
                <a:avLst/>
              </a:prstGeom>
              <a:solidFill>
                <a:srgbClr val="B9F6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1" name="Rectangle 92"/>
              <p:cNvSpPr>
                <a:spLocks noChangeArrowheads="1"/>
              </p:cNvSpPr>
              <p:nvPr/>
            </p:nvSpPr>
            <p:spPr bwMode="auto">
              <a:xfrm>
                <a:off x="4316440" y="5014528"/>
                <a:ext cx="10466" cy="603545"/>
              </a:xfrm>
              <a:prstGeom prst="rect">
                <a:avLst/>
              </a:prstGeom>
              <a:solidFill>
                <a:srgbClr val="B8F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2" name="Rectangle 93"/>
              <p:cNvSpPr>
                <a:spLocks noChangeArrowheads="1"/>
              </p:cNvSpPr>
              <p:nvPr/>
            </p:nvSpPr>
            <p:spPr bwMode="auto">
              <a:xfrm>
                <a:off x="4326906" y="5014528"/>
                <a:ext cx="20932" cy="603545"/>
              </a:xfrm>
              <a:prstGeom prst="rect">
                <a:avLst/>
              </a:prstGeom>
              <a:solidFill>
                <a:srgbClr val="B7F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3" name="Rectangle 94"/>
              <p:cNvSpPr>
                <a:spLocks noChangeArrowheads="1"/>
              </p:cNvSpPr>
              <p:nvPr/>
            </p:nvSpPr>
            <p:spPr bwMode="auto">
              <a:xfrm>
                <a:off x="4347838" y="5014528"/>
                <a:ext cx="10466" cy="603545"/>
              </a:xfrm>
              <a:prstGeom prst="rect">
                <a:avLst/>
              </a:prstGeom>
              <a:solidFill>
                <a:srgbClr val="B6F5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4" name="Rectangle 95"/>
              <p:cNvSpPr>
                <a:spLocks noChangeArrowheads="1"/>
              </p:cNvSpPr>
              <p:nvPr/>
            </p:nvSpPr>
            <p:spPr bwMode="auto">
              <a:xfrm>
                <a:off x="4358304" y="5014528"/>
                <a:ext cx="10466" cy="603545"/>
              </a:xfrm>
              <a:prstGeom prst="rect">
                <a:avLst/>
              </a:prstGeom>
              <a:solidFill>
                <a:srgbClr val="B5F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5" name="Rectangle 96"/>
              <p:cNvSpPr>
                <a:spLocks noChangeArrowheads="1"/>
              </p:cNvSpPr>
              <p:nvPr/>
            </p:nvSpPr>
            <p:spPr bwMode="auto">
              <a:xfrm>
                <a:off x="4368770" y="5014528"/>
                <a:ext cx="20932" cy="603545"/>
              </a:xfrm>
              <a:prstGeom prst="rect">
                <a:avLst/>
              </a:prstGeom>
              <a:solidFill>
                <a:srgbClr val="B4F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6" name="Rectangle 97"/>
              <p:cNvSpPr>
                <a:spLocks noChangeArrowheads="1"/>
              </p:cNvSpPr>
              <p:nvPr/>
            </p:nvSpPr>
            <p:spPr bwMode="auto">
              <a:xfrm>
                <a:off x="4389702" y="5014528"/>
                <a:ext cx="8722" cy="603545"/>
              </a:xfrm>
              <a:prstGeom prst="rect">
                <a:avLst/>
              </a:prstGeom>
              <a:solidFill>
                <a:srgbClr val="B3F4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7" name="Rectangle 98"/>
              <p:cNvSpPr>
                <a:spLocks noChangeArrowheads="1"/>
              </p:cNvSpPr>
              <p:nvPr/>
            </p:nvSpPr>
            <p:spPr bwMode="auto">
              <a:xfrm>
                <a:off x="4398424" y="5014528"/>
                <a:ext cx="10466" cy="603545"/>
              </a:xfrm>
              <a:prstGeom prst="rect">
                <a:avLst/>
              </a:prstGeom>
              <a:solidFill>
                <a:srgbClr val="B2F3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8" name="Rectangle 99"/>
              <p:cNvSpPr>
                <a:spLocks noChangeArrowheads="1"/>
              </p:cNvSpPr>
              <p:nvPr/>
            </p:nvSpPr>
            <p:spPr bwMode="auto">
              <a:xfrm>
                <a:off x="4408890" y="5014528"/>
                <a:ext cx="20932" cy="603545"/>
              </a:xfrm>
              <a:prstGeom prst="rect">
                <a:avLst/>
              </a:prstGeom>
              <a:solidFill>
                <a:srgbClr val="B1F3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89" name="Rectangle 100"/>
              <p:cNvSpPr>
                <a:spLocks noChangeArrowheads="1"/>
              </p:cNvSpPr>
              <p:nvPr/>
            </p:nvSpPr>
            <p:spPr bwMode="auto">
              <a:xfrm>
                <a:off x="4429823" y="5014528"/>
                <a:ext cx="10466" cy="603545"/>
              </a:xfrm>
              <a:prstGeom prst="rect">
                <a:avLst/>
              </a:prstGeom>
              <a:solidFill>
                <a:srgbClr val="B0F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0" name="Rectangle 101"/>
              <p:cNvSpPr>
                <a:spLocks noChangeArrowheads="1"/>
              </p:cNvSpPr>
              <p:nvPr/>
            </p:nvSpPr>
            <p:spPr bwMode="auto">
              <a:xfrm>
                <a:off x="4440289" y="5014528"/>
                <a:ext cx="20932" cy="603545"/>
              </a:xfrm>
              <a:prstGeom prst="rect">
                <a:avLst/>
              </a:prstGeom>
              <a:solidFill>
                <a:srgbClr val="AFF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1" name="Rectangle 102"/>
              <p:cNvSpPr>
                <a:spLocks noChangeArrowheads="1"/>
              </p:cNvSpPr>
              <p:nvPr/>
            </p:nvSpPr>
            <p:spPr bwMode="auto">
              <a:xfrm>
                <a:off x="4461221" y="5014528"/>
                <a:ext cx="10466" cy="603545"/>
              </a:xfrm>
              <a:prstGeom prst="rect">
                <a:avLst/>
              </a:prstGeom>
              <a:solidFill>
                <a:srgbClr val="AEF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2" name="Rectangle 103"/>
              <p:cNvSpPr>
                <a:spLocks noChangeArrowheads="1"/>
              </p:cNvSpPr>
              <p:nvPr/>
            </p:nvSpPr>
            <p:spPr bwMode="auto">
              <a:xfrm>
                <a:off x="4471687" y="5014528"/>
                <a:ext cx="8722" cy="603545"/>
              </a:xfrm>
              <a:prstGeom prst="rect">
                <a:avLst/>
              </a:prstGeom>
              <a:solidFill>
                <a:srgbClr val="ADF1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3" name="Rectangle 104"/>
              <p:cNvSpPr>
                <a:spLocks noChangeArrowheads="1"/>
              </p:cNvSpPr>
              <p:nvPr/>
            </p:nvSpPr>
            <p:spPr bwMode="auto">
              <a:xfrm>
                <a:off x="4480409" y="5014528"/>
                <a:ext cx="20932" cy="603545"/>
              </a:xfrm>
              <a:prstGeom prst="rect">
                <a:avLst/>
              </a:prstGeom>
              <a:solidFill>
                <a:srgbClr val="ACF0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4" name="Rectangle 105"/>
              <p:cNvSpPr>
                <a:spLocks noChangeArrowheads="1"/>
              </p:cNvSpPr>
              <p:nvPr/>
            </p:nvSpPr>
            <p:spPr bwMode="auto">
              <a:xfrm>
                <a:off x="4501341" y="5014528"/>
                <a:ext cx="10466" cy="603545"/>
              </a:xfrm>
              <a:prstGeom prst="rect">
                <a:avLst/>
              </a:prstGeom>
              <a:solidFill>
                <a:srgbClr val="ABF0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5" name="Rectangle 106"/>
              <p:cNvSpPr>
                <a:spLocks noChangeArrowheads="1"/>
              </p:cNvSpPr>
              <p:nvPr/>
            </p:nvSpPr>
            <p:spPr bwMode="auto">
              <a:xfrm>
                <a:off x="4511807" y="5014528"/>
                <a:ext cx="10466" cy="603545"/>
              </a:xfrm>
              <a:prstGeom prst="rect">
                <a:avLst/>
              </a:prstGeom>
              <a:solidFill>
                <a:srgbClr val="AAEF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6" name="Rectangle 107"/>
              <p:cNvSpPr>
                <a:spLocks noChangeArrowheads="1"/>
              </p:cNvSpPr>
              <p:nvPr/>
            </p:nvSpPr>
            <p:spPr bwMode="auto">
              <a:xfrm>
                <a:off x="4522273" y="5014528"/>
                <a:ext cx="10466" cy="603545"/>
              </a:xfrm>
              <a:prstGeom prst="rect">
                <a:avLst/>
              </a:prstGeom>
              <a:solidFill>
                <a:srgbClr val="A9E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7" name="Rectangle 108"/>
              <p:cNvSpPr>
                <a:spLocks noChangeArrowheads="1"/>
              </p:cNvSpPr>
              <p:nvPr/>
            </p:nvSpPr>
            <p:spPr bwMode="auto">
              <a:xfrm>
                <a:off x="4532739" y="5014528"/>
                <a:ext cx="10466" cy="603545"/>
              </a:xfrm>
              <a:prstGeom prst="rect">
                <a:avLst/>
              </a:prstGeom>
              <a:solidFill>
                <a:srgbClr val="A9E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8" name="Rectangle 109"/>
              <p:cNvSpPr>
                <a:spLocks noChangeArrowheads="1"/>
              </p:cNvSpPr>
              <p:nvPr/>
            </p:nvSpPr>
            <p:spPr bwMode="auto">
              <a:xfrm>
                <a:off x="4543205" y="5014528"/>
                <a:ext cx="10466" cy="603545"/>
              </a:xfrm>
              <a:prstGeom prst="rect">
                <a:avLst/>
              </a:prstGeom>
              <a:solidFill>
                <a:srgbClr val="A8EE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099" name="Rectangle 110"/>
              <p:cNvSpPr>
                <a:spLocks noChangeArrowheads="1"/>
              </p:cNvSpPr>
              <p:nvPr/>
            </p:nvSpPr>
            <p:spPr bwMode="auto">
              <a:xfrm>
                <a:off x="4553671" y="5014528"/>
                <a:ext cx="8722" cy="603545"/>
              </a:xfrm>
              <a:prstGeom prst="rect">
                <a:avLst/>
              </a:prstGeom>
              <a:solidFill>
                <a:srgbClr val="A7EE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0" name="Rectangle 111"/>
              <p:cNvSpPr>
                <a:spLocks noChangeArrowheads="1"/>
              </p:cNvSpPr>
              <p:nvPr/>
            </p:nvSpPr>
            <p:spPr bwMode="auto">
              <a:xfrm>
                <a:off x="4562393" y="5014528"/>
                <a:ext cx="10466" cy="603545"/>
              </a:xfrm>
              <a:prstGeom prst="rect">
                <a:avLst/>
              </a:prstGeom>
              <a:solidFill>
                <a:srgbClr val="A6EE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1" name="Rectangle 112"/>
              <p:cNvSpPr>
                <a:spLocks noChangeArrowheads="1"/>
              </p:cNvSpPr>
              <p:nvPr/>
            </p:nvSpPr>
            <p:spPr bwMode="auto">
              <a:xfrm>
                <a:off x="4572859" y="5014528"/>
                <a:ext cx="10466" cy="603545"/>
              </a:xfrm>
              <a:prstGeom prst="rect">
                <a:avLst/>
              </a:prstGeom>
              <a:solidFill>
                <a:srgbClr val="A6ED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2" name="Rectangle 113"/>
              <p:cNvSpPr>
                <a:spLocks noChangeArrowheads="1"/>
              </p:cNvSpPr>
              <p:nvPr/>
            </p:nvSpPr>
            <p:spPr bwMode="auto">
              <a:xfrm>
                <a:off x="3466941" y="5014528"/>
                <a:ext cx="1116385" cy="603545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3" name="Rectangle 114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4" name="Rectangle 115"/>
              <p:cNvSpPr>
                <a:spLocks noChangeArrowheads="1"/>
              </p:cNvSpPr>
              <p:nvPr/>
            </p:nvSpPr>
            <p:spPr bwMode="auto">
              <a:xfrm>
                <a:off x="4429823" y="5065114"/>
                <a:ext cx="102917" cy="163969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5" name="Rectangle 116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6" name="Rectangle 117"/>
              <p:cNvSpPr>
                <a:spLocks noChangeArrowheads="1"/>
              </p:cNvSpPr>
              <p:nvPr/>
            </p:nvSpPr>
            <p:spPr bwMode="auto">
              <a:xfrm>
                <a:off x="4398424" y="5086047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7" name="Rectangle 118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8" name="Rectangle 119"/>
              <p:cNvSpPr>
                <a:spLocks noChangeArrowheads="1"/>
              </p:cNvSpPr>
              <p:nvPr/>
            </p:nvSpPr>
            <p:spPr bwMode="auto">
              <a:xfrm>
                <a:off x="4398424" y="5157565"/>
                <a:ext cx="62797" cy="40120"/>
              </a:xfrm>
              <a:prstGeom prst="rect">
                <a:avLst/>
              </a:prstGeom>
              <a:noFill/>
              <a:ln w="9525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09" name="Rectangle 120"/>
              <p:cNvSpPr>
                <a:spLocks noChangeArrowheads="1"/>
              </p:cNvSpPr>
              <p:nvPr/>
            </p:nvSpPr>
            <p:spPr bwMode="auto">
              <a:xfrm>
                <a:off x="3676778" y="5201375"/>
                <a:ext cx="692497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Device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900" b="1" dirty="0">
                    <a:solidFill>
                      <a:srgbClr val="000000"/>
                    </a:solidFill>
                  </a:rPr>
                  <a:t>Co</a:t>
                </a:r>
                <a:r>
                  <a:rPr kumimoji="0" lang="en-US" altLang="ko-KR" sz="9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nnectivity</a:t>
                </a:r>
                <a:endParaRPr kumimoji="0" lang="ko-KR" altLang="ko-KR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3944719" y="3888382"/>
              <a:ext cx="204089" cy="453683"/>
              <a:chOff x="2685538" y="3571446"/>
              <a:chExt cx="204089" cy="453683"/>
            </a:xfrm>
          </p:grpSpPr>
          <p:sp>
            <p:nvSpPr>
              <p:cNvPr id="1110" name="Oval 347"/>
              <p:cNvSpPr>
                <a:spLocks noChangeArrowheads="1"/>
              </p:cNvSpPr>
              <p:nvPr/>
            </p:nvSpPr>
            <p:spPr bwMode="auto">
              <a:xfrm>
                <a:off x="2720425" y="3739298"/>
                <a:ext cx="134315" cy="132570"/>
              </a:xfrm>
              <a:prstGeom prst="ellipse">
                <a:avLst/>
              </a:prstGeom>
              <a:solidFill>
                <a:srgbClr val="FCF2E3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sp>
            <p:nvSpPr>
              <p:cNvPr id="1111" name="Freeform 367"/>
              <p:cNvSpPr>
                <a:spLocks/>
              </p:cNvSpPr>
              <p:nvPr/>
            </p:nvSpPr>
            <p:spPr bwMode="auto">
              <a:xfrm rot="16200000">
                <a:off x="2736124" y="3653419"/>
                <a:ext cx="102917" cy="204089"/>
              </a:xfrm>
              <a:custGeom>
                <a:avLst/>
                <a:gdLst>
                  <a:gd name="T0" fmla="*/ 0 w 59"/>
                  <a:gd name="T1" fmla="*/ 117 h 117"/>
                  <a:gd name="T2" fmla="*/ 59 w 59"/>
                  <a:gd name="T3" fmla="*/ 59 h 117"/>
                  <a:gd name="T4" fmla="*/ 0 w 59"/>
                  <a:gd name="T5" fmla="*/ 0 h 117"/>
                  <a:gd name="T6" fmla="*/ 0 w 59"/>
                  <a:gd name="T7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117">
                    <a:moveTo>
                      <a:pt x="0" y="117"/>
                    </a:moveTo>
                    <a:cubicBezTo>
                      <a:pt x="33" y="117"/>
                      <a:pt x="59" y="91"/>
                      <a:pt x="59" y="59"/>
                    </a:cubicBezTo>
                    <a:cubicBezTo>
                      <a:pt x="59" y="27"/>
                      <a:pt x="3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rgbClr val="000000"/>
                </a:solidFill>
                <a:prstDash val="solid"/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900"/>
              </a:p>
            </p:txBody>
          </p:sp>
          <p:cxnSp>
            <p:nvCxnSpPr>
              <p:cNvPr id="1112" name="직선 연결선 1111"/>
              <p:cNvCxnSpPr>
                <a:stCxn id="1110" idx="4"/>
              </p:cNvCxnSpPr>
              <p:nvPr/>
            </p:nvCxnSpPr>
            <p:spPr>
              <a:xfrm>
                <a:off x="2787583" y="3871868"/>
                <a:ext cx="872" cy="1532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3" name="직선 연결선 1112"/>
              <p:cNvCxnSpPr>
                <a:endCxn id="1110" idx="0"/>
              </p:cNvCxnSpPr>
              <p:nvPr/>
            </p:nvCxnSpPr>
            <p:spPr>
              <a:xfrm>
                <a:off x="2783938" y="3571446"/>
                <a:ext cx="3645" cy="1678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4" name="Oval 347"/>
            <p:cNvSpPr>
              <a:spLocks noChangeArrowheads="1"/>
            </p:cNvSpPr>
            <p:nvPr/>
          </p:nvSpPr>
          <p:spPr bwMode="auto">
            <a:xfrm>
              <a:off x="5299054" y="4044276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5" name="Freeform 367"/>
            <p:cNvSpPr>
              <a:spLocks/>
            </p:cNvSpPr>
            <p:nvPr/>
          </p:nvSpPr>
          <p:spPr bwMode="auto">
            <a:xfrm rot="16200000">
              <a:off x="5314753" y="3958397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1116" name="직선 연결선 1115"/>
            <p:cNvCxnSpPr>
              <a:stCxn id="1114" idx="4"/>
            </p:cNvCxnSpPr>
            <p:nvPr/>
          </p:nvCxnSpPr>
          <p:spPr>
            <a:xfrm>
              <a:off x="5366212" y="4176846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직선 연결선 1116"/>
            <p:cNvCxnSpPr>
              <a:endCxn id="1114" idx="0"/>
            </p:cNvCxnSpPr>
            <p:nvPr/>
          </p:nvCxnSpPr>
          <p:spPr>
            <a:xfrm>
              <a:off x="5362567" y="3876424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8" name="Oval 347"/>
            <p:cNvSpPr>
              <a:spLocks noChangeArrowheads="1"/>
            </p:cNvSpPr>
            <p:nvPr/>
          </p:nvSpPr>
          <p:spPr bwMode="auto">
            <a:xfrm>
              <a:off x="6666457" y="4040068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19" name="Freeform 367"/>
            <p:cNvSpPr>
              <a:spLocks/>
            </p:cNvSpPr>
            <p:nvPr/>
          </p:nvSpPr>
          <p:spPr bwMode="auto">
            <a:xfrm rot="16200000">
              <a:off x="6682156" y="3954189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1120" name="직선 연결선 1119"/>
            <p:cNvCxnSpPr>
              <a:stCxn id="1118" idx="4"/>
            </p:cNvCxnSpPr>
            <p:nvPr/>
          </p:nvCxnSpPr>
          <p:spPr>
            <a:xfrm>
              <a:off x="6733615" y="4172638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직선 연결선 1120"/>
            <p:cNvCxnSpPr>
              <a:endCxn id="1118" idx="0"/>
            </p:cNvCxnSpPr>
            <p:nvPr/>
          </p:nvCxnSpPr>
          <p:spPr>
            <a:xfrm>
              <a:off x="6729970" y="3872216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2" name="Oval 347"/>
            <p:cNvSpPr>
              <a:spLocks noChangeArrowheads="1"/>
            </p:cNvSpPr>
            <p:nvPr/>
          </p:nvSpPr>
          <p:spPr bwMode="auto">
            <a:xfrm>
              <a:off x="7949808" y="4065913"/>
              <a:ext cx="134315" cy="132570"/>
            </a:xfrm>
            <a:prstGeom prst="ellipse">
              <a:avLst/>
            </a:prstGeom>
            <a:solidFill>
              <a:srgbClr val="FCF2E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sp>
          <p:nvSpPr>
            <p:cNvPr id="1123" name="Freeform 367"/>
            <p:cNvSpPr>
              <a:spLocks/>
            </p:cNvSpPr>
            <p:nvPr/>
          </p:nvSpPr>
          <p:spPr bwMode="auto">
            <a:xfrm rot="16200000">
              <a:off x="7965507" y="3980034"/>
              <a:ext cx="102917" cy="204089"/>
            </a:xfrm>
            <a:custGeom>
              <a:avLst/>
              <a:gdLst>
                <a:gd name="T0" fmla="*/ 0 w 59"/>
                <a:gd name="T1" fmla="*/ 117 h 117"/>
                <a:gd name="T2" fmla="*/ 59 w 59"/>
                <a:gd name="T3" fmla="*/ 59 h 117"/>
                <a:gd name="T4" fmla="*/ 0 w 59"/>
                <a:gd name="T5" fmla="*/ 0 h 117"/>
                <a:gd name="T6" fmla="*/ 0 w 59"/>
                <a:gd name="T7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17">
                  <a:moveTo>
                    <a:pt x="0" y="117"/>
                  </a:moveTo>
                  <a:cubicBezTo>
                    <a:pt x="33" y="117"/>
                    <a:pt x="59" y="91"/>
                    <a:pt x="59" y="59"/>
                  </a:cubicBezTo>
                  <a:cubicBezTo>
                    <a:pt x="59" y="27"/>
                    <a:pt x="3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/>
            </a:p>
          </p:txBody>
        </p:sp>
        <p:cxnSp>
          <p:nvCxnSpPr>
            <p:cNvPr id="1124" name="직선 연결선 1123"/>
            <p:cNvCxnSpPr>
              <a:stCxn id="1122" idx="4"/>
            </p:cNvCxnSpPr>
            <p:nvPr/>
          </p:nvCxnSpPr>
          <p:spPr>
            <a:xfrm>
              <a:off x="8016966" y="4198483"/>
              <a:ext cx="872" cy="153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직선 연결선 1124"/>
            <p:cNvCxnSpPr>
              <a:endCxn id="1122" idx="0"/>
            </p:cNvCxnSpPr>
            <p:nvPr/>
          </p:nvCxnSpPr>
          <p:spPr>
            <a:xfrm>
              <a:off x="8013321" y="3898061"/>
              <a:ext cx="3645" cy="167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391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컴포넌트 자동화 테스트 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플랫폼 자동화 테스트 환경 구축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목적 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dirty="0"/>
              <a:t>자동화 테스트 환경 및 테스트 케이스를 구축하여 플랫폼의 안정성을 검증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테스트 결과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Test Case : 317 </a:t>
            </a:r>
            <a:r>
              <a:rPr lang="en-US" altLang="ko-KR" dirty="0" err="1"/>
              <a:t>ea</a:t>
            </a:r>
            <a:r>
              <a:rPr lang="en-US" altLang="ko-KR" dirty="0"/>
              <a:t> ( class : 84%, Code : 18%)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플랫폼 아키텍처 검증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591562" y="2964697"/>
            <a:ext cx="5519660" cy="3151816"/>
            <a:chOff x="1549674" y="2622166"/>
            <a:chExt cx="6360694" cy="2519747"/>
          </a:xfrm>
        </p:grpSpPr>
        <p:sp>
          <p:nvSpPr>
            <p:cNvPr id="7" name="직사각형 6"/>
            <p:cNvSpPr/>
            <p:nvPr/>
          </p:nvSpPr>
          <p:spPr>
            <a:xfrm>
              <a:off x="1554740" y="4359278"/>
              <a:ext cx="6355628" cy="7826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</a:rPr>
                <a:t>Technical</a:t>
              </a:r>
              <a:endParaRPr lang="ko-KR" altLang="en-US" sz="1200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549674" y="3546868"/>
              <a:ext cx="6360693" cy="7826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</a:rPr>
                <a:t>Domain</a:t>
              </a:r>
              <a:endParaRPr lang="ko-KR" altLang="en-US" sz="1200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549674" y="2622166"/>
              <a:ext cx="5386802" cy="8950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en-US" altLang="ko-KR" sz="1200" b="1" dirty="0">
                  <a:solidFill>
                    <a:schemeClr val="accent1">
                      <a:lumMod val="50000"/>
                    </a:schemeClr>
                  </a:solidFill>
                </a:rPr>
                <a:t>Application</a:t>
              </a:r>
              <a:endParaRPr lang="ko-KR" altLang="en-US" sz="12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45891" y="2788455"/>
              <a:ext cx="1508707" cy="508248"/>
              <a:chOff x="4039166" y="6231520"/>
              <a:chExt cx="1172060" cy="508248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5" name="Rectangle 58"/>
              <p:cNvSpPr>
                <a:spLocks noChangeArrowheads="1"/>
              </p:cNvSpPr>
              <p:nvPr/>
            </p:nvSpPr>
            <p:spPr bwMode="auto">
              <a:xfrm>
                <a:off x="4039166" y="6231520"/>
                <a:ext cx="1172060" cy="508248"/>
              </a:xfrm>
              <a:prstGeom prst="rect">
                <a:avLst/>
              </a:prstGeom>
              <a:grp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 dirty="0">
                    <a:latin typeface="+mn-ea"/>
                  </a:rPr>
                  <a:t>자동화 테스트 </a:t>
                </a:r>
                <a:endParaRPr lang="en-US" altLang="ko-KR" sz="900" b="1" dirty="0">
                  <a:latin typeface="+mn-ea"/>
                </a:endParaRPr>
              </a:p>
              <a:p>
                <a:pPr algn="ctr"/>
                <a:r>
                  <a:rPr lang="ko-KR" altLang="en-US" sz="900" b="1" dirty="0">
                    <a:latin typeface="+mn-ea"/>
                  </a:rPr>
                  <a:t>스크립트</a:t>
                </a:r>
                <a:endParaRPr lang="en-US" altLang="ko-KR" sz="900" b="1" dirty="0">
                  <a:latin typeface="+mn-ea"/>
                </a:endParaRPr>
              </a:p>
              <a:p>
                <a:pPr algn="ctr"/>
                <a:r>
                  <a:rPr lang="en-US" altLang="ko-KR" sz="900" b="1" dirty="0">
                    <a:latin typeface="+mn-ea"/>
                  </a:rPr>
                  <a:t>(</a:t>
                </a:r>
                <a:r>
                  <a:rPr lang="en-US" altLang="ko-KR" sz="900" b="1" dirty="0" err="1">
                    <a:latin typeface="+mn-ea"/>
                  </a:rPr>
                  <a:t>GoogleTest</a:t>
                </a:r>
                <a:r>
                  <a:rPr lang="en-US" altLang="ko-KR" sz="900" b="1" dirty="0">
                    <a:latin typeface="+mn-ea"/>
                  </a:rPr>
                  <a:t>)</a:t>
                </a:r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  <a:grpFill/>
            </p:grpSpPr>
            <p:sp>
              <p:nvSpPr>
                <p:cNvPr id="17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9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22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24" name="그룹 23"/>
            <p:cNvGrpSpPr/>
            <p:nvPr/>
          </p:nvGrpSpPr>
          <p:grpSpPr>
            <a:xfrm>
              <a:off x="3125352" y="3669212"/>
              <a:ext cx="913453" cy="508248"/>
              <a:chOff x="4309246" y="6231520"/>
              <a:chExt cx="939438" cy="508248"/>
            </a:xfrm>
          </p:grpSpPr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 err="1">
                    <a:latin typeface="+mn-ea"/>
                  </a:rPr>
                  <a:t>Audio_Video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26" name="그룹 25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</p:grpSpPr>
            <p:sp>
              <p:nvSpPr>
                <p:cNvPr id="27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28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29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30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31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32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69" name="그룹 68"/>
            <p:cNvGrpSpPr/>
            <p:nvPr/>
          </p:nvGrpSpPr>
          <p:grpSpPr>
            <a:xfrm>
              <a:off x="5043780" y="3662878"/>
              <a:ext cx="913453" cy="508248"/>
              <a:chOff x="4309246" y="6231520"/>
              <a:chExt cx="939438" cy="508248"/>
            </a:xfrm>
          </p:grpSpPr>
          <p:sp>
            <p:nvSpPr>
              <p:cNvPr id="70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Record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71" name="그룹 70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</p:grpSpPr>
            <p:sp>
              <p:nvSpPr>
                <p:cNvPr id="72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73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74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75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76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77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78" name="그룹 77"/>
            <p:cNvGrpSpPr/>
            <p:nvPr/>
          </p:nvGrpSpPr>
          <p:grpSpPr>
            <a:xfrm>
              <a:off x="2934785" y="4523958"/>
              <a:ext cx="913453" cy="508248"/>
              <a:chOff x="4309246" y="6231520"/>
              <a:chExt cx="939438" cy="508248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79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Network</a:t>
                </a:r>
              </a:p>
              <a:p>
                <a:pPr algn="ctr"/>
                <a:r>
                  <a:rPr lang="en-US" altLang="ko-KR" sz="900" b="1" dirty="0">
                    <a:latin typeface="+mn-ea"/>
                  </a:rPr>
                  <a:t>Service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80" name="그룹 79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  <a:grpFill/>
            </p:grpSpPr>
            <p:sp>
              <p:nvSpPr>
                <p:cNvPr id="81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82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83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84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85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86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</p:grpSp>
        </p:grpSp>
        <p:grpSp>
          <p:nvGrpSpPr>
            <p:cNvPr id="87" name="그룹 86"/>
            <p:cNvGrpSpPr/>
            <p:nvPr/>
          </p:nvGrpSpPr>
          <p:grpSpPr>
            <a:xfrm>
              <a:off x="1968055" y="4511320"/>
              <a:ext cx="913453" cy="508248"/>
              <a:chOff x="4309246" y="6231520"/>
              <a:chExt cx="939438" cy="508248"/>
            </a:xfrm>
          </p:grpSpPr>
          <p:sp>
            <p:nvSpPr>
              <p:cNvPr id="88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>
                    <a:latin typeface="+mn-ea"/>
                  </a:rPr>
                  <a:t>Framework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89" name="그룹 88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</p:grpSpPr>
            <p:sp>
              <p:nvSpPr>
                <p:cNvPr id="90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91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92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93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94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95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105" name="그룹 104"/>
            <p:cNvGrpSpPr/>
            <p:nvPr/>
          </p:nvGrpSpPr>
          <p:grpSpPr>
            <a:xfrm>
              <a:off x="6864090" y="4511054"/>
              <a:ext cx="913453" cy="508248"/>
              <a:chOff x="4309246" y="6231520"/>
              <a:chExt cx="939438" cy="508248"/>
            </a:xfrm>
          </p:grpSpPr>
          <p:sp>
            <p:nvSpPr>
              <p:cNvPr id="106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Storage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107" name="그룹 106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</p:grpSpPr>
            <p:sp>
              <p:nvSpPr>
                <p:cNvPr id="108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09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0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1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2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rgbClr val="FCF2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3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no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114" name="그룹 113"/>
            <p:cNvGrpSpPr/>
            <p:nvPr/>
          </p:nvGrpSpPr>
          <p:grpSpPr>
            <a:xfrm>
              <a:off x="3895634" y="4519645"/>
              <a:ext cx="913453" cy="508248"/>
              <a:chOff x="4309246" y="6231520"/>
              <a:chExt cx="939438" cy="50824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15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grp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Sensor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116" name="그룹 115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  <a:grpFill/>
            </p:grpSpPr>
            <p:sp>
              <p:nvSpPr>
                <p:cNvPr id="117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8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19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0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1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2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123" name="그룹 122"/>
            <p:cNvGrpSpPr/>
            <p:nvPr/>
          </p:nvGrpSpPr>
          <p:grpSpPr>
            <a:xfrm>
              <a:off x="4845849" y="4511343"/>
              <a:ext cx="913453" cy="508248"/>
              <a:chOff x="4309246" y="6231520"/>
              <a:chExt cx="939438" cy="50824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24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grp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Actuator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125" name="그룹 124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  <a:grpFill/>
            </p:grpSpPr>
            <p:sp>
              <p:nvSpPr>
                <p:cNvPr id="126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7" name="Rectangle 172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8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29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30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131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grpSp>
          <p:nvGrpSpPr>
            <p:cNvPr id="141" name="그룹 140"/>
            <p:cNvGrpSpPr/>
            <p:nvPr/>
          </p:nvGrpSpPr>
          <p:grpSpPr>
            <a:xfrm>
              <a:off x="5818620" y="4511054"/>
              <a:ext cx="913453" cy="508248"/>
              <a:chOff x="4309246" y="6231520"/>
              <a:chExt cx="939438" cy="508248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42" name="Rectangle 58"/>
              <p:cNvSpPr>
                <a:spLocks noChangeArrowheads="1"/>
              </p:cNvSpPr>
              <p:nvPr/>
            </p:nvSpPr>
            <p:spPr bwMode="auto">
              <a:xfrm>
                <a:off x="4309246" y="6231520"/>
                <a:ext cx="939438" cy="5082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900" b="1" dirty="0">
                    <a:latin typeface="+mn-ea"/>
                  </a:rPr>
                  <a:t>Serial</a:t>
                </a:r>
                <a:endParaRPr lang="ko-KR" altLang="en-US" sz="900" b="1" dirty="0">
                  <a:latin typeface="+mn-ea"/>
                </a:endParaRPr>
              </a:p>
            </p:txBody>
          </p:sp>
          <p:grpSp>
            <p:nvGrpSpPr>
              <p:cNvPr id="143" name="그룹 142"/>
              <p:cNvGrpSpPr/>
              <p:nvPr/>
            </p:nvGrpSpPr>
            <p:grpSpPr>
              <a:xfrm>
                <a:off x="5099740" y="6251842"/>
                <a:ext cx="111486" cy="139358"/>
                <a:chOff x="4034426" y="5648038"/>
                <a:chExt cx="111486" cy="139358"/>
              </a:xfrm>
              <a:grpFill/>
            </p:grpSpPr>
            <p:sp>
              <p:nvSpPr>
                <p:cNvPr id="144" name="Rectangle 171"/>
                <p:cNvSpPr>
                  <a:spLocks noChangeArrowheads="1"/>
                </p:cNvSpPr>
                <p:nvPr/>
              </p:nvSpPr>
              <p:spPr bwMode="auto">
                <a:xfrm>
                  <a:off x="4059018" y="5648038"/>
                  <a:ext cx="86894" cy="13935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146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147" name="Rectangle 174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148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  <p:sp>
              <p:nvSpPr>
                <p:cNvPr id="149" name="Rectangle 176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>
                    <a:latin typeface="+mn-ea"/>
                  </a:endParaRPr>
                </a:p>
              </p:txBody>
            </p:sp>
          </p:grpSp>
        </p:grpSp>
        <p:grpSp>
          <p:nvGrpSpPr>
            <p:cNvPr id="207" name="그룹 206"/>
            <p:cNvGrpSpPr/>
            <p:nvPr/>
          </p:nvGrpSpPr>
          <p:grpSpPr>
            <a:xfrm>
              <a:off x="4163488" y="2788455"/>
              <a:ext cx="1655130" cy="508248"/>
              <a:chOff x="5099740" y="6079120"/>
              <a:chExt cx="1285811" cy="508248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08" name="Rectangle 58"/>
              <p:cNvSpPr>
                <a:spLocks noChangeArrowheads="1"/>
              </p:cNvSpPr>
              <p:nvPr/>
            </p:nvSpPr>
            <p:spPr bwMode="auto">
              <a:xfrm>
                <a:off x="5213491" y="6079120"/>
                <a:ext cx="1172060" cy="508248"/>
              </a:xfrm>
              <a:prstGeom prst="rect">
                <a:avLst/>
              </a:prstGeom>
              <a:grpFill/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 dirty="0">
                    <a:latin typeface="+mn-ea"/>
                  </a:rPr>
                  <a:t>자동화 </a:t>
                </a:r>
                <a:r>
                  <a:rPr lang="en-US" altLang="ko-KR" sz="900" b="1" dirty="0">
                    <a:latin typeface="+mn-ea"/>
                  </a:rPr>
                  <a:t>Mock</a:t>
                </a:r>
              </a:p>
              <a:p>
                <a:pPr algn="ctr"/>
                <a:r>
                  <a:rPr lang="ko-KR" altLang="en-US" sz="900" b="1" dirty="0">
                    <a:latin typeface="+mn-ea"/>
                  </a:rPr>
                  <a:t>스크립트</a:t>
                </a:r>
                <a:endParaRPr lang="en-US" altLang="ko-KR" sz="900" b="1" dirty="0">
                  <a:latin typeface="+mn-ea"/>
                </a:endParaRPr>
              </a:p>
              <a:p>
                <a:pPr algn="ctr"/>
                <a:r>
                  <a:rPr lang="en-US" altLang="ko-KR" sz="900" b="1" dirty="0">
                    <a:latin typeface="+mn-ea"/>
                  </a:rPr>
                  <a:t>(</a:t>
                </a:r>
                <a:r>
                  <a:rPr lang="en-US" altLang="ko-KR" sz="900" b="1" dirty="0" err="1">
                    <a:latin typeface="+mn-ea"/>
                  </a:rPr>
                  <a:t>GoogleMock</a:t>
                </a:r>
                <a:r>
                  <a:rPr lang="en-US" altLang="ko-KR" sz="900" b="1" dirty="0">
                    <a:latin typeface="+mn-ea"/>
                  </a:rPr>
                  <a:t>)</a:t>
                </a:r>
              </a:p>
            </p:txBody>
          </p:sp>
          <p:grpSp>
            <p:nvGrpSpPr>
              <p:cNvPr id="209" name="그룹 208"/>
              <p:cNvGrpSpPr/>
              <p:nvPr/>
            </p:nvGrpSpPr>
            <p:grpSpPr>
              <a:xfrm>
                <a:off x="5099740" y="6269876"/>
                <a:ext cx="50825" cy="95092"/>
                <a:chOff x="4034426" y="5666072"/>
                <a:chExt cx="50825" cy="95092"/>
              </a:xfrm>
              <a:grpFill/>
            </p:grpSpPr>
            <p:sp>
              <p:nvSpPr>
                <p:cNvPr id="212" name="Rectangle 173"/>
                <p:cNvSpPr>
                  <a:spLocks noChangeArrowheads="1"/>
                </p:cNvSpPr>
                <p:nvPr/>
              </p:nvSpPr>
              <p:spPr bwMode="auto">
                <a:xfrm>
                  <a:off x="4034426" y="5666072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  <p:sp>
              <p:nvSpPr>
                <p:cNvPr id="214" name="Rectangle 175"/>
                <p:cNvSpPr>
                  <a:spLocks noChangeArrowheads="1"/>
                </p:cNvSpPr>
                <p:nvPr/>
              </p:nvSpPr>
              <p:spPr bwMode="auto">
                <a:xfrm>
                  <a:off x="4034426" y="5726734"/>
                  <a:ext cx="50825" cy="3443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900"/>
                </a:p>
              </p:txBody>
            </p:sp>
          </p:grpSp>
        </p:grpSp>
        <p:cxnSp>
          <p:nvCxnSpPr>
            <p:cNvPr id="216" name="구부러진 연결선 408"/>
            <p:cNvCxnSpPr>
              <a:stCxn id="15" idx="2"/>
              <a:endCxn id="25" idx="0"/>
            </p:cNvCxnSpPr>
            <p:nvPr/>
          </p:nvCxnSpPr>
          <p:spPr>
            <a:xfrm rot="16200000" flipH="1">
              <a:off x="3304908" y="3392040"/>
              <a:ext cx="372509" cy="18183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구부러진 연결선 408"/>
            <p:cNvCxnSpPr>
              <a:stCxn id="25" idx="2"/>
              <a:endCxn id="115" idx="0"/>
            </p:cNvCxnSpPr>
            <p:nvPr/>
          </p:nvCxnSpPr>
          <p:spPr>
            <a:xfrm rot="16200000" flipH="1">
              <a:off x="3796128" y="3963411"/>
              <a:ext cx="342185" cy="77028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구부러진 연결선 408"/>
            <p:cNvCxnSpPr>
              <a:stCxn id="115" idx="2"/>
              <a:endCxn id="208" idx="3"/>
            </p:cNvCxnSpPr>
            <p:nvPr/>
          </p:nvCxnSpPr>
          <p:spPr>
            <a:xfrm rot="5400000" flipH="1" flipV="1">
              <a:off x="4092832" y="3302105"/>
              <a:ext cx="1985313" cy="1466260"/>
            </a:xfrm>
            <a:prstGeom prst="curvedConnector4">
              <a:avLst>
                <a:gd name="adj1" fmla="val -11445"/>
                <a:gd name="adj2" fmla="val 122842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구부러진 연결선 408"/>
            <p:cNvCxnSpPr>
              <a:stCxn id="25" idx="2"/>
              <a:endCxn id="88" idx="0"/>
            </p:cNvCxnSpPr>
            <p:nvPr/>
          </p:nvCxnSpPr>
          <p:spPr>
            <a:xfrm rot="5400000">
              <a:off x="2836501" y="3765742"/>
              <a:ext cx="333860" cy="1157297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구부러진 연결선 408"/>
            <p:cNvCxnSpPr>
              <a:stCxn id="15" idx="2"/>
            </p:cNvCxnSpPr>
            <p:nvPr/>
          </p:nvCxnSpPr>
          <p:spPr>
            <a:xfrm rot="16200000" flipH="1">
              <a:off x="4109791" y="2587157"/>
              <a:ext cx="352190" cy="1771281"/>
            </a:xfrm>
            <a:prstGeom prst="curvedConnector2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구부러진 연결선 408"/>
            <p:cNvCxnSpPr>
              <a:stCxn id="70" idx="2"/>
              <a:endCxn id="79" idx="0"/>
            </p:cNvCxnSpPr>
            <p:nvPr/>
          </p:nvCxnSpPr>
          <p:spPr>
            <a:xfrm rot="5400000">
              <a:off x="4269594" y="3293045"/>
              <a:ext cx="352832" cy="2108995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구부러진 연결선 408"/>
            <p:cNvCxnSpPr>
              <a:stCxn id="70" idx="2"/>
              <a:endCxn id="106" idx="0"/>
            </p:cNvCxnSpPr>
            <p:nvPr/>
          </p:nvCxnSpPr>
          <p:spPr>
            <a:xfrm rot="16200000" flipH="1">
              <a:off x="6240698" y="3430935"/>
              <a:ext cx="339928" cy="182031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02" y="2892497"/>
            <a:ext cx="4203290" cy="21501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847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xfrm>
            <a:off x="574675" y="1296988"/>
            <a:ext cx="8924744" cy="49387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1</a:t>
            </a:r>
            <a:r>
              <a:rPr lang="ko-KR" altLang="en-US" dirty="0"/>
              <a:t>단계 구축 완료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플랫폼 및 상품화 소스의 저장소 위치와 구조를 정의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 플랫폼 소스를 상품화에 적용하는 과정을 관리하는 프로세스 </a:t>
            </a:r>
            <a:endParaRPr lang="en-US" altLang="ko-KR" dirty="0"/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3354338" y="2383667"/>
            <a:ext cx="3557005" cy="72509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3325462" y="3138036"/>
            <a:ext cx="3585881" cy="3064015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 bwMode="auto">
          <a:xfrm>
            <a:off x="5154448" y="3896005"/>
            <a:ext cx="4048282" cy="1578065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고딕"/>
              </a:rPr>
              <a:t>형상</a:t>
            </a:r>
            <a:r>
              <a:rPr lang="en-US" altLang="ko-KR" dirty="0">
                <a:latin typeface="맑은고딕"/>
              </a:rPr>
              <a:t> </a:t>
            </a:r>
            <a:r>
              <a:rPr lang="ko-KR" altLang="en-US" dirty="0">
                <a:latin typeface="맑은고딕"/>
              </a:rPr>
              <a:t>관리 프로세스</a:t>
            </a:r>
            <a:endParaRPr lang="en-US" dirty="0">
              <a:latin typeface="맑은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B8E003-6DA7-4B96-920A-7B94C0E9368E}" type="slidenum">
              <a:rPr lang="ko-KR" altLang="en-US" smtClean="0">
                <a:latin typeface="맑은고딕"/>
              </a:rPr>
              <a:pPr>
                <a:defRPr/>
              </a:pPr>
              <a:t>8</a:t>
            </a:fld>
            <a:endParaRPr lang="en-US" altLang="ko-KR" dirty="0">
              <a:latin typeface="맑은고딕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ko-KR" altLang="en-US" dirty="0"/>
              <a:t>프로세스 측면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5600684" y="4821566"/>
            <a:ext cx="1091140" cy="48416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테스트 요청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5600684" y="4074570"/>
            <a:ext cx="1091140" cy="48416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수정 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56" name="Rectangle 16"/>
          <p:cNvSpPr>
            <a:spLocks noChangeArrowheads="1"/>
          </p:cNvSpPr>
          <p:nvPr/>
        </p:nvSpPr>
        <p:spPr bwMode="auto">
          <a:xfrm>
            <a:off x="5600685" y="5568563"/>
            <a:ext cx="1079349" cy="488415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수정된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 배포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57" name="Rectangle 16"/>
          <p:cNvSpPr>
            <a:spLocks noChangeArrowheads="1"/>
          </p:cNvSpPr>
          <p:nvPr/>
        </p:nvSpPr>
        <p:spPr bwMode="auto">
          <a:xfrm>
            <a:off x="7087841" y="4821566"/>
            <a:ext cx="1938391" cy="484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5pPr>
            <a:lvl6pPr marL="25146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6pPr>
            <a:lvl7pPr marL="29718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7pPr>
            <a:lvl8pPr marL="34290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8pPr>
            <a:lvl9pPr marL="38862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품질 점검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정적분석</a:t>
            </a:r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,</a:t>
            </a:r>
            <a:r>
              <a:rPr lang="ko-KR" altLang="en-US" sz="1200" b="1" dirty="0">
                <a:latin typeface="맑은고딕"/>
                <a:ea typeface="맑은 고딕" panose="020B0503020000020004" pitchFamily="50" charset="-127"/>
              </a:rPr>
              <a:t> 자동화 테스트</a:t>
            </a:r>
            <a:r>
              <a:rPr lang="en-US" altLang="ko-KR" sz="1200" b="1" dirty="0">
                <a:latin typeface="맑은고딕"/>
                <a:ea typeface="맑은 고딕" panose="020B0503020000020004" pitchFamily="50" charset="-127"/>
              </a:rPr>
              <a:t>)</a:t>
            </a:r>
          </a:p>
        </p:txBody>
      </p:sp>
      <p:cxnSp>
        <p:nvCxnSpPr>
          <p:cNvPr id="112" name="AutoShape 9"/>
          <p:cNvCxnSpPr>
            <a:cxnSpLocks noChangeShapeType="1"/>
            <a:stCxn id="55" idx="2"/>
            <a:endCxn id="54" idx="0"/>
          </p:cNvCxnSpPr>
          <p:nvPr/>
        </p:nvCxnSpPr>
        <p:spPr bwMode="auto">
          <a:xfrm>
            <a:off x="6146254" y="4558734"/>
            <a:ext cx="0" cy="26283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" name="TextBox 143"/>
          <p:cNvSpPr txBox="1"/>
          <p:nvPr/>
        </p:nvSpPr>
        <p:spPr>
          <a:xfrm>
            <a:off x="4735101" y="3291124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고딕"/>
              </a:rPr>
              <a:t>변경 요청</a:t>
            </a:r>
            <a:endParaRPr lang="en-US" sz="1200" i="1" dirty="0">
              <a:solidFill>
                <a:schemeClr val="tx2">
                  <a:lumMod val="60000"/>
                  <a:lumOff val="40000"/>
                </a:schemeClr>
              </a:solidFill>
              <a:latin typeface="맑은고딕"/>
            </a:endParaRPr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3637818" y="2508799"/>
            <a:ext cx="1091140" cy="484164"/>
          </a:xfrm>
          <a:prstGeom prst="rect">
            <a:avLst/>
          </a:prstGeom>
          <a:solidFill>
            <a:srgbClr val="F7D9F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상품 개발 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73" name="Rectangle 16"/>
          <p:cNvSpPr>
            <a:spLocks noChangeArrowheads="1"/>
          </p:cNvSpPr>
          <p:nvPr/>
        </p:nvSpPr>
        <p:spPr bwMode="auto">
          <a:xfrm>
            <a:off x="5606914" y="3320807"/>
            <a:ext cx="1091140" cy="48416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 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변경여부 판단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85" name="Rectangle 16"/>
          <p:cNvSpPr>
            <a:spLocks noChangeArrowheads="1"/>
          </p:cNvSpPr>
          <p:nvPr/>
        </p:nvSpPr>
        <p:spPr bwMode="auto">
          <a:xfrm>
            <a:off x="3643961" y="5572814"/>
            <a:ext cx="1091140" cy="484164"/>
          </a:xfrm>
          <a:prstGeom prst="rect">
            <a:avLst/>
          </a:prstGeom>
          <a:solidFill>
            <a:srgbClr val="F7D9F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수정된 플랫폼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다운로드</a:t>
            </a:r>
          </a:p>
        </p:txBody>
      </p:sp>
      <p:cxnSp>
        <p:nvCxnSpPr>
          <p:cNvPr id="86" name="AutoShape 9"/>
          <p:cNvCxnSpPr>
            <a:cxnSpLocks noChangeShapeType="1"/>
            <a:stCxn id="54" idx="3"/>
            <a:endCxn id="57" idx="1"/>
          </p:cNvCxnSpPr>
          <p:nvPr/>
        </p:nvCxnSpPr>
        <p:spPr bwMode="auto">
          <a:xfrm>
            <a:off x="6691824" y="5063648"/>
            <a:ext cx="396017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9"/>
          <p:cNvCxnSpPr>
            <a:cxnSpLocks noChangeShapeType="1"/>
            <a:stCxn id="61" idx="3"/>
            <a:endCxn id="73" idx="1"/>
          </p:cNvCxnSpPr>
          <p:nvPr/>
        </p:nvCxnSpPr>
        <p:spPr bwMode="auto">
          <a:xfrm>
            <a:off x="4728958" y="3562889"/>
            <a:ext cx="877956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AutoShape 9"/>
          <p:cNvCxnSpPr>
            <a:cxnSpLocks noChangeShapeType="1"/>
            <a:stCxn id="56" idx="1"/>
            <a:endCxn id="85" idx="3"/>
          </p:cNvCxnSpPr>
          <p:nvPr/>
        </p:nvCxnSpPr>
        <p:spPr bwMode="auto">
          <a:xfrm flipH="1">
            <a:off x="4735101" y="5812771"/>
            <a:ext cx="865584" cy="21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" name="AutoShape 9"/>
          <p:cNvCxnSpPr>
            <a:cxnSpLocks noChangeShapeType="1"/>
            <a:stCxn id="73" idx="2"/>
            <a:endCxn id="55" idx="0"/>
          </p:cNvCxnSpPr>
          <p:nvPr/>
        </p:nvCxnSpPr>
        <p:spPr bwMode="auto">
          <a:xfrm flipH="1">
            <a:off x="6146254" y="3804972"/>
            <a:ext cx="6230" cy="26959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" name="AutoShape 9"/>
          <p:cNvCxnSpPr>
            <a:cxnSpLocks noChangeShapeType="1"/>
            <a:stCxn id="54" idx="2"/>
            <a:endCxn id="56" idx="0"/>
          </p:cNvCxnSpPr>
          <p:nvPr/>
        </p:nvCxnSpPr>
        <p:spPr bwMode="auto">
          <a:xfrm flipH="1">
            <a:off x="6140360" y="5305730"/>
            <a:ext cx="5895" cy="26283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꺾인 연결선 113"/>
          <p:cNvCxnSpPr>
            <a:stCxn id="54" idx="1"/>
            <a:endCxn id="55" idx="1"/>
          </p:cNvCxnSpPr>
          <p:nvPr/>
        </p:nvCxnSpPr>
        <p:spPr bwMode="auto">
          <a:xfrm rot="10800000">
            <a:off x="5600684" y="4316652"/>
            <a:ext cx="12700" cy="746996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AutoShape 9"/>
          <p:cNvCxnSpPr>
            <a:cxnSpLocks noChangeShapeType="1"/>
          </p:cNvCxnSpPr>
          <p:nvPr/>
        </p:nvCxnSpPr>
        <p:spPr bwMode="auto">
          <a:xfrm flipH="1">
            <a:off x="6708447" y="5206524"/>
            <a:ext cx="429614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5" name="TextBox 124"/>
          <p:cNvSpPr txBox="1"/>
          <p:nvPr/>
        </p:nvSpPr>
        <p:spPr>
          <a:xfrm>
            <a:off x="4767707" y="560055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고딕"/>
              </a:rPr>
              <a:t>수정 </a:t>
            </a:r>
            <a:endParaRPr lang="en-US" altLang="ko-KR" sz="1200" i="1" dirty="0">
              <a:solidFill>
                <a:schemeClr val="tx2">
                  <a:lumMod val="60000"/>
                  <a:lumOff val="40000"/>
                </a:schemeClr>
              </a:solidFill>
              <a:latin typeface="맑은고딕"/>
            </a:endParaRPr>
          </a:p>
          <a:p>
            <a:pPr algn="ctr"/>
            <a:r>
              <a:rPr lang="ko-KR" altLang="en-US" sz="1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고딕"/>
              </a:rPr>
              <a:t>컴포넌트</a:t>
            </a:r>
            <a:endParaRPr lang="en-US" altLang="ko-KR" sz="1200" i="1" dirty="0">
              <a:solidFill>
                <a:schemeClr val="tx2">
                  <a:lumMod val="60000"/>
                  <a:lumOff val="40000"/>
                </a:schemeClr>
              </a:solidFill>
              <a:latin typeface="맑은고딕"/>
            </a:endParaRPr>
          </a:p>
        </p:txBody>
      </p:sp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5611846" y="2510996"/>
            <a:ext cx="1091140" cy="48416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배포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74294" y="3864680"/>
            <a:ext cx="1843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변경</a:t>
            </a:r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배포 관리 프로세스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구축 예정</a:t>
            </a:r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)</a:t>
            </a:r>
            <a:endParaRPr lang="en-US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235112" y="342762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품질 관리 프로세스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구축 예정</a:t>
            </a:r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)</a:t>
            </a:r>
            <a:endParaRPr lang="en-US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1630732" y="5622358"/>
            <a:ext cx="343367" cy="144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65455" y="5579694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맑은고딕"/>
                <a:ea typeface="맑은 고딕" panose="020B0503020000020004" pitchFamily="50" charset="-127"/>
              </a:rPr>
              <a:t>SE</a:t>
            </a:r>
            <a:r>
              <a:rPr lang="ko-KR" altLang="en-US" sz="1000" dirty="0">
                <a:latin typeface="맑은고딕"/>
                <a:ea typeface="맑은 고딕" panose="020B0503020000020004" pitchFamily="50" charset="-127"/>
              </a:rPr>
              <a:t> 팀</a:t>
            </a:r>
            <a:endParaRPr lang="en-US" sz="10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5" name="Rectangle 16"/>
          <p:cNvSpPr>
            <a:spLocks noChangeArrowheads="1"/>
          </p:cNvSpPr>
          <p:nvPr/>
        </p:nvSpPr>
        <p:spPr bwMode="auto">
          <a:xfrm>
            <a:off x="1630732" y="5365316"/>
            <a:ext cx="343367" cy="144796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974099" y="5365316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맑은고딕"/>
                <a:ea typeface="맑은 고딕" panose="020B0503020000020004" pitchFamily="50" charset="-127"/>
              </a:rPr>
              <a:t>플랫폼 팀</a:t>
            </a:r>
            <a:endParaRPr lang="en-US" sz="10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57440" y="5848754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고딕"/>
                <a:ea typeface="맑은 고딕" panose="020B0503020000020004" pitchFamily="50" charset="-127"/>
              </a:rPr>
              <a:t>상품화 팀</a:t>
            </a:r>
            <a:endParaRPr lang="en-US" sz="10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47" name="Rectangle 16"/>
          <p:cNvSpPr>
            <a:spLocks noChangeArrowheads="1"/>
          </p:cNvSpPr>
          <p:nvPr/>
        </p:nvSpPr>
        <p:spPr bwMode="auto">
          <a:xfrm>
            <a:off x="1622717" y="5891418"/>
            <a:ext cx="343367" cy="144796"/>
          </a:xfrm>
          <a:prstGeom prst="rect">
            <a:avLst/>
          </a:prstGeom>
          <a:solidFill>
            <a:srgbClr val="F7D9F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sp>
        <p:nvSpPr>
          <p:cNvPr id="61" name="Rectangle 16"/>
          <p:cNvSpPr>
            <a:spLocks noChangeArrowheads="1"/>
          </p:cNvSpPr>
          <p:nvPr/>
        </p:nvSpPr>
        <p:spPr bwMode="auto">
          <a:xfrm>
            <a:off x="3637818" y="3320807"/>
            <a:ext cx="1091140" cy="484164"/>
          </a:xfrm>
          <a:prstGeom prst="rect">
            <a:avLst/>
          </a:prstGeom>
          <a:solidFill>
            <a:srgbClr val="F7D9F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플랫폼 변경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사유 발생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</p:txBody>
      </p:sp>
      <p:cxnSp>
        <p:nvCxnSpPr>
          <p:cNvPr id="68" name="AutoShape 9"/>
          <p:cNvCxnSpPr>
            <a:cxnSpLocks noChangeShapeType="1"/>
            <a:stCxn id="35" idx="1"/>
            <a:endCxn id="72" idx="3"/>
          </p:cNvCxnSpPr>
          <p:nvPr/>
        </p:nvCxnSpPr>
        <p:spPr bwMode="auto">
          <a:xfrm flipH="1" flipV="1">
            <a:off x="4728958" y="2750881"/>
            <a:ext cx="882888" cy="219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AutoShape 9"/>
          <p:cNvCxnSpPr>
            <a:cxnSpLocks noChangeShapeType="1"/>
            <a:stCxn id="72" idx="2"/>
            <a:endCxn id="61" idx="0"/>
          </p:cNvCxnSpPr>
          <p:nvPr/>
        </p:nvCxnSpPr>
        <p:spPr bwMode="auto">
          <a:xfrm>
            <a:off x="4183388" y="2992963"/>
            <a:ext cx="0" cy="32784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TextBox 74"/>
          <p:cNvSpPr txBox="1"/>
          <p:nvPr/>
        </p:nvSpPr>
        <p:spPr>
          <a:xfrm>
            <a:off x="1575925" y="250879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맑은고딕"/>
                <a:ea typeface="맑은 고딕" panose="020B0503020000020004" pitchFamily="50" charset="-127"/>
              </a:rPr>
              <a:t>형상 관리 프로세스</a:t>
            </a:r>
            <a:endParaRPr lang="en-US" altLang="ko-KR" sz="1200" dirty="0">
              <a:latin typeface="맑은고딕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맑은고딕"/>
                <a:ea typeface="맑은 고딕" panose="020B0503020000020004" pitchFamily="50" charset="-127"/>
              </a:rPr>
              <a:t>구축 완료</a:t>
            </a:r>
            <a:r>
              <a:rPr lang="en-US" altLang="ko-KR" sz="1200" dirty="0">
                <a:latin typeface="맑은고딕"/>
                <a:ea typeface="맑은 고딕" panose="020B0503020000020004" pitchFamily="50" charset="-127"/>
              </a:rPr>
              <a:t>)</a:t>
            </a:r>
            <a:endParaRPr lang="en-US" sz="1200" dirty="0">
              <a:latin typeface="맑은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631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제목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형상 관리 저장소 </a:t>
            </a:r>
            <a:r>
              <a:rPr lang="en-US" altLang="ko-KR" dirty="0"/>
              <a:t>- Zeppelin </a:t>
            </a:r>
            <a:endParaRPr lang="ko-KR" altLang="en-US" dirty="0"/>
          </a:p>
        </p:txBody>
      </p:sp>
      <p:sp>
        <p:nvSpPr>
          <p:cNvPr id="46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7" name="내용 개체 틀 30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  <a:endParaRPr lang="en-US" altLang="ko-KR" dirty="0"/>
          </a:p>
          <a:p>
            <a:pPr lvl="1"/>
            <a:r>
              <a:rPr lang="en-US" altLang="ko-KR" dirty="0"/>
              <a:t>Repository</a:t>
            </a:r>
          </a:p>
          <a:p>
            <a:pPr lvl="1"/>
            <a:r>
              <a:rPr lang="en-US" altLang="ko-KR" dirty="0"/>
              <a:t>Directory</a:t>
            </a:r>
          </a:p>
          <a:p>
            <a:pPr lvl="1"/>
            <a:r>
              <a:rPr lang="en-US" altLang="ko-KR" dirty="0"/>
              <a:t>Component</a:t>
            </a:r>
          </a:p>
          <a:p>
            <a:pPr lvl="1"/>
            <a:r>
              <a:rPr lang="en-US" altLang="ko-KR" dirty="0"/>
              <a:t>Class</a:t>
            </a:r>
          </a:p>
          <a:p>
            <a:r>
              <a:rPr lang="ko-KR" altLang="en-US" dirty="0"/>
              <a:t>종류</a:t>
            </a:r>
            <a:endParaRPr lang="en-US" altLang="ko-KR" dirty="0"/>
          </a:p>
          <a:p>
            <a:pPr lvl="1"/>
            <a:r>
              <a:rPr lang="en-US" altLang="ko-KR" dirty="0"/>
              <a:t>Platform – Zeppelin</a:t>
            </a:r>
          </a:p>
          <a:p>
            <a:pPr lvl="2"/>
            <a:r>
              <a:rPr lang="ko-KR" altLang="en-US" dirty="0"/>
              <a:t>공통성</a:t>
            </a:r>
            <a:endParaRPr lang="en-US" altLang="ko-KR" dirty="0"/>
          </a:p>
          <a:p>
            <a:pPr lvl="1"/>
            <a:r>
              <a:rPr lang="en-US" altLang="ko-KR" dirty="0"/>
              <a:t>Product – Wn5</a:t>
            </a:r>
          </a:p>
          <a:p>
            <a:pPr lvl="2"/>
            <a:r>
              <a:rPr lang="ko-KR" altLang="en-US" dirty="0"/>
              <a:t>가변성</a:t>
            </a:r>
            <a:endParaRPr lang="en-US" altLang="ko-KR" dirty="0"/>
          </a:p>
          <a:p>
            <a:r>
              <a:rPr lang="ko-KR" altLang="en-US" dirty="0"/>
              <a:t>상품화</a:t>
            </a:r>
            <a:endParaRPr lang="en-US" altLang="ko-KR" dirty="0"/>
          </a:p>
          <a:p>
            <a:pPr lvl="1"/>
            <a:r>
              <a:rPr lang="ko-KR" altLang="en-US" dirty="0"/>
              <a:t>플랫폼 클래스 상속후 구현</a:t>
            </a:r>
            <a:endParaRPr lang="en-US" altLang="ko-KR" dirty="0"/>
          </a:p>
          <a:p>
            <a:pPr lvl="1"/>
            <a:r>
              <a:rPr lang="ko-KR" altLang="en-US" dirty="0"/>
              <a:t>공통 컴포넌트 </a:t>
            </a:r>
            <a:r>
              <a:rPr lang="en-US" altLang="ko-KR" dirty="0"/>
              <a:t>+ </a:t>
            </a:r>
            <a:r>
              <a:rPr lang="ko-KR" altLang="en-US" dirty="0"/>
              <a:t>가변 컴포넌트</a:t>
            </a:r>
            <a:endParaRPr lang="en-US" altLang="ko-KR" dirty="0"/>
          </a:p>
        </p:txBody>
      </p:sp>
      <p:sp>
        <p:nvSpPr>
          <p:cNvPr id="48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프로세스 측면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3385394" y="1573859"/>
            <a:ext cx="2394900" cy="4422308"/>
            <a:chOff x="3385394" y="1685035"/>
            <a:chExt cx="2394900" cy="4422308"/>
          </a:xfrm>
        </p:grpSpPr>
        <p:grpSp>
          <p:nvGrpSpPr>
            <p:cNvPr id="2" name="그룹 1"/>
            <p:cNvGrpSpPr/>
            <p:nvPr/>
          </p:nvGrpSpPr>
          <p:grpSpPr>
            <a:xfrm>
              <a:off x="3385394" y="1685035"/>
              <a:ext cx="2301671" cy="4005949"/>
              <a:chOff x="2087891" y="2007828"/>
              <a:chExt cx="2301671" cy="4005949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 rotWithShape="1">
              <a:blip r:embed="rId3"/>
              <a:srcRect t="468"/>
              <a:stretch/>
            </p:blipFill>
            <p:spPr>
              <a:xfrm>
                <a:off x="2087891" y="2027232"/>
                <a:ext cx="2301671" cy="3986545"/>
              </a:xfrm>
              <a:prstGeom prst="rect">
                <a:avLst/>
              </a:prstGeom>
            </p:spPr>
          </p:pic>
          <p:sp>
            <p:nvSpPr>
              <p:cNvPr id="30" name="직사각형 29"/>
              <p:cNvSpPr/>
              <p:nvPr/>
            </p:nvSpPr>
            <p:spPr>
              <a:xfrm>
                <a:off x="2881032" y="2608248"/>
                <a:ext cx="1331451" cy="18409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473725" y="2007828"/>
                <a:ext cx="1331451" cy="18409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3634908" y="5779086"/>
              <a:ext cx="2145386" cy="328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400" b="1" dirty="0"/>
                <a:t>Platform Repository</a:t>
              </a:r>
              <a:endParaRPr kumimoji="1" lang="ko-KR" altLang="en-US" sz="1400" b="1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6027721" y="1270436"/>
            <a:ext cx="2918249" cy="4688782"/>
            <a:chOff x="6027721" y="1381612"/>
            <a:chExt cx="2918249" cy="4688782"/>
          </a:xfrm>
        </p:grpSpPr>
        <p:grpSp>
          <p:nvGrpSpPr>
            <p:cNvPr id="4" name="그룹 3"/>
            <p:cNvGrpSpPr/>
            <p:nvPr/>
          </p:nvGrpSpPr>
          <p:grpSpPr>
            <a:xfrm>
              <a:off x="6027721" y="1381612"/>
              <a:ext cx="2227289" cy="4688782"/>
              <a:chOff x="5464486" y="1656456"/>
              <a:chExt cx="2227289" cy="4688782"/>
            </a:xfrm>
          </p:grpSpPr>
          <p:pic>
            <p:nvPicPr>
              <p:cNvPr id="33" name="그림 3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64486" y="1656456"/>
                <a:ext cx="2221993" cy="4688782"/>
              </a:xfrm>
              <a:prstGeom prst="rect">
                <a:avLst/>
              </a:prstGeom>
            </p:spPr>
          </p:pic>
          <p:sp>
            <p:nvSpPr>
              <p:cNvPr id="44" name="직사각형 43"/>
              <p:cNvSpPr/>
              <p:nvPr/>
            </p:nvSpPr>
            <p:spPr>
              <a:xfrm>
                <a:off x="6386631" y="2801020"/>
                <a:ext cx="1305144" cy="1566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974246" y="1912035"/>
                <a:ext cx="1137587" cy="20350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7157299" y="5742137"/>
              <a:ext cx="1788671" cy="328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400" b="1" dirty="0"/>
                <a:t>Product Repository</a:t>
              </a:r>
              <a:endParaRPr kumimoji="1" lang="ko-KR" altLang="en-US" sz="1400" b="1" dirty="0"/>
            </a:p>
          </p:txBody>
        </p:sp>
      </p:grpSp>
      <p:pic>
        <p:nvPicPr>
          <p:cNvPr id="34" name="그림 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844" y="2649716"/>
            <a:ext cx="1373669" cy="169821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줄무늬가 있는 오른쪽 화살표 10"/>
          <p:cNvSpPr/>
          <p:nvPr/>
        </p:nvSpPr>
        <p:spPr>
          <a:xfrm>
            <a:off x="6729298" y="2911660"/>
            <a:ext cx="1245696" cy="511630"/>
          </a:xfrm>
          <a:prstGeom prst="stripedRightArrow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237" y="2432955"/>
            <a:ext cx="1378223" cy="12766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644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플랫폼</a:t>
            </a:r>
            <a:r>
              <a:rPr lang="en-US" altLang="ko-KR" dirty="0"/>
              <a:t>/</a:t>
            </a:r>
            <a:r>
              <a:rPr lang="ko-KR" altLang="en-US" dirty="0"/>
              <a:t>상품화 프로세스 정련 및 신규 개발</a:t>
            </a:r>
            <a:endParaRPr lang="en-US" altLang="ko-KR" dirty="0"/>
          </a:p>
          <a:p>
            <a:pPr lvl="1"/>
            <a:r>
              <a:rPr lang="ko-KR" altLang="en-US" dirty="0"/>
              <a:t>기능 및 비기능 요구사항</a:t>
            </a:r>
            <a:endParaRPr lang="en-US" altLang="ko-KR" dirty="0"/>
          </a:p>
          <a:p>
            <a:pPr lvl="2"/>
            <a:r>
              <a:rPr lang="ko-KR" altLang="en-US" dirty="0"/>
              <a:t>정의</a:t>
            </a:r>
            <a:endParaRPr lang="en-US" altLang="ko-KR" dirty="0"/>
          </a:p>
          <a:p>
            <a:pPr lvl="1"/>
            <a:r>
              <a:rPr lang="ko-KR" altLang="en-US" dirty="0"/>
              <a:t>도메인 컴포넌트 </a:t>
            </a:r>
            <a:endParaRPr lang="en-US" altLang="ko-KR" dirty="0"/>
          </a:p>
          <a:p>
            <a:pPr lvl="2"/>
            <a:r>
              <a:rPr lang="ko-KR" altLang="en-US" dirty="0"/>
              <a:t>개발 및 테스트</a:t>
            </a:r>
            <a:endParaRPr lang="en-US" altLang="ko-KR" dirty="0"/>
          </a:p>
          <a:p>
            <a:pPr lvl="1"/>
            <a:r>
              <a:rPr lang="ko-KR" altLang="en-US" dirty="0"/>
              <a:t>테크니컬 컴포넌트 </a:t>
            </a:r>
            <a:endParaRPr lang="en-US" altLang="ko-KR" dirty="0"/>
          </a:p>
          <a:p>
            <a:pPr lvl="2"/>
            <a:r>
              <a:rPr lang="ko-KR" altLang="en-US" dirty="0"/>
              <a:t>개발 및 테스트</a:t>
            </a:r>
            <a:endParaRPr lang="en-US" altLang="ko-KR" dirty="0"/>
          </a:p>
          <a:p>
            <a:pPr lvl="1"/>
            <a:r>
              <a:rPr lang="ko-KR" altLang="en-US" dirty="0"/>
              <a:t>컴포넌트 통합 및 테스트</a:t>
            </a:r>
            <a:endParaRPr lang="en-US" altLang="ko-KR" dirty="0"/>
          </a:p>
          <a:p>
            <a:pPr lvl="2"/>
            <a:r>
              <a:rPr lang="ko-KR" altLang="en-US" dirty="0"/>
              <a:t>컴포넌트 통합 테스트</a:t>
            </a:r>
            <a:endParaRPr lang="en-US" altLang="ko-KR" dirty="0"/>
          </a:p>
          <a:p>
            <a:pPr lvl="1"/>
            <a:r>
              <a:rPr lang="ko-KR" altLang="en-US" dirty="0"/>
              <a:t>컴포넌트 배포</a:t>
            </a:r>
            <a:endParaRPr lang="en-US" altLang="ko-KR" dirty="0"/>
          </a:p>
          <a:p>
            <a:pPr lvl="2"/>
            <a:r>
              <a:rPr lang="ko-KR" altLang="en-US" dirty="0"/>
              <a:t>컴포넌트 배포 환경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지원 </a:t>
            </a:r>
            <a:r>
              <a:rPr lang="en-US" altLang="ko-KR" dirty="0"/>
              <a:t>-</a:t>
            </a:r>
            <a:r>
              <a:rPr lang="ko-KR" altLang="en-US" dirty="0"/>
              <a:t> 프로세스 및 도구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제안 내용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ko-KR" altLang="en-US" dirty="0"/>
              <a:t>개발 및 관리 도구 통합 및 정련</a:t>
            </a:r>
            <a:endParaRPr lang="en-US" altLang="ko-KR" dirty="0"/>
          </a:p>
          <a:p>
            <a:pPr lvl="1"/>
            <a:r>
              <a:rPr lang="ko-KR" altLang="en-US" dirty="0"/>
              <a:t>모델 </a:t>
            </a:r>
            <a:r>
              <a:rPr lang="en-US" altLang="ko-KR" dirty="0"/>
              <a:t>Transformation</a:t>
            </a:r>
          </a:p>
          <a:p>
            <a:pPr lvl="2"/>
            <a:r>
              <a:rPr lang="ko-KR" altLang="en-US" dirty="0"/>
              <a:t>요구사항 </a:t>
            </a:r>
            <a:r>
              <a:rPr lang="en-US" altLang="ko-KR" dirty="0"/>
              <a:t>-&gt;</a:t>
            </a:r>
            <a:r>
              <a:rPr lang="ko-KR" altLang="en-US" dirty="0"/>
              <a:t> 도메인 컴포넌트</a:t>
            </a:r>
            <a:endParaRPr lang="en-US" altLang="ko-KR" dirty="0"/>
          </a:p>
          <a:p>
            <a:pPr lvl="2"/>
            <a:r>
              <a:rPr lang="ko-KR" altLang="en-US" dirty="0"/>
              <a:t>도메인 컴포넌트 </a:t>
            </a:r>
            <a:r>
              <a:rPr lang="en-US" altLang="ko-KR" dirty="0"/>
              <a:t>-&gt;</a:t>
            </a:r>
            <a:r>
              <a:rPr lang="ko-KR" altLang="en-US" dirty="0"/>
              <a:t> 테크니컬 컴포넌트</a:t>
            </a:r>
            <a:endParaRPr lang="en-US" altLang="ko-KR" dirty="0"/>
          </a:p>
          <a:p>
            <a:pPr lvl="2"/>
            <a:r>
              <a:rPr lang="ko-KR" altLang="en-US" dirty="0"/>
              <a:t>컴포넌트 모델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소스코드 </a:t>
            </a:r>
            <a:endParaRPr lang="en-US" altLang="ko-KR" dirty="0"/>
          </a:p>
          <a:p>
            <a:pPr lvl="1"/>
            <a:r>
              <a:rPr lang="ko-KR" altLang="en-US" dirty="0"/>
              <a:t>관리 도구 정련</a:t>
            </a:r>
            <a:endParaRPr lang="en-US" altLang="ko-KR" dirty="0"/>
          </a:p>
          <a:p>
            <a:pPr lvl="2"/>
            <a:r>
              <a:rPr lang="ko-KR" altLang="en-US" dirty="0"/>
              <a:t>형상관리</a:t>
            </a:r>
            <a:endParaRPr lang="en-US" altLang="ko-KR" dirty="0"/>
          </a:p>
          <a:p>
            <a:pPr lvl="2"/>
            <a:r>
              <a:rPr lang="ko-KR" altLang="en-US" dirty="0"/>
              <a:t>지속적 통합 </a:t>
            </a:r>
            <a:r>
              <a:rPr lang="en-US" altLang="ko-KR" dirty="0"/>
              <a:t>(Continuous Integration)</a:t>
            </a:r>
          </a:p>
          <a:p>
            <a:pPr lvl="2"/>
            <a:r>
              <a:rPr lang="ko-KR" altLang="en-US" dirty="0"/>
              <a:t>정적 분석</a:t>
            </a:r>
            <a:endParaRPr lang="en-US" altLang="ko-KR" dirty="0"/>
          </a:p>
          <a:p>
            <a:pPr lvl="2"/>
            <a:r>
              <a:rPr lang="ko-KR" altLang="en-US" dirty="0"/>
              <a:t>컴포넌트 자동화 테스트</a:t>
            </a:r>
            <a:endParaRPr lang="en-US" altLang="ko-KR" dirty="0"/>
          </a:p>
          <a:p>
            <a:pPr lvl="2"/>
            <a:r>
              <a:rPr lang="ko-KR" altLang="en-US" dirty="0"/>
              <a:t>배포관리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558120" y="5278342"/>
            <a:ext cx="1298480" cy="578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형상관리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도구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246200" y="4858711"/>
            <a:ext cx="1298480" cy="578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자동화 </a:t>
            </a:r>
            <a:r>
              <a:rPr kumimoji="1" lang="ko-KR" altLang="en-US" sz="1400">
                <a:solidFill>
                  <a:sysClr val="windowText" lastClr="000000"/>
                </a:solidFill>
              </a:rPr>
              <a:t>테스트 도구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246200" y="5568511"/>
            <a:ext cx="1298480" cy="578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정적 분석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도구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73132" y="5278342"/>
            <a:ext cx="1298480" cy="578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지속적 통합</a:t>
            </a:r>
            <a:r>
              <a:rPr kumimoji="1" lang="en-US" altLang="ko-KR" sz="1400" dirty="0">
                <a:solidFill>
                  <a:sysClr val="windowText" lastClr="000000"/>
                </a:solidFill>
              </a:rPr>
              <a:t> </a:t>
            </a:r>
            <a:r>
              <a:rPr kumimoji="1" lang="ko-KR" altLang="en-US" sz="1400" dirty="0">
                <a:solidFill>
                  <a:sysClr val="windowText" lastClr="000000"/>
                </a:solidFill>
              </a:rPr>
              <a:t>도구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083645" y="5290819"/>
            <a:ext cx="1298480" cy="5782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배포 관리 도구</a:t>
            </a:r>
            <a:endParaRPr kumimoji="1" lang="en-US" altLang="ko-KR" sz="1400" dirty="0">
              <a:solidFill>
                <a:sysClr val="windowText" lastClr="000000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52" y="5509257"/>
            <a:ext cx="621589" cy="691518"/>
          </a:xfrm>
          <a:prstGeom prst="rect">
            <a:avLst/>
          </a:prstGeom>
        </p:spPr>
      </p:pic>
      <p:cxnSp>
        <p:nvCxnSpPr>
          <p:cNvPr id="23" name="직선 화살표 연결선 22"/>
          <p:cNvCxnSpPr>
            <a:stCxn id="11" idx="3"/>
            <a:endCxn id="18" idx="1"/>
          </p:cNvCxnSpPr>
          <p:nvPr/>
        </p:nvCxnSpPr>
        <p:spPr>
          <a:xfrm>
            <a:off x="3856600" y="5567454"/>
            <a:ext cx="51653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18" idx="3"/>
            <a:endCxn id="16" idx="1"/>
          </p:cNvCxnSpPr>
          <p:nvPr/>
        </p:nvCxnSpPr>
        <p:spPr>
          <a:xfrm flipV="1">
            <a:off x="5671612" y="5147823"/>
            <a:ext cx="574588" cy="4196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8" idx="3"/>
            <a:endCxn id="17" idx="1"/>
          </p:cNvCxnSpPr>
          <p:nvPr/>
        </p:nvCxnSpPr>
        <p:spPr>
          <a:xfrm>
            <a:off x="5671612" y="5567454"/>
            <a:ext cx="574588" cy="29016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7" idx="3"/>
            <a:endCxn id="19" idx="1"/>
          </p:cNvCxnSpPr>
          <p:nvPr/>
        </p:nvCxnSpPr>
        <p:spPr>
          <a:xfrm flipV="1">
            <a:off x="7544680" y="5579931"/>
            <a:ext cx="538965" cy="2776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6" idx="3"/>
            <a:endCxn id="19" idx="1"/>
          </p:cNvCxnSpPr>
          <p:nvPr/>
        </p:nvCxnSpPr>
        <p:spPr>
          <a:xfrm>
            <a:off x="7544680" y="5147823"/>
            <a:ext cx="538965" cy="4321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41" y="4745417"/>
            <a:ext cx="621589" cy="691518"/>
          </a:xfrm>
          <a:prstGeom prst="rect">
            <a:avLst/>
          </a:prstGeom>
        </p:spPr>
      </p:pic>
      <p:cxnSp>
        <p:nvCxnSpPr>
          <p:cNvPr id="48" name="직선 화살표 연결선 47"/>
          <p:cNvCxnSpPr>
            <a:stCxn id="20" idx="3"/>
            <a:endCxn id="11" idx="1"/>
          </p:cNvCxnSpPr>
          <p:nvPr/>
        </p:nvCxnSpPr>
        <p:spPr>
          <a:xfrm flipV="1">
            <a:off x="1554141" y="5567454"/>
            <a:ext cx="1003979" cy="287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37" idx="3"/>
            <a:endCxn id="11" idx="1"/>
          </p:cNvCxnSpPr>
          <p:nvPr/>
        </p:nvCxnSpPr>
        <p:spPr>
          <a:xfrm>
            <a:off x="1540030" y="5091176"/>
            <a:ext cx="1018090" cy="47627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499778" y="4844674"/>
            <a:ext cx="1182462" cy="289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ysClr val="windowText" lastClr="000000"/>
                </a:solidFill>
              </a:rPr>
              <a:t>도메인 컴포넌트</a:t>
            </a:r>
            <a:endParaRPr kumimoji="1" lang="en-US" altLang="ko-KR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499778" y="5913213"/>
            <a:ext cx="1182462" cy="289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>
                <a:solidFill>
                  <a:sysClr val="windowText" lastClr="000000"/>
                </a:solidFill>
              </a:rPr>
              <a:t>테크니컬 컴포넌트</a:t>
            </a:r>
            <a:endParaRPr kumimoji="1" lang="en-US" altLang="ko-KR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891778" y="4441371"/>
            <a:ext cx="1992279" cy="1872366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ysClr val="windowText" lastClr="000000"/>
                </a:solidFill>
              </a:rPr>
              <a:t>품질관리 도구</a:t>
            </a:r>
            <a:endParaRPr kumimoji="1" lang="en-US" altLang="ko-KR" sz="1400" b="1" dirty="0">
              <a:solidFill>
                <a:sysClr val="windowText" lastClr="000000"/>
              </a:solidFill>
            </a:endParaRPr>
          </a:p>
          <a:p>
            <a:pPr algn="ctr"/>
            <a:endParaRPr kumimoji="1" lang="en-US" altLang="ko-KR" sz="2000" b="1" dirty="0"/>
          </a:p>
          <a:p>
            <a:pPr algn="ctr"/>
            <a:endParaRPr kumimoji="1" lang="en-US" altLang="ko-KR" sz="2000" b="1" dirty="0"/>
          </a:p>
          <a:p>
            <a:pPr algn="ctr"/>
            <a:endParaRPr kumimoji="1" lang="en-US" altLang="ko-KR" sz="2000" b="1" dirty="0"/>
          </a:p>
          <a:p>
            <a:pPr algn="ctr"/>
            <a:endParaRPr kumimoji="1" lang="en-US" altLang="ko-KR" sz="2000" b="1" dirty="0"/>
          </a:p>
          <a:p>
            <a:pPr algn="ctr"/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5275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4" descr="Image result for CCTV Techwi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51059" y="4397439"/>
            <a:ext cx="1286295" cy="103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</a:t>
            </a:r>
            <a:r>
              <a:rPr lang="en-US" altLang="ko-KR" dirty="0"/>
              <a:t>- </a:t>
            </a:r>
            <a:r>
              <a:rPr lang="ko-KR" altLang="en-US" dirty="0"/>
              <a:t>실시간 상품화 개발</a:t>
            </a:r>
          </a:p>
        </p:txBody>
      </p:sp>
      <p:sp>
        <p:nvSpPr>
          <p:cNvPr id="838" name="슬라이드 번호 개체 틀 8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830" name="내용 개체 틀 829"/>
          <p:cNvSpPr>
            <a:spLocks noGrp="1"/>
          </p:cNvSpPr>
          <p:nvPr>
            <p:ph sz="quarter" idx="14"/>
          </p:nvPr>
        </p:nvSpPr>
        <p:spPr>
          <a:xfrm>
            <a:off x="585090" y="1999970"/>
            <a:ext cx="5699547" cy="4068497"/>
          </a:xfrm>
        </p:spPr>
        <p:txBody>
          <a:bodyPr/>
          <a:lstStyle/>
          <a:p>
            <a:pPr lvl="1"/>
            <a:r>
              <a:rPr lang="ko-KR" altLang="en-US" dirty="0"/>
              <a:t>플랫폼의 안정화</a:t>
            </a:r>
            <a:endParaRPr lang="en-US" altLang="ko-KR" dirty="0"/>
          </a:p>
          <a:p>
            <a:pPr lvl="2"/>
            <a:r>
              <a:rPr lang="ko-KR" altLang="en-US" dirty="0"/>
              <a:t>플랫폼 버전 </a:t>
            </a:r>
            <a:r>
              <a:rPr lang="en-US" altLang="ko-KR" dirty="0"/>
              <a:t>1.5 </a:t>
            </a:r>
            <a:r>
              <a:rPr lang="ko-KR" altLang="en-US" dirty="0"/>
              <a:t>완성</a:t>
            </a:r>
            <a:endParaRPr lang="en-US" altLang="ko-KR" dirty="0"/>
          </a:p>
          <a:p>
            <a:pPr lvl="1"/>
            <a:r>
              <a:rPr lang="ko-KR" altLang="en-US" dirty="0"/>
              <a:t>요구사항의 정형화 </a:t>
            </a:r>
            <a:endParaRPr lang="en-US" altLang="ko-KR" dirty="0"/>
          </a:p>
          <a:p>
            <a:pPr lvl="2"/>
            <a:r>
              <a:rPr lang="ko-KR" altLang="en-US" dirty="0"/>
              <a:t>요구사항의 템플릿 정의</a:t>
            </a:r>
            <a:endParaRPr lang="en-US" altLang="ko-KR" dirty="0"/>
          </a:p>
          <a:p>
            <a:pPr lvl="1"/>
            <a:r>
              <a:rPr lang="ko-KR" altLang="en-US" dirty="0"/>
              <a:t>요구사항으로부터 </a:t>
            </a:r>
            <a:r>
              <a:rPr lang="en-US" altLang="ko-KR" dirty="0"/>
              <a:t>SW</a:t>
            </a:r>
            <a:r>
              <a:rPr lang="ko-KR" altLang="en-US" dirty="0"/>
              <a:t>시스템 개발 공정의 자동화</a:t>
            </a:r>
            <a:r>
              <a:rPr lang="en-US" altLang="ko-KR" dirty="0"/>
              <a:t>/</a:t>
            </a:r>
            <a:r>
              <a:rPr lang="ko-KR" altLang="en-US" dirty="0"/>
              <a:t>계량화</a:t>
            </a:r>
            <a:endParaRPr lang="en-US" altLang="ko-KR" dirty="0"/>
          </a:p>
          <a:p>
            <a:pPr lvl="2"/>
            <a:r>
              <a:rPr lang="ko-KR" altLang="en-US" dirty="0"/>
              <a:t>정형화된 요구사항으로부터 플랫폼 컴포넌트와의 추적성 정의</a:t>
            </a:r>
            <a:endParaRPr lang="en-US" altLang="ko-KR" dirty="0"/>
          </a:p>
          <a:p>
            <a:pPr lvl="2"/>
            <a:r>
              <a:rPr lang="ko-KR" altLang="en-US" dirty="0"/>
              <a:t>기존 컴포넌트의 수정 혹은 신규 컴포넌트 개발</a:t>
            </a:r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413" name="Group 1"/>
          <p:cNvGrpSpPr/>
          <p:nvPr/>
        </p:nvGrpSpPr>
        <p:grpSpPr>
          <a:xfrm>
            <a:off x="903802" y="1214201"/>
            <a:ext cx="7922615" cy="684073"/>
            <a:chOff x="1381125" y="2223872"/>
            <a:chExt cx="6381750" cy="684073"/>
          </a:xfrm>
        </p:grpSpPr>
        <p:sp>
          <p:nvSpPr>
            <p:cNvPr id="414" name="Oval 11"/>
            <p:cNvSpPr/>
            <p:nvPr/>
          </p:nvSpPr>
          <p:spPr>
            <a:xfrm>
              <a:off x="2219325" y="2593609"/>
              <a:ext cx="4705350" cy="314336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415" name="Oval 12"/>
            <p:cNvSpPr/>
            <p:nvPr/>
          </p:nvSpPr>
          <p:spPr>
            <a:xfrm>
              <a:off x="2219325" y="2223872"/>
              <a:ext cx="4705350" cy="314336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416" name="Rectangle 13"/>
            <p:cNvSpPr/>
            <p:nvPr/>
          </p:nvSpPr>
          <p:spPr>
            <a:xfrm>
              <a:off x="1381125" y="2331157"/>
              <a:ext cx="6381750" cy="460122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</a:gsLst>
              <a:lin ang="108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요구사항으로부터 컴포넌트의 개발</a:t>
              </a:r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</a:rPr>
                <a:t>/</a:t>
              </a:r>
              <a:r>
                <a:rPr lang="ko-KR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수정 공정의 추적성 확보</a:t>
              </a:r>
              <a:endParaRPr lang="en-US" sz="16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71" name="그룹 770"/>
          <p:cNvGrpSpPr/>
          <p:nvPr/>
        </p:nvGrpSpPr>
        <p:grpSpPr>
          <a:xfrm>
            <a:off x="1177941" y="3866597"/>
            <a:ext cx="7415535" cy="2383171"/>
            <a:chOff x="1152580" y="3816273"/>
            <a:chExt cx="7415535" cy="2383171"/>
          </a:xfrm>
        </p:grpSpPr>
        <p:sp>
          <p:nvSpPr>
            <p:cNvPr id="6" name="오른쪽 화살표 5"/>
            <p:cNvSpPr/>
            <p:nvPr/>
          </p:nvSpPr>
          <p:spPr>
            <a:xfrm>
              <a:off x="2892671" y="4443240"/>
              <a:ext cx="1109046" cy="886139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추적</a:t>
              </a:r>
            </a:p>
          </p:txBody>
        </p:sp>
        <p:pic>
          <p:nvPicPr>
            <p:cNvPr id="801" name="그림 8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2580" y="4369184"/>
              <a:ext cx="1551097" cy="1192403"/>
            </a:xfrm>
            <a:prstGeom prst="rect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04" name="직사각형 803"/>
            <p:cNvSpPr/>
            <p:nvPr/>
          </p:nvSpPr>
          <p:spPr>
            <a:xfrm>
              <a:off x="4738843" y="5831456"/>
              <a:ext cx="1091456" cy="3679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SW </a:t>
              </a:r>
              <a:r>
                <a:rPr lang="ko-KR" altLang="en-US" sz="1400" b="1">
                  <a:solidFill>
                    <a:schemeClr val="tx1"/>
                  </a:solidFill>
                </a:rPr>
                <a:t>플랫폼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20" name="오른쪽 화살표 419"/>
            <p:cNvSpPr/>
            <p:nvPr/>
          </p:nvSpPr>
          <p:spPr>
            <a:xfrm>
              <a:off x="6770509" y="4444252"/>
              <a:ext cx="830770" cy="886139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배포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1476722" y="5891667"/>
              <a:ext cx="9028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/>
                <a:t>요구사항</a:t>
              </a:r>
            </a:p>
          </p:txBody>
        </p:sp>
        <p:sp>
          <p:nvSpPr>
            <p:cNvPr id="422" name="직사각형 421"/>
            <p:cNvSpPr/>
            <p:nvPr/>
          </p:nvSpPr>
          <p:spPr>
            <a:xfrm>
              <a:off x="8024376" y="5883325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/>
                <a:t>제품</a:t>
              </a:r>
            </a:p>
          </p:txBody>
        </p:sp>
        <p:grpSp>
          <p:nvGrpSpPr>
            <p:cNvPr id="770" name="그룹 769"/>
            <p:cNvGrpSpPr/>
            <p:nvPr/>
          </p:nvGrpSpPr>
          <p:grpSpPr>
            <a:xfrm>
              <a:off x="4037441" y="3816273"/>
              <a:ext cx="2649704" cy="1989847"/>
              <a:chOff x="4037441" y="3816273"/>
              <a:chExt cx="2649704" cy="198984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4" name="직사각형 203"/>
              <p:cNvSpPr/>
              <p:nvPr/>
            </p:nvSpPr>
            <p:spPr>
              <a:xfrm>
                <a:off x="4136048" y="5022887"/>
                <a:ext cx="2464904" cy="38175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4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Technical</a:t>
                </a:r>
                <a:endParaRPr lang="ko-KR" altLang="en-US" sz="4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05" name="직사각형 204"/>
              <p:cNvSpPr/>
              <p:nvPr/>
            </p:nvSpPr>
            <p:spPr>
              <a:xfrm>
                <a:off x="4140409" y="5424362"/>
                <a:ext cx="2464904" cy="38175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4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System</a:t>
                </a:r>
                <a:endParaRPr lang="ko-KR" altLang="en-US" sz="400" b="1" dirty="0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06" name="직사각형 205"/>
              <p:cNvSpPr/>
              <p:nvPr/>
            </p:nvSpPr>
            <p:spPr>
              <a:xfrm>
                <a:off x="4134479" y="4626605"/>
                <a:ext cx="2464904" cy="38175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4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Domain</a:t>
                </a:r>
                <a:endParaRPr lang="ko-KR" altLang="en-US" sz="4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207" name="직사각형 206"/>
              <p:cNvSpPr/>
              <p:nvPr/>
            </p:nvSpPr>
            <p:spPr>
              <a:xfrm>
                <a:off x="4134479" y="4234973"/>
                <a:ext cx="2464904" cy="3771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4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Application</a:t>
                </a:r>
                <a:endParaRPr lang="ko-KR" altLang="en-US" sz="4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208" name="그룹 207"/>
              <p:cNvGrpSpPr/>
              <p:nvPr/>
            </p:nvGrpSpPr>
            <p:grpSpPr>
              <a:xfrm>
                <a:off x="5151055" y="4266572"/>
                <a:ext cx="384087" cy="280722"/>
                <a:chOff x="4247622" y="6251842"/>
                <a:chExt cx="963604" cy="57550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92" name="Rectangle 58"/>
                <p:cNvSpPr>
                  <a:spLocks noChangeArrowheads="1"/>
                </p:cNvSpPr>
                <p:nvPr/>
              </p:nvSpPr>
              <p:spPr bwMode="auto">
                <a:xfrm>
                  <a:off x="4247622" y="6319095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LifecycleManager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93" name="그룹 392"/>
                <p:cNvGrpSpPr/>
                <p:nvPr/>
              </p:nvGrpSpPr>
              <p:grpSpPr>
                <a:xfrm>
                  <a:off x="4985040" y="6251842"/>
                  <a:ext cx="226186" cy="204139"/>
                  <a:chOff x="3919726" y="5648038"/>
                  <a:chExt cx="226186" cy="204139"/>
                </a:xfrm>
                <a:grpFill/>
              </p:grpSpPr>
              <p:sp>
                <p:nvSpPr>
                  <p:cNvPr id="39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7" name="Rectangle 174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919726" y="5666073"/>
                    <a:ext cx="114700" cy="186104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09" name="그룹 208"/>
              <p:cNvGrpSpPr/>
              <p:nvPr/>
            </p:nvGrpSpPr>
            <p:grpSpPr>
              <a:xfrm>
                <a:off x="4319628" y="4686282"/>
                <a:ext cx="282855" cy="247917"/>
                <a:chOff x="4309246" y="6231520"/>
                <a:chExt cx="939438" cy="508248"/>
              </a:xfrm>
            </p:grpSpPr>
            <p:sp>
              <p:nvSpPr>
                <p:cNvPr id="38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Audio_Video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85" name="그룹 38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8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9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0" name="그룹 209"/>
              <p:cNvGrpSpPr/>
              <p:nvPr/>
            </p:nvGrpSpPr>
            <p:grpSpPr>
              <a:xfrm>
                <a:off x="4615405" y="4685480"/>
                <a:ext cx="282855" cy="247917"/>
                <a:chOff x="4309246" y="6231520"/>
                <a:chExt cx="939438" cy="508248"/>
              </a:xfrm>
            </p:grpSpPr>
            <p:sp>
              <p:nvSpPr>
                <p:cNvPr id="37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PTZ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77" name="그룹 37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7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8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1" name="그룹 210"/>
              <p:cNvGrpSpPr/>
              <p:nvPr/>
            </p:nvGrpSpPr>
            <p:grpSpPr>
              <a:xfrm>
                <a:off x="4914388" y="4685480"/>
                <a:ext cx="282855" cy="247917"/>
                <a:chOff x="4309246" y="6231520"/>
                <a:chExt cx="939438" cy="508248"/>
              </a:xfrm>
            </p:grpSpPr>
            <p:sp>
              <p:nvSpPr>
                <p:cNvPr id="36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>
                      <a:latin typeface="Arial Narrow" panose="020B0606020202030204" pitchFamily="34" charset="0"/>
                    </a:rPr>
                    <a:t>UserEvent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69" name="그룹 36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7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7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2" name="그룹 211"/>
              <p:cNvGrpSpPr/>
              <p:nvPr/>
            </p:nvGrpSpPr>
            <p:grpSpPr>
              <a:xfrm>
                <a:off x="5818714" y="4675880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6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7937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OpenSDK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61" name="그룹 36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36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6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6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6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6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6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3" name="그룹 212"/>
              <p:cNvGrpSpPr/>
              <p:nvPr/>
            </p:nvGrpSpPr>
            <p:grpSpPr>
              <a:xfrm>
                <a:off x="5210861" y="4683828"/>
                <a:ext cx="282855" cy="247917"/>
                <a:chOff x="4309246" y="6231520"/>
                <a:chExt cx="939438" cy="508248"/>
              </a:xfrm>
            </p:grpSpPr>
            <p:sp>
              <p:nvSpPr>
                <p:cNvPr id="35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>
                      <a:latin typeface="Arial Narrow" panose="020B0606020202030204" pitchFamily="34" charset="0"/>
                    </a:rPr>
                    <a:t>AV Analytics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53" name="그룹 35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5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4" name="그룹 213"/>
              <p:cNvGrpSpPr/>
              <p:nvPr/>
            </p:nvGrpSpPr>
            <p:grpSpPr>
              <a:xfrm>
                <a:off x="5507822" y="4675880"/>
                <a:ext cx="282855" cy="247917"/>
                <a:chOff x="4309246" y="6231520"/>
                <a:chExt cx="939438" cy="508248"/>
              </a:xfrm>
            </p:grpSpPr>
            <p:sp>
              <p:nvSpPr>
                <p:cNvPr id="34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Record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45" name="그룹 34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4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5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5" name="그룹 214"/>
              <p:cNvGrpSpPr/>
              <p:nvPr/>
            </p:nvGrpSpPr>
            <p:grpSpPr>
              <a:xfrm>
                <a:off x="6135961" y="4677317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3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Network</a:t>
                  </a:r>
                </a:p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Server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37" name="그룹 33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33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4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6" name="그룹 215"/>
              <p:cNvGrpSpPr/>
              <p:nvPr/>
            </p:nvGrpSpPr>
            <p:grpSpPr>
              <a:xfrm>
                <a:off x="4319628" y="5097050"/>
                <a:ext cx="282855" cy="247917"/>
                <a:chOff x="4309246" y="6231520"/>
                <a:chExt cx="939438" cy="508248"/>
              </a:xfrm>
            </p:grpSpPr>
            <p:sp>
              <p:nvSpPr>
                <p:cNvPr id="32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>
                      <a:latin typeface="Arial Narrow" panose="020B0606020202030204" pitchFamily="34" charset="0"/>
                    </a:rPr>
                    <a:t>Framework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29" name="그룹 32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3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3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7" name="그룹 216"/>
              <p:cNvGrpSpPr/>
              <p:nvPr/>
            </p:nvGrpSpPr>
            <p:grpSpPr>
              <a:xfrm>
                <a:off x="4615405" y="5091910"/>
                <a:ext cx="282855" cy="247917"/>
                <a:chOff x="4309246" y="6231520"/>
                <a:chExt cx="939438" cy="508248"/>
              </a:xfrm>
            </p:grpSpPr>
            <p:sp>
              <p:nvSpPr>
                <p:cNvPr id="32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AVInterface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21" name="그룹 32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2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2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2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2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2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2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8" name="그룹 217"/>
              <p:cNvGrpSpPr/>
              <p:nvPr/>
            </p:nvGrpSpPr>
            <p:grpSpPr>
              <a:xfrm>
                <a:off x="4913032" y="5089380"/>
                <a:ext cx="282855" cy="247917"/>
                <a:chOff x="4309246" y="6231520"/>
                <a:chExt cx="939438" cy="508248"/>
              </a:xfrm>
            </p:grpSpPr>
            <p:sp>
              <p:nvSpPr>
                <p:cNvPr id="31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Storage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13" name="그룹 31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31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9" name="그룹 218"/>
              <p:cNvGrpSpPr/>
              <p:nvPr/>
            </p:nvGrpSpPr>
            <p:grpSpPr>
              <a:xfrm>
                <a:off x="5213584" y="5093800"/>
                <a:ext cx="282855" cy="247917"/>
                <a:chOff x="4309246" y="6231520"/>
                <a:chExt cx="939438" cy="508248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30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Sensor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05" name="그룹 30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30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1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0" name="그룹 219"/>
              <p:cNvGrpSpPr/>
              <p:nvPr/>
            </p:nvGrpSpPr>
            <p:grpSpPr>
              <a:xfrm>
                <a:off x="5507821" y="5089750"/>
                <a:ext cx="282855" cy="247917"/>
                <a:chOff x="4309246" y="6231520"/>
                <a:chExt cx="939438" cy="508248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29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Actuator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97" name="그룹 29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9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30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1" name="그룹 220"/>
              <p:cNvGrpSpPr/>
              <p:nvPr/>
            </p:nvGrpSpPr>
            <p:grpSpPr>
              <a:xfrm>
                <a:off x="5816801" y="5089401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8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FrontChannel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89" name="그룹 28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9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9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2" name="그룹 221"/>
              <p:cNvGrpSpPr/>
              <p:nvPr/>
            </p:nvGrpSpPr>
            <p:grpSpPr>
              <a:xfrm>
                <a:off x="6124683" y="5082297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8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Streaming</a:t>
                  </a:r>
                </a:p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Protocols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81" name="그룹 28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8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8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8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8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8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8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3" name="그룹 222"/>
              <p:cNvGrpSpPr/>
              <p:nvPr/>
            </p:nvGrpSpPr>
            <p:grpSpPr>
              <a:xfrm>
                <a:off x="4319628" y="5478117"/>
                <a:ext cx="282855" cy="247917"/>
                <a:chOff x="4309246" y="6231520"/>
                <a:chExt cx="939438" cy="508248"/>
              </a:xfrm>
            </p:grpSpPr>
            <p:sp>
              <p:nvSpPr>
                <p:cNvPr id="27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Socket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73" name="그룹 27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27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4" name="그룹 223"/>
              <p:cNvGrpSpPr/>
              <p:nvPr/>
            </p:nvGrpSpPr>
            <p:grpSpPr>
              <a:xfrm>
                <a:off x="4644948" y="5483432"/>
                <a:ext cx="282855" cy="247917"/>
                <a:chOff x="4309246" y="6231520"/>
                <a:chExt cx="939438" cy="508248"/>
              </a:xfrm>
            </p:grpSpPr>
            <p:sp>
              <p:nvSpPr>
                <p:cNvPr id="26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Thread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65" name="그룹 26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26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7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5" name="그룹 224"/>
              <p:cNvGrpSpPr/>
              <p:nvPr/>
            </p:nvGrpSpPr>
            <p:grpSpPr>
              <a:xfrm>
                <a:off x="4970268" y="5479818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Exception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57" name="그룹 25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5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6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6" name="그룹 225"/>
              <p:cNvGrpSpPr/>
              <p:nvPr/>
            </p:nvGrpSpPr>
            <p:grpSpPr>
              <a:xfrm>
                <a:off x="5284571" y="5475618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4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Setting</a:t>
                  </a:r>
                </a:p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Manager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49" name="그룹 24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5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5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7" name="그룹 226"/>
              <p:cNvGrpSpPr/>
              <p:nvPr/>
            </p:nvGrpSpPr>
            <p:grpSpPr>
              <a:xfrm>
                <a:off x="5608999" y="5479818"/>
                <a:ext cx="282855" cy="247917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4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>
                      <a:latin typeface="Arial Narrow" panose="020B0606020202030204" pitchFamily="34" charset="0"/>
                    </a:rPr>
                    <a:t>Utility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41" name="그룹 24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4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4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4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4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4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4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8" name="그룹 227"/>
              <p:cNvGrpSpPr/>
              <p:nvPr/>
            </p:nvGrpSpPr>
            <p:grpSpPr>
              <a:xfrm>
                <a:off x="5933838" y="5483697"/>
                <a:ext cx="282855" cy="247917"/>
                <a:chOff x="4309246" y="6231520"/>
                <a:chExt cx="939438" cy="508248"/>
              </a:xfrm>
            </p:grpSpPr>
            <p:sp>
              <p:nvSpPr>
                <p:cNvPr id="23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400" b="1" dirty="0" err="1">
                      <a:latin typeface="Arial Narrow" panose="020B0606020202030204" pitchFamily="34" charset="0"/>
                    </a:rPr>
                    <a:t>TimeZone</a:t>
                  </a:r>
                  <a:endParaRPr lang="ko-KR" altLang="en-US" sz="4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233" name="그룹 23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23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3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3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3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3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3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4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sp>
            <p:nvSpPr>
              <p:cNvPr id="229" name="TextBox 228"/>
              <p:cNvSpPr txBox="1"/>
              <p:nvPr/>
            </p:nvSpPr>
            <p:spPr>
              <a:xfrm>
                <a:off x="6396677" y="4727729"/>
                <a:ext cx="283148" cy="1471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kumimoji="1" lang="is-IS" altLang="ko-KR" sz="400" b="1" dirty="0">
                    <a:latin typeface="Arial Narrow" panose="020B0606020202030204" pitchFamily="34" charset="0"/>
                  </a:rPr>
                  <a:t>…</a:t>
                </a:r>
                <a:endParaRPr kumimoji="1" lang="ko-KR" altLang="en-US" sz="4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0" name="TextBox 229"/>
              <p:cNvSpPr txBox="1"/>
              <p:nvPr/>
            </p:nvSpPr>
            <p:spPr>
              <a:xfrm>
                <a:off x="6403997" y="5098034"/>
                <a:ext cx="283148" cy="1471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kumimoji="1" lang="is-IS" altLang="ko-KR" sz="400" b="1" dirty="0">
                    <a:latin typeface="Arial Narrow" panose="020B0606020202030204" pitchFamily="34" charset="0"/>
                  </a:rPr>
                  <a:t>…</a:t>
                </a:r>
                <a:endParaRPr kumimoji="1" lang="ko-KR" altLang="en-US" sz="4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805" name="Rectangle 58"/>
              <p:cNvSpPr>
                <a:spLocks noChangeArrowheads="1"/>
              </p:cNvSpPr>
              <p:nvPr/>
            </p:nvSpPr>
            <p:spPr bwMode="auto">
              <a:xfrm>
                <a:off x="5392777" y="3864172"/>
                <a:ext cx="323085" cy="247917"/>
              </a:xfrm>
              <a:prstGeom prst="rect">
                <a:avLst/>
              </a:prstGeom>
              <a:solidFill>
                <a:srgbClr val="FFC000"/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400" b="1" dirty="0" err="1">
                    <a:latin typeface="Arial Narrow" panose="020B0606020202030204" pitchFamily="34" charset="0"/>
                  </a:rPr>
                  <a:t>LifecycleManager</a:t>
                </a:r>
                <a:endParaRPr lang="ko-KR" altLang="en-US" sz="4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806" name="직사각형 805"/>
              <p:cNvSpPr/>
              <p:nvPr/>
            </p:nvSpPr>
            <p:spPr>
              <a:xfrm>
                <a:off x="4970006" y="3864172"/>
                <a:ext cx="461281" cy="27948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수정</a:t>
                </a:r>
              </a:p>
            </p:txBody>
          </p:sp>
          <p:sp>
            <p:nvSpPr>
              <p:cNvPr id="807" name="Rectangle 58"/>
              <p:cNvSpPr>
                <a:spLocks noChangeArrowheads="1"/>
              </p:cNvSpPr>
              <p:nvPr/>
            </p:nvSpPr>
            <p:spPr bwMode="auto">
              <a:xfrm>
                <a:off x="4566031" y="3858532"/>
                <a:ext cx="345624" cy="24791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938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400" b="1" dirty="0" err="1">
                    <a:latin typeface="Arial Narrow" panose="020B0606020202030204" pitchFamily="34" charset="0"/>
                  </a:rPr>
                  <a:t>Audio_Video</a:t>
                </a:r>
                <a:endParaRPr lang="ko-KR" altLang="en-US" sz="4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808" name="직사각형 807"/>
              <p:cNvSpPr/>
              <p:nvPr/>
            </p:nvSpPr>
            <p:spPr>
              <a:xfrm>
                <a:off x="4037441" y="3816273"/>
                <a:ext cx="569486" cy="3679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000" i="1" dirty="0">
                    <a:solidFill>
                      <a:schemeClr val="tx1"/>
                    </a:solidFill>
                  </a:rPr>
                  <a:t>재사용</a:t>
                </a:r>
              </a:p>
            </p:txBody>
          </p:sp>
          <p:sp>
            <p:nvSpPr>
              <p:cNvPr id="425" name="Rectangle 58"/>
              <p:cNvSpPr>
                <a:spLocks noChangeArrowheads="1"/>
              </p:cNvSpPr>
              <p:nvPr/>
            </p:nvSpPr>
            <p:spPr bwMode="auto">
              <a:xfrm>
                <a:off x="6226631" y="3871952"/>
                <a:ext cx="325286" cy="24791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7937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400" b="1" dirty="0" err="1">
                    <a:latin typeface="Arial Narrow" panose="020B0606020202030204" pitchFamily="34" charset="0"/>
                  </a:rPr>
                  <a:t>OpenSDK</a:t>
                </a:r>
                <a:endParaRPr lang="ko-KR" altLang="en-US" sz="4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426" name="직사각형 425"/>
              <p:cNvSpPr/>
              <p:nvPr/>
            </p:nvSpPr>
            <p:spPr>
              <a:xfrm>
                <a:off x="5792279" y="3879217"/>
                <a:ext cx="449265" cy="237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신규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개발</a:t>
                </a:r>
              </a:p>
            </p:txBody>
          </p:sp>
        </p:grpSp>
      </p:grpSp>
      <p:cxnSp>
        <p:nvCxnSpPr>
          <p:cNvPr id="773" name="구부러진 연결선 772"/>
          <p:cNvCxnSpPr/>
          <p:nvPr/>
        </p:nvCxnSpPr>
        <p:spPr>
          <a:xfrm flipV="1">
            <a:off x="1424198" y="4473659"/>
            <a:ext cx="3712858" cy="123959"/>
          </a:xfrm>
          <a:prstGeom prst="curvedConnector3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구부러진 연결선 430"/>
          <p:cNvCxnSpPr>
            <a:endCxn id="360" idx="2"/>
          </p:cNvCxnSpPr>
          <p:nvPr/>
        </p:nvCxnSpPr>
        <p:spPr>
          <a:xfrm>
            <a:off x="1576598" y="4750019"/>
            <a:ext cx="4408905" cy="224102"/>
          </a:xfrm>
          <a:prstGeom prst="curvedConnector4">
            <a:avLst>
              <a:gd name="adj1" fmla="val 48396"/>
              <a:gd name="adj2" fmla="val 202007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구부러진 연결선 432"/>
          <p:cNvCxnSpPr>
            <a:endCxn id="288" idx="2"/>
          </p:cNvCxnSpPr>
          <p:nvPr/>
        </p:nvCxnSpPr>
        <p:spPr>
          <a:xfrm>
            <a:off x="1633967" y="4990941"/>
            <a:ext cx="4349623" cy="396701"/>
          </a:xfrm>
          <a:prstGeom prst="curvedConnector4">
            <a:avLst>
              <a:gd name="adj1" fmla="val 48374"/>
              <a:gd name="adj2" fmla="val 157625"/>
            </a:avLst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09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5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기반기술</a:t>
            </a:r>
            <a:r>
              <a:rPr lang="en-US" altLang="ko-KR" dirty="0"/>
              <a:t>: </a:t>
            </a:r>
            <a:r>
              <a:rPr lang="ko-KR" altLang="en-US"/>
              <a:t>제품라인 </a:t>
            </a:r>
            <a:r>
              <a:rPr lang="en-US" altLang="ko-KR" dirty="0"/>
              <a:t>(Product-Line Engineering)</a:t>
            </a:r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2" name="텍스트 개체 틀 4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240280" y="3358605"/>
            <a:ext cx="6703675" cy="3048110"/>
            <a:chOff x="1879927" y="3441429"/>
            <a:chExt cx="6780972" cy="3048216"/>
          </a:xfrm>
        </p:grpSpPr>
        <p:pic>
          <p:nvPicPr>
            <p:cNvPr id="2052" name="Picture 4" descr="Image result for CCTV Techwi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74403" y="3650226"/>
              <a:ext cx="986496" cy="782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9444" name="AutoShape 4"/>
            <p:cNvSpPr>
              <a:spLocks noChangeArrowheads="1"/>
            </p:cNvSpPr>
            <p:nvPr/>
          </p:nvSpPr>
          <p:spPr bwMode="auto">
            <a:xfrm>
              <a:off x="3914479" y="4397264"/>
              <a:ext cx="1611111" cy="1188781"/>
            </a:xfrm>
            <a:prstGeom prst="can">
              <a:avLst>
                <a:gd name="adj" fmla="val 25856"/>
              </a:avLst>
            </a:prstGeom>
            <a:solidFill>
              <a:srgbClr val="336699"/>
            </a:solidFill>
            <a:ln w="9525">
              <a:noFill/>
              <a:round/>
              <a:headEnd/>
              <a:tailEnd/>
            </a:ln>
            <a:effectLst>
              <a:outerShdw blurRad="50800" dist="50800" dir="48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>
                <a:defRPr/>
              </a:pPr>
              <a:endParaRPr kumimoji="1" lang="ko-KR" altLang="ko-KR" sz="1800">
                <a:ea typeface="굴림" pitchFamily="50" charset="-127"/>
              </a:endParaRPr>
            </a:p>
          </p:txBody>
        </p:sp>
        <p:sp>
          <p:nvSpPr>
            <p:cNvPr id="829468" name="Rectangle 28"/>
            <p:cNvSpPr>
              <a:spLocks noChangeArrowheads="1"/>
            </p:cNvSpPr>
            <p:nvPr/>
          </p:nvSpPr>
          <p:spPr bwMode="auto">
            <a:xfrm>
              <a:off x="2304020" y="5458887"/>
              <a:ext cx="1994238" cy="1030758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chemeClr val="bg2"/>
              </a:solidFill>
              <a:miter lim="800000"/>
              <a:headEnd/>
              <a:tailEnd type="none" w="lg" len="lg"/>
            </a:ln>
            <a:effectLst>
              <a:outerShdw blurRad="50800" dist="50800" dir="48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109837" tIns="54918" rIns="109837" bIns="54918"/>
            <a:lstStyle/>
            <a:p>
              <a:pPr algn="ctr">
                <a:defRPr/>
              </a:pPr>
              <a:r>
                <a:rPr kumimoji="1" lang="en-US" altLang="ko-KR" sz="1100" b="0" i="1" dirty="0">
                  <a:solidFill>
                    <a:srgbClr val="FFD8C5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굴림" pitchFamily="50" charset="-127"/>
                </a:rPr>
                <a:t>Framework Engineering</a:t>
              </a:r>
            </a:p>
          </p:txBody>
        </p:sp>
        <p:sp>
          <p:nvSpPr>
            <p:cNvPr id="12295" name="Rectangle 29"/>
            <p:cNvSpPr>
              <a:spLocks noChangeArrowheads="1"/>
            </p:cNvSpPr>
            <p:nvPr/>
          </p:nvSpPr>
          <p:spPr bwMode="auto">
            <a:xfrm>
              <a:off x="2390061" y="5716373"/>
              <a:ext cx="737084" cy="313532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Domain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Analysis</a:t>
              </a:r>
            </a:p>
          </p:txBody>
        </p:sp>
        <p:sp>
          <p:nvSpPr>
            <p:cNvPr id="12296" name="Rectangle 30"/>
            <p:cNvSpPr>
              <a:spLocks noChangeArrowheads="1"/>
            </p:cNvSpPr>
            <p:nvPr/>
          </p:nvSpPr>
          <p:spPr bwMode="auto">
            <a:xfrm>
              <a:off x="2390061" y="6121691"/>
              <a:ext cx="737084" cy="31272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Framework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Design</a:t>
              </a:r>
            </a:p>
          </p:txBody>
        </p:sp>
        <p:sp>
          <p:nvSpPr>
            <p:cNvPr id="12297" name="Rectangle 31"/>
            <p:cNvSpPr>
              <a:spLocks noChangeArrowheads="1"/>
            </p:cNvSpPr>
            <p:nvPr/>
          </p:nvSpPr>
          <p:spPr bwMode="auto">
            <a:xfrm>
              <a:off x="3267679" y="6121691"/>
              <a:ext cx="944539" cy="31272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Framework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Implementation</a:t>
              </a:r>
            </a:p>
          </p:txBody>
        </p:sp>
        <p:cxnSp>
          <p:nvCxnSpPr>
            <p:cNvPr id="12298" name="AutoShape 32"/>
            <p:cNvCxnSpPr>
              <a:cxnSpLocks noChangeShapeType="1"/>
              <a:stCxn id="12295" idx="2"/>
              <a:endCxn id="12296" idx="0"/>
            </p:cNvCxnSpPr>
            <p:nvPr/>
          </p:nvCxnSpPr>
          <p:spPr bwMode="auto">
            <a:xfrm>
              <a:off x="2759081" y="6029905"/>
              <a:ext cx="0" cy="9178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99" name="AutoShape 33"/>
            <p:cNvCxnSpPr>
              <a:cxnSpLocks noChangeShapeType="1"/>
              <a:stCxn id="12296" idx="3"/>
              <a:endCxn id="12297" idx="1"/>
            </p:cNvCxnSpPr>
            <p:nvPr/>
          </p:nvCxnSpPr>
          <p:spPr bwMode="auto">
            <a:xfrm>
              <a:off x="3127145" y="6278457"/>
              <a:ext cx="1405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0" name="Rectangle 34"/>
            <p:cNvSpPr>
              <a:spLocks noChangeArrowheads="1"/>
            </p:cNvSpPr>
            <p:nvPr/>
          </p:nvSpPr>
          <p:spPr bwMode="auto">
            <a:xfrm>
              <a:off x="3268635" y="5716373"/>
              <a:ext cx="943583" cy="31272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Framework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Qualification</a:t>
              </a:r>
            </a:p>
          </p:txBody>
        </p:sp>
        <p:cxnSp>
          <p:nvCxnSpPr>
            <p:cNvPr id="12301" name="AutoShape 35"/>
            <p:cNvCxnSpPr>
              <a:cxnSpLocks noChangeShapeType="1"/>
              <a:stCxn id="12297" idx="0"/>
              <a:endCxn id="12300" idx="2"/>
            </p:cNvCxnSpPr>
            <p:nvPr/>
          </p:nvCxnSpPr>
          <p:spPr bwMode="auto">
            <a:xfrm rot="16200000">
              <a:off x="3694127" y="6074914"/>
              <a:ext cx="92598" cy="956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2" name="AutoShape 36"/>
            <p:cNvSpPr>
              <a:spLocks noChangeArrowheads="1"/>
            </p:cNvSpPr>
            <p:nvPr/>
          </p:nvSpPr>
          <p:spPr bwMode="auto">
            <a:xfrm rot="10726952" flipH="1">
              <a:off x="6867060" y="3910721"/>
              <a:ext cx="362328" cy="151080"/>
            </a:xfrm>
            <a:custGeom>
              <a:avLst/>
              <a:gdLst>
                <a:gd name="T0" fmla="*/ 451247 w 21600"/>
                <a:gd name="T1" fmla="*/ 0 h 21600"/>
                <a:gd name="T2" fmla="*/ 0 w 21600"/>
                <a:gd name="T3" fmla="*/ 147638 h 21600"/>
                <a:gd name="T4" fmla="*/ 451247 w 21600"/>
                <a:gd name="T5" fmla="*/ 295275 h 21600"/>
                <a:gd name="T6" fmla="*/ 601663 w 21600"/>
                <a:gd name="T7" fmla="*/ 147638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762700"/>
            </a:solidFill>
            <a:ln w="1905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829477" name="Rectangle 37"/>
            <p:cNvSpPr>
              <a:spLocks noChangeArrowheads="1"/>
            </p:cNvSpPr>
            <p:nvPr/>
          </p:nvSpPr>
          <p:spPr bwMode="auto">
            <a:xfrm flipH="1">
              <a:off x="2304020" y="3764514"/>
              <a:ext cx="5030529" cy="590512"/>
            </a:xfrm>
            <a:prstGeom prst="rect">
              <a:avLst/>
            </a:prstGeom>
            <a:solidFill>
              <a:srgbClr val="762700"/>
            </a:solidFill>
            <a:ln w="9525">
              <a:solidFill>
                <a:srgbClr val="990000"/>
              </a:solidFill>
              <a:miter lim="800000"/>
              <a:headEnd/>
              <a:tailEnd type="none" w="lg" len="lg"/>
            </a:ln>
            <a:effectLst>
              <a:outerShdw blurRad="50800" dist="50800" dir="48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b"/>
            <a:lstStyle/>
            <a:p>
              <a:pPr algn="ctr">
                <a:defRPr/>
              </a:pPr>
              <a:r>
                <a:rPr kumimoji="1" lang="en-US" altLang="ko-KR" sz="1100" b="0" i="1" dirty="0">
                  <a:solidFill>
                    <a:srgbClr val="FFD8C5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굴림" pitchFamily="50" charset="-127"/>
                </a:rPr>
                <a:t>Production Engineering</a:t>
              </a:r>
            </a:p>
          </p:txBody>
        </p:sp>
        <p:sp>
          <p:nvSpPr>
            <p:cNvPr id="12304" name="Rectangle 38"/>
            <p:cNvSpPr>
              <a:spLocks noChangeArrowheads="1"/>
            </p:cNvSpPr>
            <p:nvPr/>
          </p:nvSpPr>
          <p:spPr bwMode="auto">
            <a:xfrm flipH="1">
              <a:off x="2461761" y="3837617"/>
              <a:ext cx="1008592" cy="298911"/>
            </a:xfrm>
            <a:prstGeom prst="rect">
              <a:avLst/>
            </a:prstGeom>
            <a:solidFill>
              <a:srgbClr val="7627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Product</a:t>
              </a:r>
            </a:p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Framework</a:t>
              </a:r>
            </a:p>
          </p:txBody>
        </p:sp>
        <p:sp>
          <p:nvSpPr>
            <p:cNvPr id="12305" name="Rectangle 39"/>
            <p:cNvSpPr>
              <a:spLocks noChangeArrowheads="1"/>
            </p:cNvSpPr>
            <p:nvPr/>
          </p:nvSpPr>
          <p:spPr bwMode="auto">
            <a:xfrm flipH="1">
              <a:off x="3659644" y="3837617"/>
              <a:ext cx="1132872" cy="298911"/>
            </a:xfrm>
            <a:prstGeom prst="rect">
              <a:avLst/>
            </a:prstGeom>
            <a:solidFill>
              <a:srgbClr val="7627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Product</a:t>
              </a:r>
            </a:p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Architecture</a:t>
              </a:r>
            </a:p>
          </p:txBody>
        </p:sp>
        <p:sp>
          <p:nvSpPr>
            <p:cNvPr id="12306" name="Rectangle 40"/>
            <p:cNvSpPr>
              <a:spLocks noChangeArrowheads="1"/>
            </p:cNvSpPr>
            <p:nvPr/>
          </p:nvSpPr>
          <p:spPr bwMode="auto">
            <a:xfrm flipH="1">
              <a:off x="5000926" y="3837617"/>
              <a:ext cx="1007636" cy="298911"/>
            </a:xfrm>
            <a:prstGeom prst="rect">
              <a:avLst/>
            </a:prstGeom>
            <a:solidFill>
              <a:srgbClr val="7627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Application</a:t>
              </a:r>
            </a:p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Component</a:t>
              </a:r>
            </a:p>
          </p:txBody>
        </p:sp>
        <p:sp>
          <p:nvSpPr>
            <p:cNvPr id="12307" name="Rectangle 41"/>
            <p:cNvSpPr>
              <a:spLocks noChangeArrowheads="1"/>
            </p:cNvSpPr>
            <p:nvPr/>
          </p:nvSpPr>
          <p:spPr bwMode="auto">
            <a:xfrm flipH="1">
              <a:off x="6193073" y="3843302"/>
              <a:ext cx="1007636" cy="294850"/>
            </a:xfrm>
            <a:prstGeom prst="rect">
              <a:avLst/>
            </a:prstGeom>
            <a:solidFill>
              <a:srgbClr val="7627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Component</a:t>
              </a:r>
            </a:p>
            <a:p>
              <a:pPr algn="ctr" defTabSz="957263" eaLnBrk="1" latinLnBrk="1" hangingPunct="1"/>
              <a:r>
                <a:rPr kumimoji="1" lang="en-US" altLang="ko-KR" sz="1050" dirty="0">
                  <a:solidFill>
                    <a:schemeClr val="bg1"/>
                  </a:solidFill>
                  <a:ea typeface="HY견명조" pitchFamily="18" charset="-127"/>
                </a:rPr>
                <a:t>Composition</a:t>
              </a:r>
            </a:p>
          </p:txBody>
        </p:sp>
        <p:cxnSp>
          <p:nvCxnSpPr>
            <p:cNvPr id="12308" name="AutoShape 42"/>
            <p:cNvCxnSpPr>
              <a:cxnSpLocks noChangeShapeType="1"/>
              <a:stCxn id="12305" idx="1"/>
              <a:endCxn id="12306" idx="3"/>
            </p:cNvCxnSpPr>
            <p:nvPr/>
          </p:nvCxnSpPr>
          <p:spPr bwMode="auto">
            <a:xfrm>
              <a:off x="4794428" y="3987073"/>
              <a:ext cx="20745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9" name="AutoShape 43"/>
            <p:cNvCxnSpPr>
              <a:cxnSpLocks noChangeShapeType="1"/>
              <a:stCxn id="12304" idx="1"/>
              <a:endCxn id="12305" idx="3"/>
            </p:cNvCxnSpPr>
            <p:nvPr/>
          </p:nvCxnSpPr>
          <p:spPr bwMode="auto">
            <a:xfrm>
              <a:off x="3470353" y="3987073"/>
              <a:ext cx="19120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0" name="AutoShape 44"/>
            <p:cNvCxnSpPr>
              <a:cxnSpLocks noChangeShapeType="1"/>
              <a:stCxn id="12306" idx="1"/>
              <a:endCxn id="12307" idx="3"/>
            </p:cNvCxnSpPr>
            <p:nvPr/>
          </p:nvCxnSpPr>
          <p:spPr bwMode="auto">
            <a:xfrm>
              <a:off x="6009518" y="3987073"/>
              <a:ext cx="185466" cy="324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9486" name="AutoShape 46"/>
            <p:cNvSpPr>
              <a:spLocks noChangeArrowheads="1"/>
            </p:cNvSpPr>
            <p:nvPr/>
          </p:nvSpPr>
          <p:spPr bwMode="auto">
            <a:xfrm>
              <a:off x="1879927" y="3544738"/>
              <a:ext cx="1015385" cy="217811"/>
            </a:xfrm>
            <a:prstGeom prst="homePlate">
              <a:avLst>
                <a:gd name="adj" fmla="val 41790"/>
              </a:avLst>
            </a:prstGeom>
            <a:solidFill>
              <a:srgbClr val="BAE18F"/>
            </a:solidFill>
            <a:ln w="6350">
              <a:noFill/>
              <a:miter lim="800000"/>
              <a:headEnd/>
              <a:tailEnd type="none" w="lg" len="lg"/>
            </a:ln>
            <a:effectLst/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>
                <a:defRPr/>
              </a:pPr>
              <a:r>
                <a:rPr kumimoji="1" lang="en-US" altLang="ko-KR" sz="1100" b="0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HY견명조" pitchFamily="18" charset="-127"/>
                </a:rPr>
                <a:t>Requirements</a:t>
              </a:r>
            </a:p>
          </p:txBody>
        </p:sp>
        <p:sp>
          <p:nvSpPr>
            <p:cNvPr id="12323" name="AutoShape 57"/>
            <p:cNvSpPr>
              <a:spLocks noChangeArrowheads="1"/>
            </p:cNvSpPr>
            <p:nvPr/>
          </p:nvSpPr>
          <p:spPr bwMode="gray">
            <a:xfrm>
              <a:off x="4255238" y="5586045"/>
              <a:ext cx="260035" cy="314711"/>
            </a:xfrm>
            <a:custGeom>
              <a:avLst/>
              <a:gdLst>
                <a:gd name="T0" fmla="*/ 344500 w 21600"/>
                <a:gd name="T1" fmla="*/ 0 h 21600"/>
                <a:gd name="T2" fmla="*/ 257181 w 21600"/>
                <a:gd name="T3" fmla="*/ 335414 h 21600"/>
                <a:gd name="T4" fmla="*/ 0 w 21600"/>
                <a:gd name="T5" fmla="*/ 907723 h 21600"/>
                <a:gd name="T6" fmla="*/ 191291 w 21600"/>
                <a:gd name="T7" fmla="*/ 1008063 h 21600"/>
                <a:gd name="T8" fmla="*/ 382583 w 21600"/>
                <a:gd name="T9" fmla="*/ 693323 h 21600"/>
                <a:gd name="T10" fmla="*/ 431800 w 21600"/>
                <a:gd name="T11" fmla="*/ 335414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7299 h 21600"/>
                <a:gd name="T20" fmla="*/ 19138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233" y="0"/>
                  </a:moveTo>
                  <a:lnTo>
                    <a:pt x="12865" y="7187"/>
                  </a:lnTo>
                  <a:lnTo>
                    <a:pt x="15327" y="7187"/>
                  </a:lnTo>
                  <a:lnTo>
                    <a:pt x="15327" y="17299"/>
                  </a:lnTo>
                  <a:lnTo>
                    <a:pt x="0" y="17299"/>
                  </a:lnTo>
                  <a:lnTo>
                    <a:pt x="0" y="21600"/>
                  </a:lnTo>
                  <a:lnTo>
                    <a:pt x="19138" y="21600"/>
                  </a:lnTo>
                  <a:lnTo>
                    <a:pt x="19138" y="7187"/>
                  </a:lnTo>
                  <a:lnTo>
                    <a:pt x="21600" y="7187"/>
                  </a:lnTo>
                  <a:close/>
                </a:path>
              </a:pathLst>
            </a:custGeom>
            <a:solidFill>
              <a:srgbClr val="C0C0C0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2324" name="AutoShape 58"/>
            <p:cNvSpPr>
              <a:spLocks noChangeArrowheads="1"/>
            </p:cNvSpPr>
            <p:nvPr/>
          </p:nvSpPr>
          <p:spPr bwMode="gray">
            <a:xfrm flipH="1">
              <a:off x="4906281" y="5586045"/>
              <a:ext cx="433073" cy="314711"/>
            </a:xfrm>
            <a:custGeom>
              <a:avLst/>
              <a:gdLst>
                <a:gd name="T0" fmla="*/ 585797 w 21600"/>
                <a:gd name="T1" fmla="*/ 0 h 21600"/>
                <a:gd name="T2" fmla="*/ 452424 w 21600"/>
                <a:gd name="T3" fmla="*/ 335414 h 21600"/>
                <a:gd name="T4" fmla="*/ 0 w 21600"/>
                <a:gd name="T5" fmla="*/ 926811 h 21600"/>
                <a:gd name="T6" fmla="*/ 318584 w 21600"/>
                <a:gd name="T7" fmla="*/ 1008063 h 21600"/>
                <a:gd name="T8" fmla="*/ 637169 w 21600"/>
                <a:gd name="T9" fmla="*/ 693323 h 21600"/>
                <a:gd name="T10" fmla="*/ 719137 w 21600"/>
                <a:gd name="T11" fmla="*/ 335414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8116 h 21600"/>
                <a:gd name="T20" fmla="*/ 19138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595" y="0"/>
                  </a:moveTo>
                  <a:lnTo>
                    <a:pt x="13589" y="7187"/>
                  </a:lnTo>
                  <a:lnTo>
                    <a:pt x="16051" y="7187"/>
                  </a:lnTo>
                  <a:lnTo>
                    <a:pt x="16051" y="18116"/>
                  </a:lnTo>
                  <a:lnTo>
                    <a:pt x="0" y="18116"/>
                  </a:lnTo>
                  <a:lnTo>
                    <a:pt x="0" y="21600"/>
                  </a:lnTo>
                  <a:lnTo>
                    <a:pt x="19138" y="21600"/>
                  </a:lnTo>
                  <a:lnTo>
                    <a:pt x="19138" y="7187"/>
                  </a:lnTo>
                  <a:lnTo>
                    <a:pt x="21600" y="7187"/>
                  </a:lnTo>
                  <a:close/>
                </a:path>
              </a:pathLst>
            </a:custGeom>
            <a:solidFill>
              <a:srgbClr val="C0C0C0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2325" name="AutoShape 60"/>
            <p:cNvSpPr>
              <a:spLocks noChangeArrowheads="1"/>
            </p:cNvSpPr>
            <p:nvPr/>
          </p:nvSpPr>
          <p:spPr bwMode="gray">
            <a:xfrm>
              <a:off x="5438433" y="4169019"/>
              <a:ext cx="663817" cy="1032382"/>
            </a:xfrm>
            <a:custGeom>
              <a:avLst/>
              <a:gdLst>
                <a:gd name="T0" fmla="*/ 1005712 w 21600"/>
                <a:gd name="T1" fmla="*/ 0 h 21600"/>
                <a:gd name="T2" fmla="*/ 930286 w 21600"/>
                <a:gd name="T3" fmla="*/ 239697 h 21600"/>
                <a:gd name="T4" fmla="*/ 0 w 21600"/>
                <a:gd name="T5" fmla="*/ 1937471 h 21600"/>
                <a:gd name="T6" fmla="*/ 523677 w 21600"/>
                <a:gd name="T7" fmla="*/ 2017712 h 21600"/>
                <a:gd name="T8" fmla="*/ 1047354 w 21600"/>
                <a:gd name="T9" fmla="*/ 1132534 h 21600"/>
                <a:gd name="T10" fmla="*/ 1081088 w 21600"/>
                <a:gd name="T11" fmla="*/ 239697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9881 h 21600"/>
                <a:gd name="T20" fmla="*/ 20926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0094" y="0"/>
                  </a:moveTo>
                  <a:lnTo>
                    <a:pt x="18587" y="2566"/>
                  </a:lnTo>
                  <a:lnTo>
                    <a:pt x="19261" y="2566"/>
                  </a:lnTo>
                  <a:lnTo>
                    <a:pt x="19261" y="19881"/>
                  </a:lnTo>
                  <a:lnTo>
                    <a:pt x="0" y="19881"/>
                  </a:lnTo>
                  <a:lnTo>
                    <a:pt x="0" y="21600"/>
                  </a:lnTo>
                  <a:lnTo>
                    <a:pt x="20926" y="21600"/>
                  </a:lnTo>
                  <a:lnTo>
                    <a:pt x="20926" y="2566"/>
                  </a:lnTo>
                  <a:lnTo>
                    <a:pt x="21600" y="2566"/>
                  </a:lnTo>
                  <a:close/>
                </a:path>
              </a:pathLst>
            </a:custGeom>
            <a:solidFill>
              <a:srgbClr val="C0C0C0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2332" name="AutoShape 59"/>
            <p:cNvSpPr>
              <a:spLocks noChangeArrowheads="1"/>
            </p:cNvSpPr>
            <p:nvPr/>
          </p:nvSpPr>
          <p:spPr bwMode="gray">
            <a:xfrm flipH="1">
              <a:off x="3085081" y="4169019"/>
              <a:ext cx="873794" cy="1032381"/>
            </a:xfrm>
            <a:custGeom>
              <a:avLst/>
              <a:gdLst>
                <a:gd name="T0" fmla="*/ 1549104 w 21600"/>
                <a:gd name="T1" fmla="*/ 0 h 21600"/>
                <a:gd name="T2" fmla="*/ 1444034 w 21600"/>
                <a:gd name="T3" fmla="*/ 239697 h 21600"/>
                <a:gd name="T4" fmla="*/ 0 w 21600"/>
                <a:gd name="T5" fmla="*/ 1950455 h 21600"/>
                <a:gd name="T6" fmla="*/ 801279 w 21600"/>
                <a:gd name="T7" fmla="*/ 2017712 h 21600"/>
                <a:gd name="T8" fmla="*/ 1602559 w 21600"/>
                <a:gd name="T9" fmla="*/ 1132534 h 21600"/>
                <a:gd name="T10" fmla="*/ 1654175 w 21600"/>
                <a:gd name="T11" fmla="*/ 239697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20159 h 21600"/>
                <a:gd name="T20" fmla="*/ 20926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0228" y="0"/>
                  </a:moveTo>
                  <a:lnTo>
                    <a:pt x="18856" y="2566"/>
                  </a:lnTo>
                  <a:lnTo>
                    <a:pt x="19530" y="2566"/>
                  </a:lnTo>
                  <a:lnTo>
                    <a:pt x="19530" y="20159"/>
                  </a:lnTo>
                  <a:lnTo>
                    <a:pt x="0" y="20159"/>
                  </a:lnTo>
                  <a:lnTo>
                    <a:pt x="0" y="21600"/>
                  </a:lnTo>
                  <a:lnTo>
                    <a:pt x="20926" y="21600"/>
                  </a:lnTo>
                  <a:lnTo>
                    <a:pt x="20926" y="2566"/>
                  </a:lnTo>
                  <a:lnTo>
                    <a:pt x="21600" y="2566"/>
                  </a:lnTo>
                  <a:close/>
                </a:path>
              </a:pathLst>
            </a:custGeom>
            <a:solidFill>
              <a:srgbClr val="C0C0C0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2336" name="Rectangle 5"/>
            <p:cNvSpPr>
              <a:spLocks noChangeArrowheads="1"/>
            </p:cNvSpPr>
            <p:nvPr/>
          </p:nvSpPr>
          <p:spPr bwMode="auto">
            <a:xfrm>
              <a:off x="4177802" y="4390766"/>
              <a:ext cx="1021976" cy="292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ko-KR" sz="11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HY견명조" pitchFamily="18" charset="-127"/>
                </a:rPr>
                <a:t>Asset Repository</a:t>
              </a:r>
            </a:p>
          </p:txBody>
        </p:sp>
        <p:sp>
          <p:nvSpPr>
            <p:cNvPr id="12337" name="Rectangle 6"/>
            <p:cNvSpPr>
              <a:spLocks noChangeArrowheads="1"/>
            </p:cNvSpPr>
            <p:nvPr/>
          </p:nvSpPr>
          <p:spPr bwMode="auto">
            <a:xfrm>
              <a:off x="4064993" y="4671808"/>
              <a:ext cx="1235167" cy="11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ea typeface="HY견명조" pitchFamily="18" charset="-127"/>
                </a:rPr>
                <a:t>Classification/Distribution</a:t>
              </a:r>
            </a:p>
          </p:txBody>
        </p:sp>
        <p:sp>
          <p:nvSpPr>
            <p:cNvPr id="12338" name="Rectangle 7"/>
            <p:cNvSpPr>
              <a:spLocks noChangeArrowheads="1"/>
            </p:cNvSpPr>
            <p:nvPr/>
          </p:nvSpPr>
          <p:spPr bwMode="auto">
            <a:xfrm>
              <a:off x="4064993" y="4785524"/>
              <a:ext cx="1235167" cy="112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ea typeface="HY견명조" pitchFamily="18" charset="-127"/>
                </a:rPr>
                <a:t>Configuration Management</a:t>
              </a:r>
            </a:p>
          </p:txBody>
        </p:sp>
        <p:grpSp>
          <p:nvGrpSpPr>
            <p:cNvPr id="12339" name="Group 8"/>
            <p:cNvGrpSpPr>
              <a:grpSpLocks/>
            </p:cNvGrpSpPr>
            <p:nvPr/>
          </p:nvGrpSpPr>
          <p:grpSpPr bwMode="auto">
            <a:xfrm>
              <a:off x="3914537" y="4876497"/>
              <a:ext cx="1610888" cy="184383"/>
              <a:chOff x="2026" y="1824"/>
              <a:chExt cx="1626" cy="144"/>
            </a:xfrm>
          </p:grpSpPr>
          <p:sp>
            <p:nvSpPr>
              <p:cNvPr id="12357" name="Arc 9"/>
              <p:cNvSpPr>
                <a:spLocks/>
              </p:cNvSpPr>
              <p:nvPr/>
            </p:nvSpPr>
            <p:spPr bwMode="auto">
              <a:xfrm flipH="1" flipV="1">
                <a:off x="2026" y="1872"/>
                <a:ext cx="854" cy="87"/>
              </a:xfrm>
              <a:custGeom>
                <a:avLst/>
                <a:gdLst>
                  <a:gd name="T0" fmla="*/ 0 w 21600"/>
                  <a:gd name="T1" fmla="*/ 0 h 21600"/>
                  <a:gd name="T2" fmla="*/ 816 w 21600"/>
                  <a:gd name="T3" fmla="*/ 96 h 21600"/>
                  <a:gd name="T4" fmla="*/ 0 w 21600"/>
                  <a:gd name="T5" fmla="*/ 9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8" name="Arc 10"/>
              <p:cNvSpPr>
                <a:spLocks/>
              </p:cNvSpPr>
              <p:nvPr/>
            </p:nvSpPr>
            <p:spPr bwMode="auto">
              <a:xfrm flipV="1">
                <a:off x="2880" y="1824"/>
                <a:ext cx="772" cy="144"/>
              </a:xfrm>
              <a:custGeom>
                <a:avLst/>
                <a:gdLst>
                  <a:gd name="T0" fmla="*/ 0 w 21600"/>
                  <a:gd name="T1" fmla="*/ 0 h 21600"/>
                  <a:gd name="T2" fmla="*/ 672 w 21600"/>
                  <a:gd name="T3" fmla="*/ 144 h 21600"/>
                  <a:gd name="T4" fmla="*/ 0 w 21600"/>
                  <a:gd name="T5" fmla="*/ 14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2340" name="Rectangle 11"/>
            <p:cNvSpPr>
              <a:spLocks noChangeArrowheads="1"/>
            </p:cNvSpPr>
            <p:nvPr/>
          </p:nvSpPr>
          <p:spPr bwMode="auto">
            <a:xfrm>
              <a:off x="4060212" y="4898428"/>
              <a:ext cx="1239947" cy="108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ea typeface="HY견명조" pitchFamily="18" charset="-127"/>
                </a:rPr>
                <a:t>Retrieval/Explanation</a:t>
              </a:r>
            </a:p>
          </p:txBody>
        </p:sp>
        <p:grpSp>
          <p:nvGrpSpPr>
            <p:cNvPr id="12341" name="Group 12"/>
            <p:cNvGrpSpPr>
              <a:grpSpLocks/>
            </p:cNvGrpSpPr>
            <p:nvPr/>
          </p:nvGrpSpPr>
          <p:grpSpPr bwMode="auto">
            <a:xfrm>
              <a:off x="4151989" y="5098244"/>
              <a:ext cx="472270" cy="107218"/>
              <a:chOff x="2160" y="2466"/>
              <a:chExt cx="594" cy="194"/>
            </a:xfrm>
          </p:grpSpPr>
          <p:sp>
            <p:nvSpPr>
              <p:cNvPr id="12351" name="AutoShape 13"/>
              <p:cNvSpPr>
                <a:spLocks noChangeArrowheads="1"/>
              </p:cNvSpPr>
              <p:nvPr/>
            </p:nvSpPr>
            <p:spPr bwMode="auto">
              <a:xfrm>
                <a:off x="2160" y="2466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2" name="AutoShape 14"/>
              <p:cNvSpPr>
                <a:spLocks noChangeArrowheads="1"/>
              </p:cNvSpPr>
              <p:nvPr/>
            </p:nvSpPr>
            <p:spPr bwMode="auto">
              <a:xfrm>
                <a:off x="2214" y="2530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3" name="AutoShape 15"/>
              <p:cNvSpPr>
                <a:spLocks noChangeArrowheads="1"/>
              </p:cNvSpPr>
              <p:nvPr/>
            </p:nvSpPr>
            <p:spPr bwMode="auto">
              <a:xfrm>
                <a:off x="2556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4" name="AutoShape 16"/>
              <p:cNvSpPr>
                <a:spLocks noChangeArrowheads="1"/>
              </p:cNvSpPr>
              <p:nvPr/>
            </p:nvSpPr>
            <p:spPr bwMode="auto">
              <a:xfrm>
                <a:off x="2340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5" name="AutoShape 17"/>
              <p:cNvSpPr>
                <a:spLocks noChangeArrowheads="1"/>
              </p:cNvSpPr>
              <p:nvPr/>
            </p:nvSpPr>
            <p:spPr bwMode="auto">
              <a:xfrm>
                <a:off x="2610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6" name="AutoShape 18"/>
              <p:cNvSpPr>
                <a:spLocks noChangeArrowheads="1"/>
              </p:cNvSpPr>
              <p:nvPr/>
            </p:nvSpPr>
            <p:spPr bwMode="auto">
              <a:xfrm>
                <a:off x="2394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</p:grpSp>
        <p:grpSp>
          <p:nvGrpSpPr>
            <p:cNvPr id="12342" name="Group 19"/>
            <p:cNvGrpSpPr>
              <a:grpSpLocks/>
            </p:cNvGrpSpPr>
            <p:nvPr/>
          </p:nvGrpSpPr>
          <p:grpSpPr bwMode="auto">
            <a:xfrm>
              <a:off x="4819285" y="5098244"/>
              <a:ext cx="472270" cy="106406"/>
              <a:chOff x="2160" y="2466"/>
              <a:chExt cx="594" cy="194"/>
            </a:xfrm>
          </p:grpSpPr>
          <p:sp>
            <p:nvSpPr>
              <p:cNvPr id="12345" name="AutoShape 20"/>
              <p:cNvSpPr>
                <a:spLocks noChangeArrowheads="1"/>
              </p:cNvSpPr>
              <p:nvPr/>
            </p:nvSpPr>
            <p:spPr bwMode="auto">
              <a:xfrm>
                <a:off x="2160" y="2466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46" name="AutoShape 21"/>
              <p:cNvSpPr>
                <a:spLocks noChangeArrowheads="1"/>
              </p:cNvSpPr>
              <p:nvPr/>
            </p:nvSpPr>
            <p:spPr bwMode="auto">
              <a:xfrm>
                <a:off x="2214" y="2530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47" name="AutoShape 22"/>
              <p:cNvSpPr>
                <a:spLocks noChangeArrowheads="1"/>
              </p:cNvSpPr>
              <p:nvPr/>
            </p:nvSpPr>
            <p:spPr bwMode="auto">
              <a:xfrm>
                <a:off x="2556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48" name="AutoShape 23"/>
              <p:cNvSpPr>
                <a:spLocks noChangeArrowheads="1"/>
              </p:cNvSpPr>
              <p:nvPr/>
            </p:nvSpPr>
            <p:spPr bwMode="auto">
              <a:xfrm>
                <a:off x="2340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49" name="AutoShape 24"/>
              <p:cNvSpPr>
                <a:spLocks noChangeArrowheads="1"/>
              </p:cNvSpPr>
              <p:nvPr/>
            </p:nvSpPr>
            <p:spPr bwMode="auto">
              <a:xfrm>
                <a:off x="2610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2350" name="AutoShape 25"/>
              <p:cNvSpPr>
                <a:spLocks noChangeArrowheads="1"/>
              </p:cNvSpPr>
              <p:nvPr/>
            </p:nvSpPr>
            <p:spPr bwMode="auto">
              <a:xfrm>
                <a:off x="2394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99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2343" name="Text Box 26"/>
            <p:cNvSpPr txBox="1">
              <a:spLocks noChangeArrowheads="1"/>
            </p:cNvSpPr>
            <p:nvPr/>
          </p:nvSpPr>
          <p:spPr bwMode="auto">
            <a:xfrm>
              <a:off x="3923077" y="5129928"/>
              <a:ext cx="914784" cy="25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>
              <a:spAutoFit/>
            </a:bodyPr>
            <a:lstStyle>
              <a:lvl1pPr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latin typeface="+mn-lt"/>
                  <a:ea typeface="HY견명조" pitchFamily="18" charset="-127"/>
                </a:rPr>
                <a:t>Frameworks</a:t>
              </a:r>
            </a:p>
          </p:txBody>
        </p:sp>
        <p:sp>
          <p:nvSpPr>
            <p:cNvPr id="12344" name="Text Box 27"/>
            <p:cNvSpPr txBox="1">
              <a:spLocks noChangeArrowheads="1"/>
            </p:cNvSpPr>
            <p:nvPr/>
          </p:nvSpPr>
          <p:spPr bwMode="auto">
            <a:xfrm>
              <a:off x="4608184" y="5129928"/>
              <a:ext cx="926005" cy="25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>
              <a:spAutoFit/>
            </a:bodyPr>
            <a:lstStyle>
              <a:lvl1pPr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latin typeface="+mn-lt"/>
                  <a:ea typeface="HY견명조" pitchFamily="18" charset="-127"/>
                </a:rPr>
                <a:t>Components</a:t>
              </a:r>
            </a:p>
          </p:txBody>
        </p:sp>
        <p:sp>
          <p:nvSpPr>
            <p:cNvPr id="829487" name="AutoShape 47"/>
            <p:cNvSpPr>
              <a:spLocks noChangeArrowheads="1"/>
            </p:cNvSpPr>
            <p:nvPr/>
          </p:nvSpPr>
          <p:spPr bwMode="auto">
            <a:xfrm>
              <a:off x="6590572" y="3441429"/>
              <a:ext cx="1082390" cy="448043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BAE18F"/>
            </a:solidFill>
            <a:ln w="6350">
              <a:noFill/>
              <a:miter lim="800000"/>
              <a:headEnd/>
              <a:tailEnd type="none" w="lg" len="lg"/>
            </a:ln>
            <a:effectLst/>
          </p:spPr>
          <p:txBody>
            <a:bodyPr wrap="none" lIns="95781" tIns="47891" rIns="95781" bIns="47891" anchor="ctr"/>
            <a:lstStyle/>
            <a:p>
              <a:pPr algn="ctr" defTabSz="957263" eaLnBrk="1" latinLnBrk="1" hangingPunct="1">
                <a:defRPr/>
              </a:pPr>
              <a:r>
                <a:rPr kumimoji="1" lang="en-US" altLang="ko-KR" sz="1100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HY견명조" pitchFamily="18" charset="-127"/>
                </a:rPr>
                <a:t>Product</a:t>
              </a:r>
              <a:endParaRPr kumimoji="1" lang="en-US" altLang="ko-KR" sz="1100" b="0" dirty="0">
                <a:effectLst>
                  <a:outerShdw blurRad="38100" dist="38100" dir="2700000" algn="tl">
                    <a:srgbClr val="FFFFFF"/>
                  </a:outerShdw>
                </a:effectLst>
                <a:ea typeface="HY견명조" pitchFamily="18" charset="-127"/>
              </a:endParaRPr>
            </a:p>
          </p:txBody>
        </p:sp>
        <p:grpSp>
          <p:nvGrpSpPr>
            <p:cNvPr id="95" name="Group 12"/>
            <p:cNvGrpSpPr>
              <a:grpSpLocks/>
            </p:cNvGrpSpPr>
            <p:nvPr/>
          </p:nvGrpSpPr>
          <p:grpSpPr bwMode="auto">
            <a:xfrm>
              <a:off x="4493694" y="5348420"/>
              <a:ext cx="472270" cy="107218"/>
              <a:chOff x="2160" y="2466"/>
              <a:chExt cx="594" cy="194"/>
            </a:xfrm>
          </p:grpSpPr>
          <p:sp>
            <p:nvSpPr>
              <p:cNvPr id="96" name="AutoShape 13"/>
              <p:cNvSpPr>
                <a:spLocks noChangeArrowheads="1"/>
              </p:cNvSpPr>
              <p:nvPr/>
            </p:nvSpPr>
            <p:spPr bwMode="auto">
              <a:xfrm>
                <a:off x="2160" y="2466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97" name="AutoShape 14"/>
              <p:cNvSpPr>
                <a:spLocks noChangeArrowheads="1"/>
              </p:cNvSpPr>
              <p:nvPr/>
            </p:nvSpPr>
            <p:spPr bwMode="auto">
              <a:xfrm>
                <a:off x="2214" y="2530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98" name="AutoShape 15"/>
              <p:cNvSpPr>
                <a:spLocks noChangeArrowheads="1"/>
              </p:cNvSpPr>
              <p:nvPr/>
            </p:nvSpPr>
            <p:spPr bwMode="auto">
              <a:xfrm>
                <a:off x="2556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99" name="AutoShape 16"/>
              <p:cNvSpPr>
                <a:spLocks noChangeArrowheads="1"/>
              </p:cNvSpPr>
              <p:nvPr/>
            </p:nvSpPr>
            <p:spPr bwMode="auto">
              <a:xfrm>
                <a:off x="2340" y="2467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0" name="AutoShape 17"/>
              <p:cNvSpPr>
                <a:spLocks noChangeArrowheads="1"/>
              </p:cNvSpPr>
              <p:nvPr/>
            </p:nvSpPr>
            <p:spPr bwMode="auto">
              <a:xfrm>
                <a:off x="2610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101" name="AutoShape 18"/>
              <p:cNvSpPr>
                <a:spLocks noChangeArrowheads="1"/>
              </p:cNvSpPr>
              <p:nvPr/>
            </p:nvSpPr>
            <p:spPr bwMode="auto">
              <a:xfrm>
                <a:off x="2394" y="2531"/>
                <a:ext cx="144" cy="129"/>
              </a:xfrm>
              <a:prstGeom prst="cube">
                <a:avLst>
                  <a:gd name="adj" fmla="val 25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102" name="Text Box 26"/>
            <p:cNvSpPr txBox="1">
              <a:spLocks noChangeArrowheads="1"/>
            </p:cNvSpPr>
            <p:nvPr/>
          </p:nvSpPr>
          <p:spPr bwMode="auto">
            <a:xfrm>
              <a:off x="4361186" y="5364390"/>
              <a:ext cx="704790" cy="25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5781" tIns="47891" rIns="95781" bIns="47891">
              <a:spAutoFit/>
            </a:bodyPr>
            <a:lstStyle>
              <a:lvl1pPr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defTabSz="957263"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algn="ctr" defTabSz="957263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latinLnBrk="1" hangingPunct="1"/>
              <a:r>
                <a:rPr kumimoji="1" lang="en-US" altLang="ko-KR" sz="1000" dirty="0">
                  <a:solidFill>
                    <a:schemeClr val="bg1"/>
                  </a:solidFill>
                  <a:latin typeface="+mn-lt"/>
                  <a:ea typeface="HY견명조" pitchFamily="18" charset="-127"/>
                </a:rPr>
                <a:t>Products</a:t>
              </a:r>
            </a:p>
          </p:txBody>
        </p:sp>
        <p:sp>
          <p:nvSpPr>
            <p:cNvPr id="15" name="위로 굽은 화살표 14"/>
            <p:cNvSpPr/>
            <p:nvPr/>
          </p:nvSpPr>
          <p:spPr>
            <a:xfrm flipH="1">
              <a:off x="4636805" y="5577477"/>
              <a:ext cx="2733383" cy="478420"/>
            </a:xfrm>
            <a:prstGeom prst="bentUpArrow">
              <a:avLst>
                <a:gd name="adj1" fmla="val 12699"/>
                <a:gd name="adj2" fmla="val 15774"/>
                <a:gd name="adj3" fmla="val 225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800" dirty="0"/>
            </a:p>
          </p:txBody>
        </p:sp>
        <p:sp>
          <p:nvSpPr>
            <p:cNvPr id="829489" name="Rectangle 49"/>
            <p:cNvSpPr>
              <a:spLocks noChangeArrowheads="1"/>
            </p:cNvSpPr>
            <p:nvPr/>
          </p:nvSpPr>
          <p:spPr bwMode="auto">
            <a:xfrm>
              <a:off x="5339355" y="5423148"/>
              <a:ext cx="1931142" cy="1030758"/>
            </a:xfrm>
            <a:prstGeom prst="rect">
              <a:avLst/>
            </a:prstGeom>
            <a:solidFill>
              <a:srgbClr val="006432"/>
            </a:solidFill>
            <a:ln w="9525">
              <a:solidFill>
                <a:schemeClr val="bg2"/>
              </a:solidFill>
              <a:miter lim="800000"/>
              <a:headEnd/>
              <a:tailEnd type="none" w="lg" len="lg"/>
            </a:ln>
            <a:effectLst>
              <a:outerShdw blurRad="50800" dist="50800" dir="48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109837" tIns="54918" rIns="109837" bIns="54918"/>
            <a:lstStyle/>
            <a:p>
              <a:pPr algn="ctr">
                <a:defRPr/>
              </a:pPr>
              <a:r>
                <a:rPr kumimoji="1" lang="en-US" altLang="ko-KR" sz="1100" b="0" i="1">
                  <a:solidFill>
                    <a:srgbClr val="FFD8C5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굴림" pitchFamily="50" charset="-127"/>
                </a:rPr>
                <a:t>Component Engineering</a:t>
              </a:r>
            </a:p>
          </p:txBody>
        </p:sp>
        <p:sp>
          <p:nvSpPr>
            <p:cNvPr id="12316" name="Rectangle 50"/>
            <p:cNvSpPr>
              <a:spLocks noChangeArrowheads="1"/>
            </p:cNvSpPr>
            <p:nvPr/>
          </p:nvSpPr>
          <p:spPr bwMode="auto">
            <a:xfrm>
              <a:off x="6490392" y="5661140"/>
              <a:ext cx="694064" cy="313532"/>
            </a:xfrm>
            <a:prstGeom prst="rect">
              <a:avLst/>
            </a:prstGeom>
            <a:solidFill>
              <a:srgbClr val="0068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Domain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Analysis</a:t>
              </a:r>
            </a:p>
          </p:txBody>
        </p:sp>
        <p:sp>
          <p:nvSpPr>
            <p:cNvPr id="12317" name="Rectangle 51"/>
            <p:cNvSpPr>
              <a:spLocks noChangeArrowheads="1"/>
            </p:cNvSpPr>
            <p:nvPr/>
          </p:nvSpPr>
          <p:spPr bwMode="auto">
            <a:xfrm>
              <a:off x="6490392" y="6085140"/>
              <a:ext cx="694064" cy="312720"/>
            </a:xfrm>
            <a:prstGeom prst="rect">
              <a:avLst/>
            </a:prstGeom>
            <a:solidFill>
              <a:srgbClr val="0068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Component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Design</a:t>
              </a:r>
            </a:p>
          </p:txBody>
        </p:sp>
        <p:sp>
          <p:nvSpPr>
            <p:cNvPr id="12318" name="Rectangle 52"/>
            <p:cNvSpPr>
              <a:spLocks noChangeArrowheads="1"/>
            </p:cNvSpPr>
            <p:nvPr/>
          </p:nvSpPr>
          <p:spPr bwMode="auto">
            <a:xfrm>
              <a:off x="5406275" y="6086764"/>
              <a:ext cx="945496" cy="312720"/>
            </a:xfrm>
            <a:prstGeom prst="rect">
              <a:avLst/>
            </a:prstGeom>
            <a:solidFill>
              <a:srgbClr val="0068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Component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Implementation</a:t>
              </a:r>
            </a:p>
          </p:txBody>
        </p:sp>
        <p:cxnSp>
          <p:nvCxnSpPr>
            <p:cNvPr id="12319" name="AutoShape 53"/>
            <p:cNvCxnSpPr>
              <a:cxnSpLocks noChangeShapeType="1"/>
              <a:stCxn id="12316" idx="2"/>
              <a:endCxn id="12317" idx="0"/>
            </p:cNvCxnSpPr>
            <p:nvPr/>
          </p:nvCxnSpPr>
          <p:spPr bwMode="auto">
            <a:xfrm>
              <a:off x="6837424" y="5974672"/>
              <a:ext cx="0" cy="1104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54"/>
            <p:cNvCxnSpPr>
              <a:cxnSpLocks noChangeShapeType="1"/>
              <a:stCxn id="12317" idx="1"/>
              <a:endCxn id="12318" idx="3"/>
            </p:cNvCxnSpPr>
            <p:nvPr/>
          </p:nvCxnSpPr>
          <p:spPr bwMode="auto">
            <a:xfrm rot="10800000" flipV="1">
              <a:off x="6351771" y="6241906"/>
              <a:ext cx="138621" cy="1624"/>
            </a:xfrm>
            <a:prstGeom prst="bentConnector3">
              <a:avLst>
                <a:gd name="adj1" fmla="val 50343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1" name="Rectangle 55"/>
            <p:cNvSpPr>
              <a:spLocks noChangeArrowheads="1"/>
            </p:cNvSpPr>
            <p:nvPr/>
          </p:nvSpPr>
          <p:spPr bwMode="auto">
            <a:xfrm>
              <a:off x="5406275" y="5661140"/>
              <a:ext cx="954099" cy="312720"/>
            </a:xfrm>
            <a:prstGeom prst="rect">
              <a:avLst/>
            </a:prstGeom>
            <a:solidFill>
              <a:srgbClr val="0068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677" tIns="50338" rIns="100677" bIns="50338" anchor="ctr"/>
            <a:lstStyle/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Component</a:t>
              </a:r>
            </a:p>
            <a:p>
              <a:pPr algn="ctr" defTabSz="957263" eaLnBrk="1" latinLnBrk="1" hangingPunct="1"/>
              <a:r>
                <a:rPr kumimoji="1" lang="en-US" altLang="ko-KR" sz="1050">
                  <a:solidFill>
                    <a:schemeClr val="bg1"/>
                  </a:solidFill>
                  <a:ea typeface="HY견명조" pitchFamily="18" charset="-127"/>
                </a:rPr>
                <a:t>Qualification</a:t>
              </a:r>
            </a:p>
          </p:txBody>
        </p:sp>
        <p:cxnSp>
          <p:nvCxnSpPr>
            <p:cNvPr id="12322" name="AutoShape 56"/>
            <p:cNvCxnSpPr>
              <a:cxnSpLocks noChangeShapeType="1"/>
              <a:stCxn id="12318" idx="0"/>
              <a:endCxn id="12321" idx="2"/>
            </p:cNvCxnSpPr>
            <p:nvPr/>
          </p:nvCxnSpPr>
          <p:spPr bwMode="auto">
            <a:xfrm rot="16200000">
              <a:off x="5824961" y="6028400"/>
              <a:ext cx="112904" cy="3824"/>
            </a:xfrm>
            <a:prstGeom prst="bentConnector3">
              <a:avLst>
                <a:gd name="adj1" fmla="val 50361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84" name="Picture 6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79927" y="4446032"/>
              <a:ext cx="896806" cy="860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1919139" y="5134961"/>
              <a:ext cx="76976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57263">
                <a:defRPr/>
              </a:pPr>
              <a:r>
                <a:rPr kumimoji="1" lang="en-US" altLang="ko-KR" sz="1200" i="1" dirty="0">
                  <a:effectLst>
                    <a:outerShdw blurRad="38100" dist="38100" dir="2700000" algn="tl">
                      <a:srgbClr val="FFFFFF"/>
                    </a:outerShdw>
                  </a:effectLst>
                  <a:ea typeface="HY견명조" pitchFamily="18" charset="-127"/>
                </a:rPr>
                <a:t>Architect</a:t>
              </a: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1005840" y="1353173"/>
            <a:ext cx="3603654" cy="1621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플랫폼 및 상품화 엔지니어링의 분리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프레임워크 및 컴포넌트의 체계적 재사용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87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문서 프로세스 경험 등 자산 저장소 확보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표준화된 컴포넌트를 기반 시스템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87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플러그 앤 플레이 가능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55997" y="1347351"/>
            <a:ext cx="3469844" cy="16268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유사 제품 군의 효율적 개발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지속적 품질 향상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플랫폼의 유연성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확장성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/</a:t>
            </a: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이식성 확보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4699326" y="1765331"/>
            <a:ext cx="451190" cy="65821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14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</a:t>
            </a:r>
            <a:r>
              <a:rPr lang="en-US" altLang="ko-KR" dirty="0"/>
              <a:t>-</a:t>
            </a:r>
            <a:r>
              <a:rPr lang="ko-KR" altLang="en-US" dirty="0"/>
              <a:t> 가변성 구현 템플레이트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제안 내용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가변 컴포넌트의 가변 </a:t>
            </a:r>
            <a:r>
              <a:rPr lang="en-US" altLang="ko-KR" dirty="0"/>
              <a:t>Class</a:t>
            </a:r>
            <a:r>
              <a:rPr lang="ko-KR" altLang="en-US"/>
              <a:t>지정</a:t>
            </a:r>
            <a:endParaRPr lang="en-US" altLang="ko-KR" dirty="0"/>
          </a:p>
          <a:p>
            <a:r>
              <a:rPr lang="ko-KR" altLang="en-US" dirty="0"/>
              <a:t>정의 클래스를 기반으로</a:t>
            </a:r>
            <a:endParaRPr lang="en-US" altLang="ko-KR" dirty="0"/>
          </a:p>
          <a:p>
            <a:pPr lvl="1"/>
            <a:r>
              <a:rPr lang="ko-KR" altLang="en-US" dirty="0"/>
              <a:t>하위 클래스를 통해 가변성 구현</a:t>
            </a:r>
            <a:endParaRPr lang="en-US" altLang="ko-KR" dirty="0"/>
          </a:p>
          <a:p>
            <a:pPr lvl="2"/>
            <a:r>
              <a:rPr lang="ko-KR" altLang="en-US" dirty="0"/>
              <a:t>해당 클래스의 구현 </a:t>
            </a:r>
            <a:r>
              <a:rPr lang="ko-KR" altLang="en-US" dirty="0" err="1"/>
              <a:t>템플레이트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2"/>
            <a:r>
              <a:rPr lang="ko-KR" altLang="en-US" dirty="0"/>
              <a:t>구현 사례 개발</a:t>
            </a:r>
            <a:endParaRPr lang="en-US" altLang="ko-KR" dirty="0"/>
          </a:p>
          <a:p>
            <a:pPr lvl="1"/>
            <a:r>
              <a:rPr lang="en-US" altLang="ko-KR" dirty="0"/>
              <a:t>Header File </a:t>
            </a:r>
            <a:r>
              <a:rPr lang="ko-KR" altLang="en-US"/>
              <a:t>공유</a:t>
            </a:r>
            <a:r>
              <a:rPr lang="en-US" altLang="ko-KR" dirty="0"/>
              <a:t>, Implementation File</a:t>
            </a:r>
            <a:r>
              <a:rPr lang="ko-KR" altLang="en-US"/>
              <a:t>을 변경하여 가변성 구현</a:t>
            </a:r>
            <a:endParaRPr lang="en-US" altLang="ko-KR" dirty="0"/>
          </a:p>
          <a:p>
            <a:pPr lvl="2"/>
            <a:r>
              <a:rPr lang="ko-KR" altLang="en-US" dirty="0"/>
              <a:t>해당 클래스의 구현 </a:t>
            </a:r>
            <a:r>
              <a:rPr lang="ko-KR" altLang="en-US" dirty="0" err="1"/>
              <a:t>템플레이트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2"/>
            <a:r>
              <a:rPr lang="ko-KR" altLang="en-US" dirty="0"/>
              <a:t>구현 사례 개발</a:t>
            </a:r>
            <a:endParaRPr lang="en-US" altLang="ko-KR" dirty="0"/>
          </a:p>
        </p:txBody>
      </p:sp>
      <p:grpSp>
        <p:nvGrpSpPr>
          <p:cNvPr id="212" name="그룹 211"/>
          <p:cNvGrpSpPr/>
          <p:nvPr/>
        </p:nvGrpSpPr>
        <p:grpSpPr>
          <a:xfrm>
            <a:off x="3340389" y="1460318"/>
            <a:ext cx="5719759" cy="4558512"/>
            <a:chOff x="5154115" y="2499471"/>
            <a:chExt cx="4504410" cy="370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그룹 7"/>
            <p:cNvGrpSpPr/>
            <p:nvPr/>
          </p:nvGrpSpPr>
          <p:grpSpPr>
            <a:xfrm>
              <a:off x="5154115" y="4572500"/>
              <a:ext cx="2557877" cy="1630574"/>
              <a:chOff x="4611672" y="4616637"/>
              <a:chExt cx="2701788" cy="1704477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4613329" y="5502381"/>
                <a:ext cx="2603584" cy="3990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5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Technical</a:t>
                </a:r>
                <a:endParaRPr lang="ko-KR" altLang="en-US" sz="5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4617936" y="5922053"/>
                <a:ext cx="2603584" cy="3990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5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System</a:t>
                </a:r>
                <a:endParaRPr lang="ko-KR" altLang="en-US" sz="500" b="1" dirty="0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611672" y="5088138"/>
                <a:ext cx="2603584" cy="3990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5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Domain</a:t>
                </a:r>
                <a:endParaRPr lang="ko-KR" altLang="en-US" sz="5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611672" y="4616637"/>
                <a:ext cx="2603584" cy="4563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t"/>
              <a:lstStyle/>
              <a:p>
                <a:pPr algn="ctr"/>
                <a:r>
                  <a:rPr lang="en-US" altLang="ko-KR" sz="500" b="1" dirty="0">
                    <a:solidFill>
                      <a:schemeClr val="accent1">
                        <a:lumMod val="50000"/>
                      </a:schemeClr>
                    </a:solidFill>
                    <a:latin typeface="Arial Narrow" panose="020B0606020202030204" pitchFamily="34" charset="0"/>
                  </a:rPr>
                  <a:t>Application</a:t>
                </a:r>
                <a:endParaRPr lang="ko-KR" altLang="en-US" sz="500" b="1">
                  <a:solidFill>
                    <a:schemeClr val="accent1">
                      <a:lumMod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13" name="그룹 12"/>
              <p:cNvGrpSpPr/>
              <p:nvPr/>
            </p:nvGrpSpPr>
            <p:grpSpPr>
              <a:xfrm>
                <a:off x="5711390" y="4701427"/>
                <a:ext cx="395523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9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LifecycleManager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99" name="그룹 19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20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0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0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0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0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20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4" name="그룹 13"/>
              <p:cNvGrpSpPr/>
              <p:nvPr/>
            </p:nvGrpSpPr>
            <p:grpSpPr>
              <a:xfrm>
                <a:off x="4807238" y="5150520"/>
                <a:ext cx="298769" cy="259153"/>
                <a:chOff x="4309246" y="6231520"/>
                <a:chExt cx="939438" cy="508248"/>
              </a:xfrm>
            </p:grpSpPr>
            <p:sp>
              <p:nvSpPr>
                <p:cNvPr id="19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Audio_Video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91" name="그룹 19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9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9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9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9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9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9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5" name="그룹 14"/>
              <p:cNvGrpSpPr/>
              <p:nvPr/>
            </p:nvGrpSpPr>
            <p:grpSpPr>
              <a:xfrm>
                <a:off x="5119656" y="5149682"/>
                <a:ext cx="298769" cy="259153"/>
                <a:chOff x="4309246" y="6231520"/>
                <a:chExt cx="939438" cy="508248"/>
              </a:xfrm>
            </p:grpSpPr>
            <p:sp>
              <p:nvSpPr>
                <p:cNvPr id="18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PTZ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83" name="그룹 18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8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6" name="그룹 15"/>
              <p:cNvGrpSpPr/>
              <p:nvPr/>
            </p:nvGrpSpPr>
            <p:grpSpPr>
              <a:xfrm>
                <a:off x="5435460" y="5149682"/>
                <a:ext cx="298769" cy="259153"/>
                <a:chOff x="4309246" y="6231520"/>
                <a:chExt cx="939438" cy="508248"/>
              </a:xfrm>
            </p:grpSpPr>
            <p:sp>
              <p:nvSpPr>
                <p:cNvPr id="17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>
                      <a:latin typeface="Arial Narrow" panose="020B0606020202030204" pitchFamily="34" charset="0"/>
                    </a:rPr>
                    <a:t>UserEvent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75" name="그룹 17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7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7" name="그룹 16"/>
              <p:cNvGrpSpPr/>
              <p:nvPr/>
            </p:nvGrpSpPr>
            <p:grpSpPr>
              <a:xfrm>
                <a:off x="6390665" y="5139647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6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7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OpenSDK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67" name="그룹 16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16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7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8" name="그룹 17"/>
              <p:cNvGrpSpPr/>
              <p:nvPr/>
            </p:nvGrpSpPr>
            <p:grpSpPr>
              <a:xfrm>
                <a:off x="5748613" y="5147955"/>
                <a:ext cx="298769" cy="259153"/>
                <a:chOff x="4309246" y="6231520"/>
                <a:chExt cx="939438" cy="508248"/>
              </a:xfrm>
            </p:grpSpPr>
            <p:sp>
              <p:nvSpPr>
                <p:cNvPr id="15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>
                      <a:latin typeface="Arial Narrow" panose="020B0606020202030204" pitchFamily="34" charset="0"/>
                    </a:rPr>
                    <a:t>AV Analytics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59" name="그룹 15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6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6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19" name="그룹 18"/>
              <p:cNvGrpSpPr/>
              <p:nvPr/>
            </p:nvGrpSpPr>
            <p:grpSpPr>
              <a:xfrm>
                <a:off x="6062282" y="5139647"/>
                <a:ext cx="298769" cy="259153"/>
                <a:chOff x="4309246" y="6231520"/>
                <a:chExt cx="939438" cy="508248"/>
              </a:xfrm>
            </p:grpSpPr>
            <p:sp>
              <p:nvSpPr>
                <p:cNvPr id="15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Record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51" name="그룹 15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5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0" name="그룹 19"/>
              <p:cNvGrpSpPr/>
              <p:nvPr/>
            </p:nvGrpSpPr>
            <p:grpSpPr>
              <a:xfrm>
                <a:off x="6725761" y="5141149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Network</a:t>
                  </a:r>
                </a:p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Server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43" name="그룹 14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14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1" name="그룹 20"/>
              <p:cNvGrpSpPr/>
              <p:nvPr/>
            </p:nvGrpSpPr>
            <p:grpSpPr>
              <a:xfrm>
                <a:off x="4807238" y="5579906"/>
                <a:ext cx="298769" cy="259153"/>
                <a:chOff x="4309246" y="6231520"/>
                <a:chExt cx="939438" cy="508248"/>
              </a:xfrm>
            </p:grpSpPr>
            <p:sp>
              <p:nvSpPr>
                <p:cNvPr id="13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>
                      <a:latin typeface="Arial Narrow" panose="020B0606020202030204" pitchFamily="34" charset="0"/>
                    </a:rPr>
                    <a:t>Framework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35" name="그룹 13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3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4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2" name="그룹 21"/>
              <p:cNvGrpSpPr/>
              <p:nvPr/>
            </p:nvGrpSpPr>
            <p:grpSpPr>
              <a:xfrm>
                <a:off x="5119656" y="5574533"/>
                <a:ext cx="298769" cy="259153"/>
                <a:chOff x="4309246" y="6231520"/>
                <a:chExt cx="939438" cy="508248"/>
              </a:xfrm>
            </p:grpSpPr>
            <p:sp>
              <p:nvSpPr>
                <p:cNvPr id="12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AVInterface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27" name="그룹 12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2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3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3" name="그룹 22"/>
              <p:cNvGrpSpPr/>
              <p:nvPr/>
            </p:nvGrpSpPr>
            <p:grpSpPr>
              <a:xfrm>
                <a:off x="5434028" y="5571888"/>
                <a:ext cx="298769" cy="259153"/>
                <a:chOff x="4309246" y="6231520"/>
                <a:chExt cx="939438" cy="508248"/>
              </a:xfrm>
            </p:grpSpPr>
            <p:sp>
              <p:nvSpPr>
                <p:cNvPr id="11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Storage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19" name="그룹 11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12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2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4" name="그룹 23"/>
              <p:cNvGrpSpPr/>
              <p:nvPr/>
            </p:nvGrpSpPr>
            <p:grpSpPr>
              <a:xfrm>
                <a:off x="5751489" y="5576508"/>
                <a:ext cx="298769" cy="259153"/>
                <a:chOff x="4309246" y="6231520"/>
                <a:chExt cx="939438" cy="508248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11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Sensor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11" name="그룹 11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11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1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1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1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1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1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5" name="그룹 24"/>
              <p:cNvGrpSpPr/>
              <p:nvPr/>
            </p:nvGrpSpPr>
            <p:grpSpPr>
              <a:xfrm>
                <a:off x="6062281" y="5572275"/>
                <a:ext cx="298769" cy="259153"/>
                <a:chOff x="4309246" y="6231520"/>
                <a:chExt cx="939438" cy="508248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10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grpFill/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Actuator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103" name="그룹 10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10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6" name="그룹 25"/>
              <p:cNvGrpSpPr/>
              <p:nvPr/>
            </p:nvGrpSpPr>
            <p:grpSpPr>
              <a:xfrm>
                <a:off x="6388645" y="5571910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9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FrontChannel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95" name="그룹 9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9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0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7" name="그룹 26"/>
              <p:cNvGrpSpPr/>
              <p:nvPr/>
            </p:nvGrpSpPr>
            <p:grpSpPr>
              <a:xfrm>
                <a:off x="6713849" y="5564484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8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Streaming</a:t>
                  </a:r>
                </a:p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Protocols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87" name="그룹 8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8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9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8" name="그룹 27"/>
              <p:cNvGrpSpPr/>
              <p:nvPr/>
            </p:nvGrpSpPr>
            <p:grpSpPr>
              <a:xfrm>
                <a:off x="4807238" y="5978244"/>
                <a:ext cx="298769" cy="259153"/>
                <a:chOff x="4309246" y="6231520"/>
                <a:chExt cx="939438" cy="508248"/>
              </a:xfrm>
            </p:grpSpPr>
            <p:sp>
              <p:nvSpPr>
                <p:cNvPr id="7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Socket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79" name="그룹 7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8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8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29" name="그룹 28"/>
              <p:cNvGrpSpPr/>
              <p:nvPr/>
            </p:nvGrpSpPr>
            <p:grpSpPr>
              <a:xfrm>
                <a:off x="5150861" y="5983800"/>
                <a:ext cx="298769" cy="259153"/>
                <a:chOff x="4309246" y="6231520"/>
                <a:chExt cx="939438" cy="508248"/>
              </a:xfrm>
            </p:grpSpPr>
            <p:sp>
              <p:nvSpPr>
                <p:cNvPr id="70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Thread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71" name="그룹 70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72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73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74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75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76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77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30" name="그룹 29"/>
              <p:cNvGrpSpPr/>
              <p:nvPr/>
            </p:nvGrpSpPr>
            <p:grpSpPr>
              <a:xfrm>
                <a:off x="5494484" y="5980022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62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Exception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63" name="그룹 62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64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5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6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7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8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9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31" name="그룹 30"/>
              <p:cNvGrpSpPr/>
              <p:nvPr/>
            </p:nvGrpSpPr>
            <p:grpSpPr>
              <a:xfrm>
                <a:off x="5826470" y="5975632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54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Setting</a:t>
                  </a:r>
                </a:p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Manager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55" name="그룹 54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56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9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0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61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32" name="그룹 31"/>
              <p:cNvGrpSpPr/>
              <p:nvPr/>
            </p:nvGrpSpPr>
            <p:grpSpPr>
              <a:xfrm>
                <a:off x="6169151" y="5980022"/>
                <a:ext cx="298769" cy="259153"/>
                <a:chOff x="4309246" y="6231520"/>
                <a:chExt cx="939438" cy="508248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46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rgbClr val="FFC000"/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>
                      <a:latin typeface="Arial Narrow" panose="020B0606020202030204" pitchFamily="34" charset="0"/>
                    </a:rPr>
                    <a:t>Utility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47" name="그룹 46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  <a:grpFill/>
              </p:grpSpPr>
              <p:sp>
                <p:nvSpPr>
                  <p:cNvPr id="48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9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0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1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2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5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grp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grpSp>
            <p:nvGrpSpPr>
              <p:cNvPr id="33" name="그룹 32"/>
              <p:cNvGrpSpPr/>
              <p:nvPr/>
            </p:nvGrpSpPr>
            <p:grpSpPr>
              <a:xfrm>
                <a:off x="6512266" y="5984077"/>
                <a:ext cx="298769" cy="259153"/>
                <a:chOff x="4309246" y="6231520"/>
                <a:chExt cx="939438" cy="508248"/>
              </a:xfrm>
            </p:grpSpPr>
            <p:sp>
              <p:nvSpPr>
                <p:cNvPr id="38" name="Rectangle 58"/>
                <p:cNvSpPr>
                  <a:spLocks noChangeArrowheads="1"/>
                </p:cNvSpPr>
                <p:nvPr/>
              </p:nvSpPr>
              <p:spPr bwMode="auto">
                <a:xfrm>
                  <a:off x="4309246" y="6231520"/>
                  <a:ext cx="939438" cy="50824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7938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altLang="ko-KR" sz="500" b="1" dirty="0" err="1">
                      <a:latin typeface="Arial Narrow" panose="020B0606020202030204" pitchFamily="34" charset="0"/>
                    </a:rPr>
                    <a:t>TimeZone</a:t>
                  </a:r>
                  <a:endParaRPr lang="ko-KR" altLang="en-US" sz="500" b="1" dirty="0"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39" name="그룹 38"/>
                <p:cNvGrpSpPr/>
                <p:nvPr/>
              </p:nvGrpSpPr>
              <p:grpSpPr>
                <a:xfrm>
                  <a:off x="5099740" y="6251842"/>
                  <a:ext cx="111486" cy="139358"/>
                  <a:chOff x="4034426" y="5648038"/>
                  <a:chExt cx="111486" cy="139358"/>
                </a:xfrm>
              </p:grpSpPr>
              <p:sp>
                <p:nvSpPr>
                  <p:cNvPr id="40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1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059018" y="5648038"/>
                    <a:ext cx="86894" cy="139358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2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3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666072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4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solidFill>
                    <a:srgbClr val="FCF2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45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034426" y="5726734"/>
                    <a:ext cx="50825" cy="34430"/>
                  </a:xfrm>
                  <a:prstGeom prst="rect">
                    <a:avLst/>
                  </a:prstGeom>
                  <a:noFill/>
                  <a:ln w="7938" cap="sq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500">
                      <a:latin typeface="Arial Narrow" panose="020B0606020202030204" pitchFamily="34" charset="0"/>
                    </a:endParaRPr>
                  </a:p>
                </p:txBody>
              </p:sp>
            </p:grpSp>
          </p:grpSp>
          <p:sp>
            <p:nvSpPr>
              <p:cNvPr id="34" name="TextBox 33"/>
              <p:cNvSpPr txBox="1"/>
              <p:nvPr/>
            </p:nvSpPr>
            <p:spPr>
              <a:xfrm>
                <a:off x="7001146" y="5193846"/>
                <a:ext cx="299078" cy="153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kumimoji="1" lang="is-IS" altLang="ko-KR" sz="500" b="1" dirty="0">
                    <a:latin typeface="Arial Narrow" panose="020B0606020202030204" pitchFamily="34" charset="0"/>
                  </a:rPr>
                  <a:t>…</a:t>
                </a:r>
                <a:endParaRPr kumimoji="1" lang="ko-KR" altLang="en-US" sz="5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7008877" y="5580934"/>
                <a:ext cx="299078" cy="153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kumimoji="1" lang="is-IS" altLang="ko-KR" sz="500" b="1" dirty="0">
                    <a:latin typeface="Arial Narrow" panose="020B0606020202030204" pitchFamily="34" charset="0"/>
                  </a:rPr>
                  <a:t>…</a:t>
                </a:r>
                <a:endParaRPr kumimoji="1" lang="ko-KR" altLang="en-US" sz="5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014382" y="5994162"/>
                <a:ext cx="299078" cy="153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kumimoji="1" lang="is-IS" altLang="ko-KR" sz="500" b="1" dirty="0">
                    <a:latin typeface="Arial Narrow" panose="020B0606020202030204" pitchFamily="34" charset="0"/>
                  </a:rPr>
                  <a:t>…</a:t>
                </a:r>
                <a:endParaRPr kumimoji="1" lang="ko-KR" altLang="en-US" sz="5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6388084" y="4681196"/>
                <a:ext cx="818576" cy="3846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시스템 모델</a:t>
                </a:r>
              </a:p>
            </p:txBody>
          </p:sp>
        </p:grpSp>
        <p:sp>
          <p:nvSpPr>
            <p:cNvPr id="206" name="TextBox 205"/>
            <p:cNvSpPr txBox="1"/>
            <p:nvPr/>
          </p:nvSpPr>
          <p:spPr>
            <a:xfrm>
              <a:off x="7855365" y="2722805"/>
              <a:ext cx="1803160" cy="11998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r>
                <a:rPr lang="en-US" altLang="ko-KR" sz="900" dirty="0"/>
                <a:t>#pragma once</a:t>
              </a:r>
            </a:p>
            <a:p>
              <a:r>
                <a:rPr lang="en-US" altLang="ko-KR" sz="900" dirty="0"/>
                <a:t>#include "</a:t>
              </a:r>
              <a:r>
                <a:rPr lang="en-US" altLang="ko-KR" sz="900" dirty="0" err="1"/>
                <a:t>EventTarget.h</a:t>
              </a:r>
              <a:r>
                <a:rPr lang="en-US" altLang="ko-KR" sz="900" dirty="0"/>
                <a:t>"</a:t>
              </a:r>
              <a:endParaRPr lang="ko-KR" altLang="en-US" sz="900" dirty="0"/>
            </a:p>
            <a:p>
              <a:r>
                <a:rPr lang="en-US" altLang="ko-KR" sz="900" dirty="0"/>
                <a:t>class 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 : public </a:t>
              </a:r>
              <a:r>
                <a:rPr lang="en-US" altLang="ko-KR" sz="900" dirty="0" err="1"/>
                <a:t>EventTarget</a:t>
              </a:r>
              <a:r>
                <a:rPr lang="en-US" altLang="ko-KR" sz="900" dirty="0"/>
                <a:t> {</a:t>
              </a:r>
              <a:endParaRPr lang="ko-KR" altLang="en-US" sz="900" dirty="0"/>
            </a:p>
            <a:p>
              <a:r>
                <a:rPr lang="en-US" altLang="ko-KR" sz="900" dirty="0"/>
                <a:t>public:</a:t>
              </a:r>
            </a:p>
            <a:p>
              <a:r>
                <a:rPr lang="en-US" altLang="ko-KR" sz="900" dirty="0"/>
                <a:t>  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();</a:t>
              </a:r>
            </a:p>
            <a:p>
              <a:r>
                <a:rPr lang="en-US" altLang="ko-KR" sz="900" dirty="0"/>
                <a:t>  ~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();</a:t>
              </a:r>
              <a:endParaRPr lang="ko-KR" altLang="en-US" sz="900"/>
            </a:p>
            <a:p>
              <a:r>
                <a:rPr lang="en-US" altLang="ko-KR" sz="900" dirty="0"/>
                <a:t>  virtual vector&lt;Event *&gt;*</a:t>
              </a:r>
            </a:p>
            <a:p>
              <a:r>
                <a:rPr lang="en-US" altLang="ko-KR" sz="900" dirty="0"/>
                <a:t>     </a:t>
              </a:r>
              <a:r>
                <a:rPr lang="en-US" altLang="ko-KR" sz="900" dirty="0" err="1"/>
                <a:t>generateEventVector</a:t>
              </a:r>
              <a:r>
                <a:rPr lang="en-US" altLang="ko-KR" sz="900" dirty="0"/>
                <a:t>();</a:t>
              </a:r>
            </a:p>
            <a:p>
              <a:r>
                <a:rPr lang="en-US" altLang="ko-KR" sz="900" dirty="0"/>
                <a:t>  </a:t>
              </a:r>
              <a:r>
                <a:rPr lang="en-US" altLang="ko-KR" sz="900" dirty="0" err="1"/>
                <a:t>virtualvoid</a:t>
              </a:r>
              <a:r>
                <a:rPr lang="en-US" altLang="ko-KR" sz="900" dirty="0"/>
                <a:t> </a:t>
              </a:r>
              <a:r>
                <a:rPr lang="en-US" altLang="ko-KR" sz="900" dirty="0" err="1"/>
                <a:t>processEvent</a:t>
              </a:r>
              <a:r>
                <a:rPr lang="en-US" altLang="ko-KR" sz="900" dirty="0"/>
                <a:t>(Event *_</a:t>
              </a:r>
              <a:r>
                <a:rPr lang="en-US" altLang="ko-KR" sz="900" dirty="0" err="1"/>
                <a:t>pEvent</a:t>
              </a:r>
              <a:r>
                <a:rPr lang="en-US" altLang="ko-KR" sz="900" dirty="0"/>
                <a:t>);</a:t>
              </a:r>
            </a:p>
            <a:p>
              <a:r>
                <a:rPr lang="en-US" altLang="ko-KR" sz="900" dirty="0"/>
                <a:t>};</a:t>
              </a:r>
              <a:endParaRPr lang="ko-KR" altLang="en-US" sz="900" dirty="0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861996" y="4360817"/>
              <a:ext cx="1796529" cy="18343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r>
                <a:rPr lang="en-US" altLang="ko-KR" sz="900" dirty="0"/>
                <a:t>#include "</a:t>
              </a:r>
              <a:r>
                <a:rPr lang="en-US" altLang="ko-KR" sz="900" dirty="0" err="1"/>
                <a:t>VideoManager.h</a:t>
              </a:r>
              <a:r>
                <a:rPr lang="en-US" altLang="ko-KR" sz="900" dirty="0"/>
                <a:t>"</a:t>
              </a:r>
              <a:endParaRPr lang="ko-KR" altLang="en-US" sz="900" dirty="0"/>
            </a:p>
            <a:p>
              <a:r>
                <a:rPr lang="en-US" altLang="ko-KR" sz="900" dirty="0" err="1"/>
                <a:t>VideoManager</a:t>
              </a:r>
              <a:r>
                <a:rPr lang="en-US" altLang="ko-KR" sz="900" dirty="0"/>
                <a:t>::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()  {</a:t>
              </a:r>
            </a:p>
            <a:p>
              <a:endParaRPr lang="en-US" altLang="ko-KR" sz="900" dirty="0"/>
            </a:p>
            <a:p>
              <a:r>
                <a:rPr lang="en-US" altLang="ko-KR" sz="900" dirty="0"/>
                <a:t>}</a:t>
              </a:r>
              <a:endParaRPr lang="ko-KR" altLang="en-US" sz="900" dirty="0"/>
            </a:p>
            <a:p>
              <a:r>
                <a:rPr lang="en-US" altLang="ko-KR" sz="900" dirty="0" err="1"/>
                <a:t>VideoManager</a:t>
              </a:r>
              <a:r>
                <a:rPr lang="en-US" altLang="ko-KR" sz="900" dirty="0"/>
                <a:t>::~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() {</a:t>
              </a:r>
            </a:p>
            <a:p>
              <a:endParaRPr lang="en-US" altLang="ko-KR" sz="900" dirty="0"/>
            </a:p>
            <a:p>
              <a:r>
                <a:rPr lang="en-US" altLang="ko-KR" sz="900" dirty="0"/>
                <a:t>}</a:t>
              </a:r>
              <a:endParaRPr lang="ko-KR" altLang="en-US" sz="900" dirty="0"/>
            </a:p>
            <a:p>
              <a:r>
                <a:rPr lang="en-US" altLang="ko-KR" sz="900" dirty="0"/>
                <a:t>vector&lt;Event *&gt; *</a:t>
              </a:r>
            </a:p>
            <a:p>
              <a:r>
                <a:rPr lang="en-US" altLang="ko-KR" sz="900" dirty="0" err="1"/>
                <a:t>VideoManager</a:t>
              </a:r>
              <a:r>
                <a:rPr lang="en-US" altLang="ko-KR" sz="900" dirty="0"/>
                <a:t>::</a:t>
              </a:r>
              <a:r>
                <a:rPr lang="en-US" altLang="ko-KR" sz="900" dirty="0" err="1"/>
                <a:t>generateEventVector</a:t>
              </a:r>
              <a:r>
                <a:rPr lang="en-US" altLang="ko-KR" sz="900" dirty="0"/>
                <a:t>() {</a:t>
              </a:r>
            </a:p>
            <a:p>
              <a:endParaRPr lang="en-US" altLang="ko-KR" sz="900" dirty="0"/>
            </a:p>
            <a:p>
              <a:r>
                <a:rPr lang="en-US" altLang="ko-KR" sz="900" dirty="0"/>
                <a:t>}</a:t>
              </a:r>
              <a:endParaRPr lang="ko-KR" altLang="en-US" sz="900" dirty="0"/>
            </a:p>
            <a:p>
              <a:r>
                <a:rPr lang="en-US" altLang="ko-KR" sz="900" dirty="0"/>
                <a:t>void </a:t>
              </a:r>
              <a:r>
                <a:rPr lang="en-US" altLang="ko-KR" sz="900" dirty="0" err="1"/>
                <a:t>VideoManager</a:t>
              </a:r>
              <a:r>
                <a:rPr lang="en-US" altLang="ko-KR" sz="900" dirty="0"/>
                <a:t>::</a:t>
              </a:r>
              <a:r>
                <a:rPr lang="en-US" altLang="ko-KR" sz="900" dirty="0" err="1"/>
                <a:t>processEvent</a:t>
              </a:r>
              <a:endParaRPr lang="en-US" altLang="ko-KR" sz="900" dirty="0"/>
            </a:p>
            <a:p>
              <a:r>
                <a:rPr lang="en-US" altLang="ko-KR" sz="900" dirty="0"/>
                <a:t>(Event *_</a:t>
              </a:r>
              <a:r>
                <a:rPr lang="en-US" altLang="ko-KR" sz="900" dirty="0" err="1"/>
                <a:t>pEvent</a:t>
              </a:r>
              <a:r>
                <a:rPr lang="en-US" altLang="ko-KR" sz="900" dirty="0"/>
                <a:t>) {</a:t>
              </a:r>
            </a:p>
            <a:p>
              <a:endParaRPr lang="en-US" altLang="ko-KR" sz="900" dirty="0"/>
            </a:p>
            <a:p>
              <a:r>
                <a:rPr lang="en-US" altLang="ko-KR" sz="900" dirty="0"/>
                <a:t>}</a:t>
              </a:r>
              <a:endParaRPr lang="ko-KR" altLang="en-US" sz="900" dirty="0"/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8163148" y="2499471"/>
              <a:ext cx="1242466" cy="219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i="1" dirty="0" err="1">
                  <a:solidFill>
                    <a:schemeClr val="tx1"/>
                  </a:solidFill>
                </a:rPr>
                <a:t>VideoManager.h</a:t>
              </a:r>
              <a:endParaRPr lang="ko-KR" altLang="en-US" sz="1050" b="1" i="1" dirty="0">
                <a:solidFill>
                  <a:schemeClr val="tx1"/>
                </a:solidFill>
              </a:endParaRPr>
            </a:p>
          </p:txBody>
        </p:sp>
        <p:sp>
          <p:nvSpPr>
            <p:cNvPr id="209" name="직사각형 208"/>
            <p:cNvSpPr/>
            <p:nvPr/>
          </p:nvSpPr>
          <p:spPr>
            <a:xfrm>
              <a:off x="8163149" y="4164849"/>
              <a:ext cx="1242466" cy="219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i="1" dirty="0">
                  <a:solidFill>
                    <a:schemeClr val="tx1"/>
                  </a:solidFill>
                </a:rPr>
                <a:t>VideoManager.cpp</a:t>
              </a:r>
              <a:endParaRPr lang="ko-KR" altLang="en-US" sz="1050" b="1" i="1" dirty="0">
                <a:solidFill>
                  <a:schemeClr val="tx1"/>
                </a:solidFill>
              </a:endParaRPr>
            </a:p>
          </p:txBody>
        </p:sp>
        <p:cxnSp>
          <p:nvCxnSpPr>
            <p:cNvPr id="210" name="직선 연결선 209"/>
            <p:cNvCxnSpPr/>
            <p:nvPr/>
          </p:nvCxnSpPr>
          <p:spPr>
            <a:xfrm flipV="1">
              <a:off x="7366710" y="2738675"/>
              <a:ext cx="495286" cy="2326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7366710" y="5312860"/>
              <a:ext cx="502013" cy="882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738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서비스지향 실시간 상품 개발</a:t>
            </a:r>
            <a:endParaRPr lang="ko-KR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kumimoji="1" lang="ko-KR" altLang="en-US" dirty="0"/>
              <a:t>비즈니스 요구사항으로부터 상품개발이 실시간으로 연동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고객 요구의 즉각 반영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제품 출시의 적기성</a:t>
            </a:r>
            <a:r>
              <a:rPr kumimoji="1" lang="en-US" altLang="ko-KR" dirty="0"/>
              <a:t>(Time-to-Market)</a:t>
            </a:r>
          </a:p>
          <a:p>
            <a:pPr lvl="1"/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ko-KR" altLang="en-US" dirty="0"/>
              <a:t>비전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1727216" y="2323957"/>
            <a:ext cx="6158146" cy="3078453"/>
            <a:chOff x="704528" y="1436954"/>
            <a:chExt cx="8303911" cy="4484582"/>
          </a:xfrm>
        </p:grpSpPr>
        <p:grpSp>
          <p:nvGrpSpPr>
            <p:cNvPr id="24" name="그룹 23"/>
            <p:cNvGrpSpPr/>
            <p:nvPr/>
          </p:nvGrpSpPr>
          <p:grpSpPr>
            <a:xfrm>
              <a:off x="1541410" y="1556792"/>
              <a:ext cx="7467029" cy="4320480"/>
              <a:chOff x="1663354" y="1556792"/>
              <a:chExt cx="7467029" cy="432048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1" name="직사각형 110"/>
              <p:cNvSpPr/>
              <p:nvPr/>
            </p:nvSpPr>
            <p:spPr bwMode="auto">
              <a:xfrm>
                <a:off x="1663354" y="1556792"/>
                <a:ext cx="5760640" cy="864096"/>
              </a:xfrm>
              <a:prstGeom prst="rect">
                <a:avLst/>
              </a:prstGeom>
              <a:solidFill>
                <a:srgbClr val="D6EDBD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Consumers</a:t>
                </a:r>
                <a:endParaRPr lang="ko-KR" altLang="en-US" sz="1200" b="1" dirty="0">
                  <a:cs typeface="Times New Roman" pitchFamily="18" charset="0"/>
                </a:endParaRPr>
              </a:p>
            </p:txBody>
          </p:sp>
          <p:sp>
            <p:nvSpPr>
              <p:cNvPr id="112" name="직사각형 111"/>
              <p:cNvSpPr/>
              <p:nvPr/>
            </p:nvSpPr>
            <p:spPr bwMode="auto">
              <a:xfrm>
                <a:off x="1663354" y="2420888"/>
                <a:ext cx="5760640" cy="864096"/>
              </a:xfrm>
              <a:prstGeom prst="rect">
                <a:avLst/>
              </a:prstGeom>
              <a:solidFill>
                <a:srgbClr val="B8E08C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Business Processes</a:t>
                </a:r>
              </a:p>
            </p:txBody>
          </p:sp>
          <p:sp>
            <p:nvSpPr>
              <p:cNvPr id="113" name="직사각형 112"/>
              <p:cNvSpPr/>
              <p:nvPr/>
            </p:nvSpPr>
            <p:spPr bwMode="auto">
              <a:xfrm>
                <a:off x="1663354" y="3284984"/>
                <a:ext cx="5760640" cy="864096"/>
              </a:xfrm>
              <a:prstGeom prst="rect">
                <a:avLst/>
              </a:prstGeom>
              <a:solidFill>
                <a:srgbClr val="82C83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Services</a:t>
                </a:r>
              </a:p>
            </p:txBody>
          </p:sp>
          <p:sp>
            <p:nvSpPr>
              <p:cNvPr id="114" name="직사각형 113"/>
              <p:cNvSpPr/>
              <p:nvPr/>
            </p:nvSpPr>
            <p:spPr bwMode="auto">
              <a:xfrm>
                <a:off x="1663354" y="4149080"/>
                <a:ext cx="5760640" cy="864096"/>
              </a:xfrm>
              <a:prstGeom prst="rect">
                <a:avLst/>
              </a:prstGeom>
              <a:solidFill>
                <a:srgbClr val="517D2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r>
                  <a:rPr lang="en-US" altLang="ko-KR" sz="1200" b="1" dirty="0">
                    <a:solidFill>
                      <a:schemeClr val="bg1"/>
                    </a:solidFill>
                    <a:cs typeface="Times New Roman" pitchFamily="18" charset="0"/>
                  </a:rPr>
                  <a:t>Components</a:t>
                </a:r>
                <a:endParaRPr lang="ko-KR" altLang="en-US" sz="1200" b="1" dirty="0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115" name="직사각형 114"/>
              <p:cNvSpPr/>
              <p:nvPr/>
            </p:nvSpPr>
            <p:spPr bwMode="auto">
              <a:xfrm>
                <a:off x="1663354" y="5013176"/>
                <a:ext cx="5760640" cy="864096"/>
              </a:xfrm>
              <a:prstGeom prst="rect">
                <a:avLst/>
              </a:prstGeom>
              <a:solidFill>
                <a:srgbClr val="2F4913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b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r>
                  <a:rPr lang="en-US" altLang="ko-KR" sz="1200" b="1" dirty="0">
                    <a:solidFill>
                      <a:schemeClr val="bg1"/>
                    </a:solidFill>
                    <a:cs typeface="Times New Roman" pitchFamily="18" charset="0"/>
                  </a:rPr>
                  <a:t>Frameworks</a:t>
                </a:r>
                <a:endParaRPr lang="ko-KR" altLang="en-US" sz="1200" b="1" dirty="0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116" name="TextBox 9"/>
              <p:cNvSpPr txBox="1"/>
              <p:nvPr/>
            </p:nvSpPr>
            <p:spPr>
              <a:xfrm>
                <a:off x="7423994" y="1556792"/>
                <a:ext cx="567977" cy="4320480"/>
              </a:xfrm>
              <a:prstGeom prst="rect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txBody>
              <a:bodyPr vert="eaVert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0" latin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Process Choreography</a:t>
                </a:r>
                <a:endParaRPr lang="ko-KR" altLang="en-US" sz="1200" b="1" dirty="0">
                  <a:cs typeface="Times New Roman" pitchFamily="18" charset="0"/>
                </a:endParaRPr>
              </a:p>
            </p:txBody>
          </p:sp>
          <p:sp>
            <p:nvSpPr>
              <p:cNvPr id="117" name="TextBox 10"/>
              <p:cNvSpPr txBox="1"/>
              <p:nvPr/>
            </p:nvSpPr>
            <p:spPr>
              <a:xfrm>
                <a:off x="7994429" y="1556792"/>
                <a:ext cx="567977" cy="4320480"/>
              </a:xfrm>
              <a:prstGeom prst="rect">
                <a:avLst/>
              </a:prstGeom>
              <a:gradFill flip="none" rotWithShape="1">
                <a:gsLst>
                  <a:gs pos="0">
                    <a:srgbClr val="FF6600">
                      <a:tint val="66000"/>
                      <a:satMod val="160000"/>
                    </a:srgbClr>
                  </a:gs>
                  <a:gs pos="50000">
                    <a:srgbClr val="FF6600">
                      <a:tint val="44500"/>
                      <a:satMod val="160000"/>
                    </a:srgbClr>
                  </a:gs>
                  <a:gs pos="100000">
                    <a:srgbClr val="FF66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txBody>
              <a:bodyPr vert="eaVert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0" latin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Componentized Organization</a:t>
                </a:r>
                <a:endParaRPr lang="ko-KR" altLang="en-US" sz="1200" b="1" dirty="0">
                  <a:cs typeface="Times New Roman" pitchFamily="18" charset="0"/>
                </a:endParaRPr>
              </a:p>
            </p:txBody>
          </p:sp>
          <p:sp>
            <p:nvSpPr>
              <p:cNvPr id="118" name="TextBox 11"/>
              <p:cNvSpPr txBox="1"/>
              <p:nvPr/>
            </p:nvSpPr>
            <p:spPr>
              <a:xfrm>
                <a:off x="8562406" y="1556792"/>
                <a:ext cx="567977" cy="4320480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>
                <a:solidFill>
                  <a:schemeClr val="tx1"/>
                </a:solidFill>
              </a:ln>
            </p:spPr>
            <p:txBody>
              <a:bodyPr vert="eaVert"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0" hangingPunct="0">
                  <a:defRPr/>
                </a:pPr>
                <a:r>
                  <a:rPr lang="en-US" altLang="ko-KR" sz="1200" b="1" dirty="0">
                    <a:cs typeface="Times New Roman" pitchFamily="18" charset="0"/>
                  </a:rPr>
                  <a:t>Integrated Enterprise Architecture</a:t>
                </a:r>
                <a:endParaRPr lang="ko-KR" altLang="en-US" sz="1200" b="1" dirty="0">
                  <a:cs typeface="Times New Roman" pitchFamily="18" charset="0"/>
                </a:endParaRPr>
              </a:p>
            </p:txBody>
          </p:sp>
        </p:grpSp>
        <p:sp>
          <p:nvSpPr>
            <p:cNvPr id="26" name="아래쪽 화살표 25"/>
            <p:cNvSpPr/>
            <p:nvPr/>
          </p:nvSpPr>
          <p:spPr bwMode="auto">
            <a:xfrm>
              <a:off x="704528" y="1557339"/>
              <a:ext cx="792774" cy="2159000"/>
            </a:xfrm>
            <a:prstGeom prst="downArrow">
              <a:avLst>
                <a:gd name="adj1" fmla="val 63691"/>
                <a:gd name="adj2" fmla="val 54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200" b="1" i="1" dirty="0">
                  <a:cs typeface="Times New Roman" pitchFamily="18" charset="0"/>
                </a:rPr>
                <a:t>Service Consumer</a:t>
              </a:r>
              <a:endParaRPr lang="ko-KR" altLang="en-US" sz="1200" b="1" i="1" dirty="0">
                <a:cs typeface="Times New Roman" pitchFamily="18" charset="0"/>
              </a:endParaRPr>
            </a:p>
          </p:txBody>
        </p:sp>
        <p:sp>
          <p:nvSpPr>
            <p:cNvPr id="27" name="위쪽 화살표 26"/>
            <p:cNvSpPr/>
            <p:nvPr/>
          </p:nvSpPr>
          <p:spPr bwMode="auto">
            <a:xfrm>
              <a:off x="704528" y="3716342"/>
              <a:ext cx="792774" cy="2160587"/>
            </a:xfrm>
            <a:prstGeom prst="upArrow">
              <a:avLst>
                <a:gd name="adj1" fmla="val 63069"/>
                <a:gd name="adj2" fmla="val 532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"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200" b="1" i="1" dirty="0">
                  <a:cs typeface="Times New Roman" pitchFamily="18" charset="0"/>
                </a:rPr>
                <a:t>Service Provider</a:t>
              </a:r>
              <a:endParaRPr lang="ko-KR" altLang="en-US" sz="1200" b="1" i="1" dirty="0">
                <a:cs typeface="Times New Roman" pitchFamily="18" charset="0"/>
              </a:endParaRPr>
            </a:p>
          </p:txBody>
        </p:sp>
        <p:sp>
          <p:nvSpPr>
            <p:cNvPr id="28" name="타원 27"/>
            <p:cNvSpPr/>
            <p:nvPr/>
          </p:nvSpPr>
          <p:spPr bwMode="auto">
            <a:xfrm>
              <a:off x="4006039" y="1768475"/>
              <a:ext cx="791308" cy="4318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endParaRPr lang="ko-KR" altLang="en-US" sz="1000" b="1">
                <a:cs typeface="Times New Roman" pitchFamily="18" charset="0"/>
              </a:endParaRP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4630893" y="2503366"/>
              <a:ext cx="1136615" cy="359084"/>
              <a:chOff x="6084168" y="548680"/>
              <a:chExt cx="2304255" cy="6480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0" name="타원 99"/>
              <p:cNvSpPr/>
              <p:nvPr/>
            </p:nvSpPr>
            <p:spPr bwMode="auto">
              <a:xfrm>
                <a:off x="6084168" y="548680"/>
                <a:ext cx="2304255" cy="6480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101" name="타원 100"/>
              <p:cNvSpPr/>
              <p:nvPr/>
            </p:nvSpPr>
            <p:spPr bwMode="auto">
              <a:xfrm>
                <a:off x="6773222" y="67804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102" name="타원 101"/>
              <p:cNvSpPr/>
              <p:nvPr/>
            </p:nvSpPr>
            <p:spPr bwMode="auto">
              <a:xfrm>
                <a:off x="7308304" y="650988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103" name="타원 102"/>
              <p:cNvSpPr/>
              <p:nvPr/>
            </p:nvSpPr>
            <p:spPr bwMode="auto">
              <a:xfrm>
                <a:off x="7040763" y="907305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104" name="타원 103"/>
              <p:cNvSpPr/>
              <p:nvPr/>
            </p:nvSpPr>
            <p:spPr bwMode="auto">
              <a:xfrm>
                <a:off x="6230761" y="803956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105" name="직선 화살표 연결선 104"/>
              <p:cNvCxnSpPr>
                <a:stCxn id="101" idx="6"/>
                <a:endCxn id="102" idx="2"/>
              </p:cNvCxnSpPr>
              <p:nvPr/>
            </p:nvCxnSpPr>
            <p:spPr bwMode="auto">
              <a:xfrm flipV="1">
                <a:off x="7133262" y="740998"/>
                <a:ext cx="175042" cy="270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6" name="직선 화살표 연결선 105"/>
              <p:cNvCxnSpPr>
                <a:stCxn id="104" idx="6"/>
                <a:endCxn id="103" idx="2"/>
              </p:cNvCxnSpPr>
              <p:nvPr/>
            </p:nvCxnSpPr>
            <p:spPr bwMode="auto">
              <a:xfrm>
                <a:off x="6590801" y="893966"/>
                <a:ext cx="449962" cy="1033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7" name="직선 화살표 연결선 106"/>
              <p:cNvCxnSpPr>
                <a:stCxn id="104" idx="6"/>
                <a:endCxn id="101" idx="2"/>
              </p:cNvCxnSpPr>
              <p:nvPr/>
            </p:nvCxnSpPr>
            <p:spPr bwMode="auto">
              <a:xfrm flipV="1">
                <a:off x="6590801" y="768050"/>
                <a:ext cx="182421" cy="12591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8" name="타원 107"/>
              <p:cNvSpPr/>
              <p:nvPr/>
            </p:nvSpPr>
            <p:spPr bwMode="auto">
              <a:xfrm>
                <a:off x="7892002" y="76562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109" name="직선 화살표 연결선 108"/>
              <p:cNvCxnSpPr>
                <a:stCxn id="102" idx="6"/>
                <a:endCxn id="108" idx="2"/>
              </p:cNvCxnSpPr>
              <p:nvPr/>
            </p:nvCxnSpPr>
            <p:spPr bwMode="auto">
              <a:xfrm>
                <a:off x="7668344" y="740998"/>
                <a:ext cx="223658" cy="11463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0" name="직선 화살표 연결선 109"/>
              <p:cNvCxnSpPr>
                <a:stCxn id="103" idx="6"/>
                <a:endCxn id="108" idx="2"/>
              </p:cNvCxnSpPr>
              <p:nvPr/>
            </p:nvCxnSpPr>
            <p:spPr bwMode="auto">
              <a:xfrm flipV="1">
                <a:off x="7400803" y="855630"/>
                <a:ext cx="491199" cy="1416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그룹 30"/>
            <p:cNvGrpSpPr/>
            <p:nvPr/>
          </p:nvGrpSpPr>
          <p:grpSpPr>
            <a:xfrm>
              <a:off x="3900296" y="2903118"/>
              <a:ext cx="1136615" cy="359084"/>
              <a:chOff x="6084168" y="548680"/>
              <a:chExt cx="2304255" cy="6480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9" name="타원 88"/>
              <p:cNvSpPr/>
              <p:nvPr/>
            </p:nvSpPr>
            <p:spPr bwMode="auto">
              <a:xfrm>
                <a:off x="6084168" y="548680"/>
                <a:ext cx="2304255" cy="6480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90" name="타원 89"/>
              <p:cNvSpPr/>
              <p:nvPr/>
            </p:nvSpPr>
            <p:spPr bwMode="auto">
              <a:xfrm>
                <a:off x="6773222" y="67804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91" name="타원 90"/>
              <p:cNvSpPr/>
              <p:nvPr/>
            </p:nvSpPr>
            <p:spPr bwMode="auto">
              <a:xfrm>
                <a:off x="7308304" y="650988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92" name="타원 91"/>
              <p:cNvSpPr/>
              <p:nvPr/>
            </p:nvSpPr>
            <p:spPr bwMode="auto">
              <a:xfrm>
                <a:off x="7040763" y="907305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93" name="타원 92"/>
              <p:cNvSpPr/>
              <p:nvPr/>
            </p:nvSpPr>
            <p:spPr bwMode="auto">
              <a:xfrm>
                <a:off x="6230761" y="803956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94" name="직선 화살표 연결선 93"/>
              <p:cNvCxnSpPr>
                <a:stCxn id="90" idx="6"/>
                <a:endCxn id="91" idx="2"/>
              </p:cNvCxnSpPr>
              <p:nvPr/>
            </p:nvCxnSpPr>
            <p:spPr bwMode="auto">
              <a:xfrm flipV="1">
                <a:off x="7133262" y="740998"/>
                <a:ext cx="175042" cy="270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5" name="직선 화살표 연결선 94"/>
              <p:cNvCxnSpPr>
                <a:stCxn id="93" idx="6"/>
                <a:endCxn id="92" idx="2"/>
              </p:cNvCxnSpPr>
              <p:nvPr/>
            </p:nvCxnSpPr>
            <p:spPr bwMode="auto">
              <a:xfrm>
                <a:off x="6590801" y="893966"/>
                <a:ext cx="449962" cy="1033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6" name="직선 화살표 연결선 95"/>
              <p:cNvCxnSpPr>
                <a:stCxn id="93" idx="6"/>
                <a:endCxn id="90" idx="2"/>
              </p:cNvCxnSpPr>
              <p:nvPr/>
            </p:nvCxnSpPr>
            <p:spPr bwMode="auto">
              <a:xfrm flipV="1">
                <a:off x="6590801" y="768050"/>
                <a:ext cx="182421" cy="12591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7" name="타원 96"/>
              <p:cNvSpPr/>
              <p:nvPr/>
            </p:nvSpPr>
            <p:spPr bwMode="auto">
              <a:xfrm>
                <a:off x="7892002" y="76562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98" name="직선 화살표 연결선 97"/>
              <p:cNvCxnSpPr>
                <a:stCxn id="91" idx="6"/>
                <a:endCxn id="97" idx="2"/>
              </p:cNvCxnSpPr>
              <p:nvPr/>
            </p:nvCxnSpPr>
            <p:spPr bwMode="auto">
              <a:xfrm>
                <a:off x="7668344" y="740998"/>
                <a:ext cx="223658" cy="11463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9" name="직선 화살표 연결선 98"/>
              <p:cNvCxnSpPr>
                <a:stCxn id="92" idx="6"/>
                <a:endCxn id="97" idx="2"/>
              </p:cNvCxnSpPr>
              <p:nvPr/>
            </p:nvCxnSpPr>
            <p:spPr bwMode="auto">
              <a:xfrm flipV="1">
                <a:off x="7400803" y="855630"/>
                <a:ext cx="491199" cy="1416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2" name="그룹 31"/>
            <p:cNvGrpSpPr/>
            <p:nvPr/>
          </p:nvGrpSpPr>
          <p:grpSpPr>
            <a:xfrm>
              <a:off x="5394948" y="2882887"/>
              <a:ext cx="1136615" cy="359084"/>
              <a:chOff x="6084168" y="548680"/>
              <a:chExt cx="2304255" cy="6480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8" name="타원 77"/>
              <p:cNvSpPr/>
              <p:nvPr/>
            </p:nvSpPr>
            <p:spPr bwMode="auto">
              <a:xfrm>
                <a:off x="6084168" y="548680"/>
                <a:ext cx="2304255" cy="64807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9" name="타원 78"/>
              <p:cNvSpPr/>
              <p:nvPr/>
            </p:nvSpPr>
            <p:spPr bwMode="auto">
              <a:xfrm>
                <a:off x="6773222" y="67804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80" name="타원 79"/>
              <p:cNvSpPr/>
              <p:nvPr/>
            </p:nvSpPr>
            <p:spPr bwMode="auto">
              <a:xfrm>
                <a:off x="7308304" y="650988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 bwMode="auto">
              <a:xfrm>
                <a:off x="7040763" y="907305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82" name="타원 81"/>
              <p:cNvSpPr/>
              <p:nvPr/>
            </p:nvSpPr>
            <p:spPr bwMode="auto">
              <a:xfrm>
                <a:off x="6230761" y="803956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83" name="직선 화살표 연결선 82"/>
              <p:cNvCxnSpPr>
                <a:stCxn id="79" idx="6"/>
                <a:endCxn id="80" idx="2"/>
              </p:cNvCxnSpPr>
              <p:nvPr/>
            </p:nvCxnSpPr>
            <p:spPr bwMode="auto">
              <a:xfrm flipV="1">
                <a:off x="7133262" y="740998"/>
                <a:ext cx="175042" cy="270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직선 화살표 연결선 83"/>
              <p:cNvCxnSpPr>
                <a:stCxn id="82" idx="6"/>
                <a:endCxn id="81" idx="2"/>
              </p:cNvCxnSpPr>
              <p:nvPr/>
            </p:nvCxnSpPr>
            <p:spPr bwMode="auto">
              <a:xfrm>
                <a:off x="6590801" y="893966"/>
                <a:ext cx="449962" cy="10334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5" name="직선 화살표 연결선 84"/>
              <p:cNvCxnSpPr>
                <a:stCxn id="82" idx="6"/>
                <a:endCxn id="79" idx="2"/>
              </p:cNvCxnSpPr>
              <p:nvPr/>
            </p:nvCxnSpPr>
            <p:spPr bwMode="auto">
              <a:xfrm flipV="1">
                <a:off x="6590801" y="768050"/>
                <a:ext cx="182421" cy="12591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6" name="타원 85"/>
              <p:cNvSpPr/>
              <p:nvPr/>
            </p:nvSpPr>
            <p:spPr bwMode="auto">
              <a:xfrm>
                <a:off x="7892002" y="765620"/>
                <a:ext cx="360040" cy="18002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87" name="직선 화살표 연결선 86"/>
              <p:cNvCxnSpPr>
                <a:stCxn id="80" idx="6"/>
                <a:endCxn id="86" idx="2"/>
              </p:cNvCxnSpPr>
              <p:nvPr/>
            </p:nvCxnSpPr>
            <p:spPr bwMode="auto">
              <a:xfrm>
                <a:off x="7668344" y="740998"/>
                <a:ext cx="223658" cy="11463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8" name="직선 화살표 연결선 87"/>
              <p:cNvCxnSpPr>
                <a:stCxn id="81" idx="6"/>
                <a:endCxn id="86" idx="2"/>
              </p:cNvCxnSpPr>
              <p:nvPr/>
            </p:nvCxnSpPr>
            <p:spPr bwMode="auto">
              <a:xfrm flipV="1">
                <a:off x="7400803" y="855630"/>
                <a:ext cx="491199" cy="1416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3" name="직선 화살표 연결선 32"/>
            <p:cNvCxnSpPr>
              <a:cxnSpLocks noChangeShapeType="1"/>
            </p:cNvCxnSpPr>
            <p:nvPr/>
          </p:nvCxnSpPr>
          <p:spPr bwMode="auto">
            <a:xfrm flipH="1">
              <a:off x="4469101" y="2809880"/>
              <a:ext cx="328246" cy="936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직선 화살표 연결선 33"/>
            <p:cNvCxnSpPr>
              <a:cxnSpLocks noChangeShapeType="1"/>
            </p:cNvCxnSpPr>
            <p:nvPr/>
          </p:nvCxnSpPr>
          <p:spPr bwMode="auto">
            <a:xfrm>
              <a:off x="5600377" y="2809879"/>
              <a:ext cx="361950" cy="730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타원 34"/>
            <p:cNvSpPr/>
            <p:nvPr/>
          </p:nvSpPr>
          <p:spPr bwMode="auto">
            <a:xfrm>
              <a:off x="3962077" y="3743328"/>
              <a:ext cx="227134" cy="1698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endParaRPr lang="ko-KR" altLang="en-US" sz="1000" b="1">
                <a:cs typeface="Times New Roman" pitchFamily="18" charset="0"/>
              </a:endParaRPr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4359913" y="3613261"/>
              <a:ext cx="1258382" cy="381109"/>
              <a:chOff x="6084168" y="627914"/>
              <a:chExt cx="1987774" cy="56883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2" name="타원 71"/>
              <p:cNvSpPr/>
              <p:nvPr/>
            </p:nvSpPr>
            <p:spPr bwMode="auto">
              <a:xfrm>
                <a:off x="6084168" y="627914"/>
                <a:ext cx="1987774" cy="56883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3" name="타원 72"/>
              <p:cNvSpPr/>
              <p:nvPr/>
            </p:nvSpPr>
            <p:spPr bwMode="auto">
              <a:xfrm>
                <a:off x="6832354" y="793330"/>
                <a:ext cx="360040" cy="18002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4" name="타원 73"/>
              <p:cNvSpPr/>
              <p:nvPr/>
            </p:nvSpPr>
            <p:spPr bwMode="auto">
              <a:xfrm>
                <a:off x="7456923" y="793329"/>
                <a:ext cx="434999" cy="19064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5" name="타원 74"/>
              <p:cNvSpPr/>
              <p:nvPr/>
            </p:nvSpPr>
            <p:spPr bwMode="auto">
              <a:xfrm>
                <a:off x="6243556" y="803955"/>
                <a:ext cx="360040" cy="18002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cxnSp>
            <p:nvCxnSpPr>
              <p:cNvPr id="76" name="직선 화살표 연결선 75"/>
              <p:cNvCxnSpPr>
                <a:stCxn id="73" idx="6"/>
                <a:endCxn id="74" idx="2"/>
              </p:cNvCxnSpPr>
              <p:nvPr/>
            </p:nvCxnSpPr>
            <p:spPr bwMode="auto">
              <a:xfrm>
                <a:off x="7192393" y="883341"/>
                <a:ext cx="264530" cy="53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7" name="직선 화살표 연결선 76"/>
              <p:cNvCxnSpPr>
                <a:stCxn id="75" idx="6"/>
                <a:endCxn id="73" idx="2"/>
              </p:cNvCxnSpPr>
              <p:nvPr/>
            </p:nvCxnSpPr>
            <p:spPr bwMode="auto">
              <a:xfrm flipV="1">
                <a:off x="6603596" y="883341"/>
                <a:ext cx="228758" cy="1062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" name="타원 36"/>
            <p:cNvSpPr/>
            <p:nvPr/>
          </p:nvSpPr>
          <p:spPr bwMode="auto">
            <a:xfrm>
              <a:off x="5764500" y="3730629"/>
              <a:ext cx="228600" cy="1698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endParaRPr lang="ko-KR" altLang="en-US" sz="1000" b="1">
                <a:cs typeface="Times New Roman" pitchFamily="18" charset="0"/>
              </a:endParaRPr>
            </a:p>
          </p:txBody>
        </p:sp>
        <p:sp>
          <p:nvSpPr>
            <p:cNvPr id="38" name="타원 37"/>
            <p:cNvSpPr/>
            <p:nvPr/>
          </p:nvSpPr>
          <p:spPr bwMode="auto">
            <a:xfrm>
              <a:off x="6300831" y="3724279"/>
              <a:ext cx="228600" cy="1698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latinLnBrk="0" hangingPunct="0">
                <a:defRPr/>
              </a:pPr>
              <a:endParaRPr lang="ko-KR" altLang="en-US" sz="1000" b="1">
                <a:cs typeface="Times New Roman" pitchFamily="18" charset="0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4015347" y="4456544"/>
              <a:ext cx="766780" cy="427856"/>
              <a:chOff x="3562456" y="4581128"/>
              <a:chExt cx="709690" cy="360040"/>
            </a:xfrm>
            <a:solidFill>
              <a:srgbClr val="D6EDBD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9" name="직사각형 68"/>
              <p:cNvSpPr/>
              <p:nvPr/>
            </p:nvSpPr>
            <p:spPr bwMode="auto">
              <a:xfrm>
                <a:off x="3707904" y="4581128"/>
                <a:ext cx="564242" cy="36004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 bwMode="auto">
              <a:xfrm>
                <a:off x="3562456" y="4657328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 bwMode="auto">
              <a:xfrm>
                <a:off x="3563888" y="4801344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4952342" y="4456544"/>
              <a:ext cx="766780" cy="427856"/>
              <a:chOff x="3562456" y="4581128"/>
              <a:chExt cx="709690" cy="360040"/>
            </a:xfrm>
            <a:solidFill>
              <a:srgbClr val="D6EDBD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직사각형 65"/>
              <p:cNvSpPr/>
              <p:nvPr/>
            </p:nvSpPr>
            <p:spPr bwMode="auto">
              <a:xfrm>
                <a:off x="3707904" y="4581128"/>
                <a:ext cx="564242" cy="36004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67" name="직사각형 66"/>
              <p:cNvSpPr/>
              <p:nvPr/>
            </p:nvSpPr>
            <p:spPr bwMode="auto">
              <a:xfrm>
                <a:off x="3562456" y="4657328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68" name="직사각형 67"/>
              <p:cNvSpPr/>
              <p:nvPr/>
            </p:nvSpPr>
            <p:spPr bwMode="auto">
              <a:xfrm>
                <a:off x="3563888" y="4801344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5933659" y="4437112"/>
              <a:ext cx="766780" cy="427856"/>
              <a:chOff x="3562456" y="4581128"/>
              <a:chExt cx="709690" cy="360040"/>
            </a:xfrm>
            <a:solidFill>
              <a:srgbClr val="D6EDBD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3" name="직사각형 62"/>
              <p:cNvSpPr/>
              <p:nvPr/>
            </p:nvSpPr>
            <p:spPr bwMode="auto">
              <a:xfrm>
                <a:off x="3707904" y="4581128"/>
                <a:ext cx="564242" cy="360040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64" name="직사각형 63"/>
              <p:cNvSpPr/>
              <p:nvPr/>
            </p:nvSpPr>
            <p:spPr bwMode="auto">
              <a:xfrm>
                <a:off x="3562456" y="4657328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  <p:sp>
            <p:nvSpPr>
              <p:cNvPr id="65" name="직사각형 64"/>
              <p:cNvSpPr/>
              <p:nvPr/>
            </p:nvSpPr>
            <p:spPr bwMode="auto">
              <a:xfrm>
                <a:off x="3563888" y="4801344"/>
                <a:ext cx="323044" cy="67816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marL="0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565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31315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46972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62628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78286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093943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09599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25257" algn="l" defTabSz="1031315" rtl="0" eaLnBrk="1" latinLnBrk="0" hangingPunct="1">
                  <a:defRPr sz="203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latinLnBrk="0" hangingPunct="0">
                  <a:defRPr/>
                </a:pPr>
                <a:endParaRPr lang="ko-KR" altLang="en-US" sz="1000" b="1">
                  <a:cs typeface="Times New Roman" pitchFamily="18" charset="0"/>
                </a:endParaRPr>
              </a:p>
            </p:txBody>
          </p:sp>
        </p:grpSp>
        <p:sp>
          <p:nvSpPr>
            <p:cNvPr id="45" name="직사각형 44"/>
            <p:cNvSpPr/>
            <p:nvPr/>
          </p:nvSpPr>
          <p:spPr bwMode="auto">
            <a:xfrm>
              <a:off x="3875566" y="5229230"/>
              <a:ext cx="1161345" cy="457714"/>
            </a:xfrm>
            <a:prstGeom prst="rect">
              <a:avLst/>
            </a:prstGeom>
            <a:solidFill>
              <a:srgbClr val="D6EDB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 anchor="ctr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000" dirty="0">
                  <a:cs typeface="Times New Roman" pitchFamily="18" charset="0"/>
                </a:rPr>
                <a:t>Framework</a:t>
              </a:r>
              <a:endParaRPr lang="ko-KR" altLang="en-US" sz="1000" dirty="0">
                <a:cs typeface="Times New Roman" pitchFamily="18" charset="0"/>
              </a:endParaRPr>
            </a:p>
          </p:txBody>
        </p:sp>
        <p:sp>
          <p:nvSpPr>
            <p:cNvPr id="46" name="직사각형 45"/>
            <p:cNvSpPr/>
            <p:nvPr/>
          </p:nvSpPr>
          <p:spPr bwMode="auto">
            <a:xfrm>
              <a:off x="5442117" y="5229230"/>
              <a:ext cx="1126704" cy="468313"/>
            </a:xfrm>
            <a:prstGeom prst="rect">
              <a:avLst/>
            </a:prstGeom>
            <a:solidFill>
              <a:srgbClr val="D6EDB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7287" tIns="53643" rIns="107287" bIns="53643" anchor="ctr"/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latinLnBrk="0" hangingPunct="0">
                <a:defRPr/>
              </a:pPr>
              <a:r>
                <a:rPr lang="en-US" altLang="ko-KR" sz="1000" dirty="0">
                  <a:cs typeface="Times New Roman" pitchFamily="18" charset="0"/>
                </a:rPr>
                <a:t>Framework</a:t>
              </a:r>
              <a:endParaRPr lang="ko-KR" altLang="en-US" sz="1000" dirty="0">
                <a:cs typeface="Times New Roman" pitchFamily="18" charset="0"/>
              </a:endParaRPr>
            </a:p>
          </p:txBody>
        </p:sp>
        <p:cxnSp>
          <p:nvCxnSpPr>
            <p:cNvPr id="47" name="구부러진 연결선 46"/>
            <p:cNvCxnSpPr>
              <a:cxnSpLocks noChangeShapeType="1"/>
              <a:stCxn id="28" idx="4"/>
            </p:cNvCxnSpPr>
            <p:nvPr/>
          </p:nvCxnSpPr>
          <p:spPr bwMode="auto">
            <a:xfrm rot="16200000" flipH="1">
              <a:off x="4647940" y="1952568"/>
              <a:ext cx="303213" cy="798635"/>
            </a:xfrm>
            <a:prstGeom prst="curved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구부러진 연결선 47"/>
            <p:cNvCxnSpPr>
              <a:cxnSpLocks noChangeShapeType="1"/>
              <a:endCxn id="37" idx="0"/>
            </p:cNvCxnSpPr>
            <p:nvPr/>
          </p:nvCxnSpPr>
          <p:spPr bwMode="auto">
            <a:xfrm rot="5400000">
              <a:off x="5642265" y="3417888"/>
              <a:ext cx="549275" cy="76200"/>
            </a:xfrm>
            <a:prstGeom prst="curved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구부러진 연결선 48"/>
            <p:cNvCxnSpPr>
              <a:cxnSpLocks noChangeShapeType="1"/>
              <a:endCxn id="38" idx="0"/>
            </p:cNvCxnSpPr>
            <p:nvPr/>
          </p:nvCxnSpPr>
          <p:spPr bwMode="auto">
            <a:xfrm rot="16200000" flipH="1">
              <a:off x="6084993" y="3394136"/>
              <a:ext cx="620712" cy="39566"/>
            </a:xfrm>
            <a:prstGeom prst="curved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구부러진 연결선 49"/>
            <p:cNvCxnSpPr>
              <a:cxnSpLocks noChangeShapeType="1"/>
            </p:cNvCxnSpPr>
            <p:nvPr/>
          </p:nvCxnSpPr>
          <p:spPr bwMode="auto">
            <a:xfrm rot="16200000" flipH="1">
              <a:off x="4541455" y="3165295"/>
              <a:ext cx="328612" cy="567103"/>
            </a:xfrm>
            <a:prstGeom prst="curvedConnector3">
              <a:avLst>
                <a:gd name="adj1" fmla="val 5387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구부러진 연결선 51"/>
            <p:cNvCxnSpPr>
              <a:cxnSpLocks noChangeShapeType="1"/>
              <a:endCxn id="35" idx="0"/>
            </p:cNvCxnSpPr>
            <p:nvPr/>
          </p:nvCxnSpPr>
          <p:spPr bwMode="auto">
            <a:xfrm rot="16200000" flipH="1">
              <a:off x="3769078" y="3437489"/>
              <a:ext cx="598487" cy="13188"/>
            </a:xfrm>
            <a:prstGeom prst="curved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직선 화살표 연결선 52"/>
            <p:cNvCxnSpPr>
              <a:cxnSpLocks noChangeShapeType="1"/>
              <a:stCxn id="35" idx="4"/>
            </p:cNvCxnSpPr>
            <p:nvPr/>
          </p:nvCxnSpPr>
          <p:spPr bwMode="auto">
            <a:xfrm>
              <a:off x="4074915" y="3913190"/>
              <a:ext cx="401515" cy="5429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직선 화살표 연결선 53"/>
            <p:cNvCxnSpPr>
              <a:cxnSpLocks noChangeShapeType="1"/>
            </p:cNvCxnSpPr>
            <p:nvPr/>
          </p:nvCxnSpPr>
          <p:spPr bwMode="auto">
            <a:xfrm flipH="1">
              <a:off x="4476427" y="3851277"/>
              <a:ext cx="99646" cy="60483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직선 화살표 연결선 54"/>
            <p:cNvCxnSpPr>
              <a:cxnSpLocks noChangeShapeType="1"/>
            </p:cNvCxnSpPr>
            <p:nvPr/>
          </p:nvCxnSpPr>
          <p:spPr bwMode="auto">
            <a:xfrm>
              <a:off x="5027411" y="3827465"/>
              <a:ext cx="386862" cy="6286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직선 화살표 연결선 55"/>
            <p:cNvCxnSpPr>
              <a:cxnSpLocks noChangeShapeType="1"/>
              <a:stCxn id="37" idx="4"/>
            </p:cNvCxnSpPr>
            <p:nvPr/>
          </p:nvCxnSpPr>
          <p:spPr bwMode="auto">
            <a:xfrm>
              <a:off x="5878801" y="3900492"/>
              <a:ext cx="517280" cy="5365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직선 화살표 연결선 56"/>
            <p:cNvCxnSpPr>
              <a:cxnSpLocks noChangeShapeType="1"/>
              <a:endCxn id="45" idx="0"/>
            </p:cNvCxnSpPr>
            <p:nvPr/>
          </p:nvCxnSpPr>
          <p:spPr bwMode="auto">
            <a:xfrm flipH="1">
              <a:off x="4456239" y="4874144"/>
              <a:ext cx="106702" cy="35508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직선 화살표 연결선 57"/>
            <p:cNvCxnSpPr>
              <a:cxnSpLocks noChangeShapeType="1"/>
              <a:endCxn id="45" idx="3"/>
            </p:cNvCxnSpPr>
            <p:nvPr/>
          </p:nvCxnSpPr>
          <p:spPr bwMode="auto">
            <a:xfrm flipH="1">
              <a:off x="5036911" y="4874138"/>
              <a:ext cx="463878" cy="58395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직선 화살표 연결선 58"/>
            <p:cNvCxnSpPr>
              <a:cxnSpLocks noChangeShapeType="1"/>
              <a:endCxn id="46" idx="0"/>
            </p:cNvCxnSpPr>
            <p:nvPr/>
          </p:nvCxnSpPr>
          <p:spPr bwMode="auto">
            <a:xfrm>
              <a:off x="5414273" y="4884743"/>
              <a:ext cx="591197" cy="3444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직선 화살표 연결선 59"/>
            <p:cNvCxnSpPr>
              <a:cxnSpLocks noChangeShapeType="1"/>
              <a:endCxn id="46" idx="0"/>
            </p:cNvCxnSpPr>
            <p:nvPr/>
          </p:nvCxnSpPr>
          <p:spPr bwMode="auto">
            <a:xfrm flipH="1">
              <a:off x="6005470" y="4865692"/>
              <a:ext cx="390614" cy="36353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직선 화살표 연결선 60"/>
            <p:cNvCxnSpPr>
              <a:cxnSpLocks noChangeShapeType="1"/>
              <a:stCxn id="38" idx="4"/>
            </p:cNvCxnSpPr>
            <p:nvPr/>
          </p:nvCxnSpPr>
          <p:spPr bwMode="auto">
            <a:xfrm flipH="1">
              <a:off x="5414275" y="3894141"/>
              <a:ext cx="1000858" cy="5619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" name="직사각형 61"/>
            <p:cNvSpPr/>
            <p:nvPr/>
          </p:nvSpPr>
          <p:spPr>
            <a:xfrm rot="3682133">
              <a:off x="2136084" y="3450984"/>
              <a:ext cx="4484582" cy="456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65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315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6972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2628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8286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3943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9599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5257" algn="l" defTabSz="1031315" rtl="0" eaLnBrk="1" latinLnBrk="0" hangingPunct="1">
                <a:defRPr sz="203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Business-Product Alignment</a:t>
              </a:r>
              <a:endParaRPr lang="ko-KR" alt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1499850" y="5673345"/>
            <a:ext cx="6880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rPr>
              <a:t>Service-Oriented Real-Time Production System</a:t>
            </a:r>
            <a:endParaRPr kumimoji="1"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9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9060148" y="467639"/>
            <a:ext cx="439271" cy="457296"/>
          </a:xfrm>
        </p:spPr>
        <p:txBody>
          <a:bodyPr/>
          <a:lstStyle/>
          <a:p>
            <a:r>
              <a:rPr lang="en-US" altLang="ko-KR" dirty="0"/>
              <a:t>63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7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90697A-B2E1-4A65-8046-F11842298BF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Road to Service-Oriented Real-Time Enterprise</a:t>
            </a:r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25537" y="788342"/>
          <a:ext cx="9079236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7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0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3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40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706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분류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/>
                        <a:t>단계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/>
                        <a:t>단계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/>
                        <a:t>단계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59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엔지니어링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Framework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이벤트기반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컴포넌트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구동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플랫폼기반 개발 체계 구축</a:t>
                      </a:r>
                    </a:p>
                  </a:txBody>
                  <a:tcPr vert="eaVert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컴포넌트의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Plug-N-Play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통합  상품화 환경 구축</a:t>
                      </a:r>
                    </a:p>
                  </a:txBody>
                  <a:tcPr vert="eaVert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제품 유형별 프레임워크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실시간 상품화 체계 구축</a:t>
                      </a:r>
                    </a:p>
                  </a:txBody>
                  <a:tcPr vert="eaVert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5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Components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</a:rPr>
                        <a:t>주요 컴포넌트 구현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공통 컴포넌트의 표준화 및 고도화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공통 컴포넌트 및 가변 컴포넌트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Product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Hi3519, WN5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WN7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Configuration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aseline="0">
                          <a:solidFill>
                            <a:schemeClr val="tx1"/>
                          </a:solidFill>
                        </a:rPr>
                        <a:t>기반 개발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6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프로세스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Platform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Agile Process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적용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표준 프로세스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정의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및 적용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자동화 도구 적용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계량적 측정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Production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Management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형상 관리 체계 정립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59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조직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Structure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플랫폼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상품화 조직 체계 정의 적용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도구 기반의 업무 할당 및 성과 관리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자동화 된 경험 축적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5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R&amp;R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구성원들의 측정 가능한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R&amp;R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정의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559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자동화 </a:t>
                      </a:r>
                      <a:endParaRPr lang="en-US" altLang="ko-KR" sz="1400" b="1" dirty="0"/>
                    </a:p>
                    <a:p>
                      <a:pPr algn="ctr" latinLnBrk="1"/>
                      <a:r>
                        <a:rPr lang="ko-KR" altLang="en-US" sz="1400" b="1"/>
                        <a:t>도구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Engineering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배포 도구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조립 생산 도구 개발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55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Management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엔지니어링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성과 도구의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통합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55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Support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 컴포넌트 자동화 테스트 도구 적용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모든 컴포넌트 자동화 테스트 도구 적용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238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엔터프라이즈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FE/BE/SOC/Web/Protocol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팀의 통합 체계 정의 및 적용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전사적 합 체계 정의 적용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88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SimpleRed_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Candara"/>
        <a:ea typeface="맑은 고딕"/>
        <a:cs typeface=""/>
      </a:majorFont>
      <a:minorFont>
        <a:latin typeface="Candar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wrap="square" rtlCol="0" anchor="ctr">
        <a:noAutofit/>
      </a:bodyPr>
      <a:lstStyle>
        <a:defPPr algn="ctr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1483</Words>
  <Application>Microsoft Office PowerPoint</Application>
  <PresentationFormat>A4 용지(210x297mm)</PresentationFormat>
  <Paragraphs>599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HY견명조</vt:lpstr>
      <vt:lpstr>굴림</vt:lpstr>
      <vt:lpstr>나눔고딕</vt:lpstr>
      <vt:lpstr>맑은 고딕</vt:lpstr>
      <vt:lpstr>맑은고딕</vt:lpstr>
      <vt:lpstr>Arial</vt:lpstr>
      <vt:lpstr>Arial Narrow</vt:lpstr>
      <vt:lpstr>Candara</vt:lpstr>
      <vt:lpstr>Corbel</vt:lpstr>
      <vt:lpstr>Tahoma</vt:lpstr>
      <vt:lpstr>Times New Roman</vt:lpstr>
      <vt:lpstr>Wingdings</vt:lpstr>
      <vt:lpstr>SimpleRed_Master</vt:lpstr>
      <vt:lpstr>Current Problem: Variation management</vt:lpstr>
      <vt:lpstr>표준 컴포넌트 설계 및 구현 - 내용</vt:lpstr>
      <vt:lpstr>표준 컴포넌트 - 1</vt:lpstr>
      <vt:lpstr>표준 컴포넌트 - 2</vt:lpstr>
      <vt:lpstr>가변성 관리 – WN5/Hi3519 </vt:lpstr>
      <vt:lpstr>기본 컴포넌트 설계 및 구현</vt:lpstr>
      <vt:lpstr>컴포넌트 자동화 테스트 </vt:lpstr>
      <vt:lpstr>형상 관리 프로세스</vt:lpstr>
      <vt:lpstr>형상 관리 저장소 - Zeppelin </vt:lpstr>
      <vt:lpstr>지원 - 프로세스 및 도구 </vt:lpstr>
      <vt:lpstr>목표 - 실시간 상품화 개발</vt:lpstr>
      <vt:lpstr>기반기술: 제품라인 (Product-Line Engineering)</vt:lpstr>
      <vt:lpstr>설계 - 가변성 구현 템플레이트 </vt:lpstr>
      <vt:lpstr>서비스지향 실시간 상품 개발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2016-08-23T14:58:32Z</dcterms:created>
  <dcterms:modified xsi:type="dcterms:W3CDTF">2026-03-11T06:04:39Z</dcterms:modified>
</cp:coreProperties>
</file>